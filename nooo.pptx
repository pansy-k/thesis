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68" r:id="rId5"/>
    <p:sldId id="274" r:id="rId6"/>
    <p:sldId id="275" r:id="rId7"/>
    <p:sldId id="323" r:id="rId8"/>
    <p:sldId id="277" r:id="rId9"/>
    <p:sldId id="259" r:id="rId10"/>
    <p:sldId id="266" r:id="rId11"/>
    <p:sldId id="324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D3BE85-3A9C-4F32-9223-B60E05D1E994}">
          <p14:sldIdLst>
            <p14:sldId id="256"/>
          </p14:sldIdLst>
        </p14:section>
        <p14:section name="Untitled Section" id="{C9C37390-68A6-4F12-A9CC-AE6CBA50B94B}">
          <p14:sldIdLst>
            <p14:sldId id="257"/>
            <p14:sldId id="269"/>
            <p14:sldId id="268"/>
            <p14:sldId id="274"/>
            <p14:sldId id="275"/>
            <p14:sldId id="323"/>
            <p14:sldId id="277"/>
            <p14:sldId id="259"/>
            <p14:sldId id="266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70218" autoAdjust="0"/>
  </p:normalViewPr>
  <p:slideViewPr>
    <p:cSldViewPr snapToGrid="0">
      <p:cViewPr varScale="1">
        <p:scale>
          <a:sx n="96" d="100"/>
          <a:sy n="96" d="100"/>
        </p:scale>
        <p:origin x="98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FABCB6-00CD-4797-BE9D-113BF448B134}" type="doc">
      <dgm:prSet loTypeId="urn:microsoft.com/office/officeart/2005/8/layout/cycle2" loCatId="cycle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E10AF24-A878-491E-A7AC-C16BEFC9254E}">
      <dgm:prSet/>
      <dgm:spPr/>
      <dgm:t>
        <a:bodyPr/>
        <a:lstStyle/>
        <a:p>
          <a:r>
            <a:rPr lang="en-US" dirty="0"/>
            <a:t>MATLAB simulation of multi-body system</a:t>
          </a:r>
        </a:p>
      </dgm:t>
    </dgm:pt>
    <dgm:pt modelId="{48BE9BA0-606E-4277-B5E4-5586D72AF27C}" type="parTrans" cxnId="{BA34387B-0814-4E5F-83E4-8158B7451FD7}">
      <dgm:prSet/>
      <dgm:spPr/>
      <dgm:t>
        <a:bodyPr/>
        <a:lstStyle/>
        <a:p>
          <a:endParaRPr lang="en-US"/>
        </a:p>
      </dgm:t>
    </dgm:pt>
    <dgm:pt modelId="{7C271C44-F5CE-4F89-809B-9D8DF9EC9F90}" type="sibTrans" cxnId="{BA34387B-0814-4E5F-83E4-8158B7451FD7}">
      <dgm:prSet/>
      <dgm:spPr/>
      <dgm:t>
        <a:bodyPr/>
        <a:lstStyle/>
        <a:p>
          <a:endParaRPr lang="en-US"/>
        </a:p>
      </dgm:t>
    </dgm:pt>
    <dgm:pt modelId="{95B65C83-E492-4200-B427-935635F8E24B}">
      <dgm:prSet/>
      <dgm:spPr/>
      <dgm:t>
        <a:bodyPr/>
        <a:lstStyle/>
        <a:p>
          <a:r>
            <a:rPr lang="en-US"/>
            <a:t>Base + robotic arm + end-effector</a:t>
          </a:r>
        </a:p>
      </dgm:t>
    </dgm:pt>
    <dgm:pt modelId="{968083CD-3F2D-4030-98FE-5F9F13DAA501}" type="parTrans" cxnId="{14784A9F-ACCC-4288-9DF1-A4F20BED0053}">
      <dgm:prSet/>
      <dgm:spPr/>
      <dgm:t>
        <a:bodyPr/>
        <a:lstStyle/>
        <a:p>
          <a:endParaRPr lang="en-US"/>
        </a:p>
      </dgm:t>
    </dgm:pt>
    <dgm:pt modelId="{32EA815B-8E8A-4294-A2DF-63195E731AE4}" type="sibTrans" cxnId="{14784A9F-ACCC-4288-9DF1-A4F20BED0053}">
      <dgm:prSet/>
      <dgm:spPr/>
      <dgm:t>
        <a:bodyPr/>
        <a:lstStyle/>
        <a:p>
          <a:endParaRPr lang="en-US"/>
        </a:p>
      </dgm:t>
    </dgm:pt>
    <dgm:pt modelId="{8514ED3B-C849-403E-B75F-BAFB390BB74E}">
      <dgm:prSet/>
      <dgm:spPr/>
      <dgm:t>
        <a:bodyPr/>
        <a:lstStyle/>
        <a:p>
          <a:r>
            <a:rPr lang="en-US"/>
            <a:t>Unified controller for all mission phases</a:t>
          </a:r>
        </a:p>
      </dgm:t>
    </dgm:pt>
    <dgm:pt modelId="{1FED113E-FAE4-46FC-BB08-B089CEA4130C}" type="parTrans" cxnId="{9F9307CF-3CA5-4CFA-B0E9-23A635894DA5}">
      <dgm:prSet/>
      <dgm:spPr/>
      <dgm:t>
        <a:bodyPr/>
        <a:lstStyle/>
        <a:p>
          <a:endParaRPr lang="en-US"/>
        </a:p>
      </dgm:t>
    </dgm:pt>
    <dgm:pt modelId="{505C53C0-360E-4694-BABE-1912D3FE9257}" type="sibTrans" cxnId="{9F9307CF-3CA5-4CFA-B0E9-23A635894DA5}">
      <dgm:prSet/>
      <dgm:spPr/>
      <dgm:t>
        <a:bodyPr/>
        <a:lstStyle/>
        <a:p>
          <a:endParaRPr lang="en-US"/>
        </a:p>
      </dgm:t>
    </dgm:pt>
    <dgm:pt modelId="{477BE45C-31E1-42A6-8BB7-819739B1945B}" type="pres">
      <dgm:prSet presAssocID="{9EFABCB6-00CD-4797-BE9D-113BF448B134}" presName="cycle" presStyleCnt="0">
        <dgm:presLayoutVars>
          <dgm:dir/>
          <dgm:resizeHandles val="exact"/>
        </dgm:presLayoutVars>
      </dgm:prSet>
      <dgm:spPr/>
    </dgm:pt>
    <dgm:pt modelId="{1007D8C0-C3FF-43A7-819E-6E60DAB6DF13}" type="pres">
      <dgm:prSet presAssocID="{5E10AF24-A878-491E-A7AC-C16BEFC9254E}" presName="node" presStyleLbl="node1" presStyleIdx="0" presStyleCnt="3" custRadScaleRad="102346" custRadScaleInc="3816">
        <dgm:presLayoutVars>
          <dgm:bulletEnabled val="1"/>
        </dgm:presLayoutVars>
      </dgm:prSet>
      <dgm:spPr/>
    </dgm:pt>
    <dgm:pt modelId="{110A6634-5A86-464F-9DF8-25EBB9E194C5}" type="pres">
      <dgm:prSet presAssocID="{7C271C44-F5CE-4F89-809B-9D8DF9EC9F90}" presName="sibTrans" presStyleLbl="sibTrans2D1" presStyleIdx="0" presStyleCnt="3"/>
      <dgm:spPr/>
    </dgm:pt>
    <dgm:pt modelId="{17BA3158-3C7D-4367-BA45-7B20BB95D5A5}" type="pres">
      <dgm:prSet presAssocID="{7C271C44-F5CE-4F89-809B-9D8DF9EC9F90}" presName="connectorText" presStyleLbl="sibTrans2D1" presStyleIdx="0" presStyleCnt="3"/>
      <dgm:spPr/>
    </dgm:pt>
    <dgm:pt modelId="{04483CFE-E78C-4E22-8442-DDE7BA818DC6}" type="pres">
      <dgm:prSet presAssocID="{95B65C83-E492-4200-B427-935635F8E24B}" presName="node" presStyleLbl="node1" presStyleIdx="1" presStyleCnt="3">
        <dgm:presLayoutVars>
          <dgm:bulletEnabled val="1"/>
        </dgm:presLayoutVars>
      </dgm:prSet>
      <dgm:spPr/>
    </dgm:pt>
    <dgm:pt modelId="{9BEDE4D5-AB46-4CCE-AC75-6DF1ED4B5D85}" type="pres">
      <dgm:prSet presAssocID="{32EA815B-8E8A-4294-A2DF-63195E731AE4}" presName="sibTrans" presStyleLbl="sibTrans2D1" presStyleIdx="1" presStyleCnt="3"/>
      <dgm:spPr/>
    </dgm:pt>
    <dgm:pt modelId="{76B3F58D-3F2E-4CBB-9F0B-E16BDCD0F1BB}" type="pres">
      <dgm:prSet presAssocID="{32EA815B-8E8A-4294-A2DF-63195E731AE4}" presName="connectorText" presStyleLbl="sibTrans2D1" presStyleIdx="1" presStyleCnt="3"/>
      <dgm:spPr/>
    </dgm:pt>
    <dgm:pt modelId="{0AB64439-2A9A-4D9F-8BF5-BC7AC6CF0074}" type="pres">
      <dgm:prSet presAssocID="{8514ED3B-C849-403E-B75F-BAFB390BB74E}" presName="node" presStyleLbl="node1" presStyleIdx="2" presStyleCnt="3">
        <dgm:presLayoutVars>
          <dgm:bulletEnabled val="1"/>
        </dgm:presLayoutVars>
      </dgm:prSet>
      <dgm:spPr/>
    </dgm:pt>
    <dgm:pt modelId="{DDD17409-1365-4816-B0C5-67972E53D3C9}" type="pres">
      <dgm:prSet presAssocID="{505C53C0-360E-4694-BABE-1912D3FE9257}" presName="sibTrans" presStyleLbl="sibTrans2D1" presStyleIdx="2" presStyleCnt="3"/>
      <dgm:spPr/>
    </dgm:pt>
    <dgm:pt modelId="{F7DD9E0E-DA02-4C92-8D4D-B587002A5AB9}" type="pres">
      <dgm:prSet presAssocID="{505C53C0-360E-4694-BABE-1912D3FE9257}" presName="connectorText" presStyleLbl="sibTrans2D1" presStyleIdx="2" presStyleCnt="3"/>
      <dgm:spPr/>
    </dgm:pt>
  </dgm:ptLst>
  <dgm:cxnLst>
    <dgm:cxn modelId="{80C9A81E-D36B-4220-9DFD-DAF47CF29DC7}" type="presOf" srcId="{5E10AF24-A878-491E-A7AC-C16BEFC9254E}" destId="{1007D8C0-C3FF-43A7-819E-6E60DAB6DF13}" srcOrd="0" destOrd="0" presId="urn:microsoft.com/office/officeart/2005/8/layout/cycle2"/>
    <dgm:cxn modelId="{95E90626-D06E-4E7A-A83C-255A4D81A46C}" type="presOf" srcId="{95B65C83-E492-4200-B427-935635F8E24B}" destId="{04483CFE-E78C-4E22-8442-DDE7BA818DC6}" srcOrd="0" destOrd="0" presId="urn:microsoft.com/office/officeart/2005/8/layout/cycle2"/>
    <dgm:cxn modelId="{913A2D4C-3F22-4CB4-A0CA-1CD76DE27707}" type="presOf" srcId="{505C53C0-360E-4694-BABE-1912D3FE9257}" destId="{DDD17409-1365-4816-B0C5-67972E53D3C9}" srcOrd="0" destOrd="0" presId="urn:microsoft.com/office/officeart/2005/8/layout/cycle2"/>
    <dgm:cxn modelId="{A8040179-5FAD-4109-81C5-B1911F19FDCA}" type="presOf" srcId="{8514ED3B-C849-403E-B75F-BAFB390BB74E}" destId="{0AB64439-2A9A-4D9F-8BF5-BC7AC6CF0074}" srcOrd="0" destOrd="0" presId="urn:microsoft.com/office/officeart/2005/8/layout/cycle2"/>
    <dgm:cxn modelId="{BA34387B-0814-4E5F-83E4-8158B7451FD7}" srcId="{9EFABCB6-00CD-4797-BE9D-113BF448B134}" destId="{5E10AF24-A878-491E-A7AC-C16BEFC9254E}" srcOrd="0" destOrd="0" parTransId="{48BE9BA0-606E-4277-B5E4-5586D72AF27C}" sibTransId="{7C271C44-F5CE-4F89-809B-9D8DF9EC9F90}"/>
    <dgm:cxn modelId="{DA65CA9A-EF5A-4809-8BC1-3BA171A81191}" type="presOf" srcId="{32EA815B-8E8A-4294-A2DF-63195E731AE4}" destId="{9BEDE4D5-AB46-4CCE-AC75-6DF1ED4B5D85}" srcOrd="0" destOrd="0" presId="urn:microsoft.com/office/officeart/2005/8/layout/cycle2"/>
    <dgm:cxn modelId="{14784A9F-ACCC-4288-9DF1-A4F20BED0053}" srcId="{9EFABCB6-00CD-4797-BE9D-113BF448B134}" destId="{95B65C83-E492-4200-B427-935635F8E24B}" srcOrd="1" destOrd="0" parTransId="{968083CD-3F2D-4030-98FE-5F9F13DAA501}" sibTransId="{32EA815B-8E8A-4294-A2DF-63195E731AE4}"/>
    <dgm:cxn modelId="{C09277AB-9B3E-4BC9-B1D4-4DDA9D03EAC1}" type="presOf" srcId="{32EA815B-8E8A-4294-A2DF-63195E731AE4}" destId="{76B3F58D-3F2E-4CBB-9F0B-E16BDCD0F1BB}" srcOrd="1" destOrd="0" presId="urn:microsoft.com/office/officeart/2005/8/layout/cycle2"/>
    <dgm:cxn modelId="{083247CA-4BBE-4671-8714-806613F11074}" type="presOf" srcId="{505C53C0-360E-4694-BABE-1912D3FE9257}" destId="{F7DD9E0E-DA02-4C92-8D4D-B587002A5AB9}" srcOrd="1" destOrd="0" presId="urn:microsoft.com/office/officeart/2005/8/layout/cycle2"/>
    <dgm:cxn modelId="{331998CA-0904-446E-A209-69792D5B2BB1}" type="presOf" srcId="{7C271C44-F5CE-4F89-809B-9D8DF9EC9F90}" destId="{110A6634-5A86-464F-9DF8-25EBB9E194C5}" srcOrd="0" destOrd="0" presId="urn:microsoft.com/office/officeart/2005/8/layout/cycle2"/>
    <dgm:cxn modelId="{9F9307CF-3CA5-4CFA-B0E9-23A635894DA5}" srcId="{9EFABCB6-00CD-4797-BE9D-113BF448B134}" destId="{8514ED3B-C849-403E-B75F-BAFB390BB74E}" srcOrd="2" destOrd="0" parTransId="{1FED113E-FAE4-46FC-BB08-B089CEA4130C}" sibTransId="{505C53C0-360E-4694-BABE-1912D3FE9257}"/>
    <dgm:cxn modelId="{0F0A29DA-B77C-4253-843B-14C10FB95FA7}" type="presOf" srcId="{9EFABCB6-00CD-4797-BE9D-113BF448B134}" destId="{477BE45C-31E1-42A6-8BB7-819739B1945B}" srcOrd="0" destOrd="0" presId="urn:microsoft.com/office/officeart/2005/8/layout/cycle2"/>
    <dgm:cxn modelId="{F36763E2-8D7C-40AB-A85D-A1D0E0272BE8}" type="presOf" srcId="{7C271C44-F5CE-4F89-809B-9D8DF9EC9F90}" destId="{17BA3158-3C7D-4367-BA45-7B20BB95D5A5}" srcOrd="1" destOrd="0" presId="urn:microsoft.com/office/officeart/2005/8/layout/cycle2"/>
    <dgm:cxn modelId="{5D71FE4C-5DAB-4CD0-BB27-533A3C260411}" type="presParOf" srcId="{477BE45C-31E1-42A6-8BB7-819739B1945B}" destId="{1007D8C0-C3FF-43A7-819E-6E60DAB6DF13}" srcOrd="0" destOrd="0" presId="urn:microsoft.com/office/officeart/2005/8/layout/cycle2"/>
    <dgm:cxn modelId="{80172C4C-B233-4C70-8906-F6FA7827F76A}" type="presParOf" srcId="{477BE45C-31E1-42A6-8BB7-819739B1945B}" destId="{110A6634-5A86-464F-9DF8-25EBB9E194C5}" srcOrd="1" destOrd="0" presId="urn:microsoft.com/office/officeart/2005/8/layout/cycle2"/>
    <dgm:cxn modelId="{9512BEF7-2F0B-4378-BC4A-4FABF97FD14C}" type="presParOf" srcId="{110A6634-5A86-464F-9DF8-25EBB9E194C5}" destId="{17BA3158-3C7D-4367-BA45-7B20BB95D5A5}" srcOrd="0" destOrd="0" presId="urn:microsoft.com/office/officeart/2005/8/layout/cycle2"/>
    <dgm:cxn modelId="{FC6BBAB0-7065-4651-ACB2-94A81746F3A6}" type="presParOf" srcId="{477BE45C-31E1-42A6-8BB7-819739B1945B}" destId="{04483CFE-E78C-4E22-8442-DDE7BA818DC6}" srcOrd="2" destOrd="0" presId="urn:microsoft.com/office/officeart/2005/8/layout/cycle2"/>
    <dgm:cxn modelId="{93D154E4-157D-4004-8DF0-6DF01CAE8D5B}" type="presParOf" srcId="{477BE45C-31E1-42A6-8BB7-819739B1945B}" destId="{9BEDE4D5-AB46-4CCE-AC75-6DF1ED4B5D85}" srcOrd="3" destOrd="0" presId="urn:microsoft.com/office/officeart/2005/8/layout/cycle2"/>
    <dgm:cxn modelId="{B87F4825-F3A0-4991-B107-E15622118F96}" type="presParOf" srcId="{9BEDE4D5-AB46-4CCE-AC75-6DF1ED4B5D85}" destId="{76B3F58D-3F2E-4CBB-9F0B-E16BDCD0F1BB}" srcOrd="0" destOrd="0" presId="urn:microsoft.com/office/officeart/2005/8/layout/cycle2"/>
    <dgm:cxn modelId="{55A976AD-EE46-4B63-81AD-50B5ED932D9E}" type="presParOf" srcId="{477BE45C-31E1-42A6-8BB7-819739B1945B}" destId="{0AB64439-2A9A-4D9F-8BF5-BC7AC6CF0074}" srcOrd="4" destOrd="0" presId="urn:microsoft.com/office/officeart/2005/8/layout/cycle2"/>
    <dgm:cxn modelId="{9497FF43-1168-43E9-8B31-5062A2008CF5}" type="presParOf" srcId="{477BE45C-31E1-42A6-8BB7-819739B1945B}" destId="{DDD17409-1365-4816-B0C5-67972E53D3C9}" srcOrd="5" destOrd="0" presId="urn:microsoft.com/office/officeart/2005/8/layout/cycle2"/>
    <dgm:cxn modelId="{976E7D19-92F2-489A-BD29-9FED81B292CA}" type="presParOf" srcId="{DDD17409-1365-4816-B0C5-67972E53D3C9}" destId="{F7DD9E0E-DA02-4C92-8D4D-B587002A5AB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E6CE2-C0BD-430F-8CB0-8887FA50D86C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E72F70-72A9-4807-A942-99DDF359BAB4}">
      <dgm:prSet/>
      <dgm:spPr/>
      <dgm:t>
        <a:bodyPr/>
        <a:lstStyle/>
        <a:p>
          <a:r>
            <a:rPr lang="en-US" b="1" dirty="0"/>
            <a:t>Repair</a:t>
          </a:r>
        </a:p>
      </dgm:t>
    </dgm:pt>
    <dgm:pt modelId="{DEDC690B-32EF-4DED-B65D-88E7650C5F4E}" type="parTrans" cxnId="{CA450FE4-92F5-49C8-BDC7-CE0E5A469966}">
      <dgm:prSet/>
      <dgm:spPr/>
      <dgm:t>
        <a:bodyPr/>
        <a:lstStyle/>
        <a:p>
          <a:endParaRPr lang="en-US" b="1"/>
        </a:p>
      </dgm:t>
    </dgm:pt>
    <dgm:pt modelId="{6DE86B33-8F1C-4755-9A7E-6C8171F13DE5}" type="sibTrans" cxnId="{CA450FE4-92F5-49C8-BDC7-CE0E5A469966}">
      <dgm:prSet/>
      <dgm:spPr/>
      <dgm:t>
        <a:bodyPr/>
        <a:lstStyle/>
        <a:p>
          <a:endParaRPr lang="en-US" b="1"/>
        </a:p>
      </dgm:t>
    </dgm:pt>
    <dgm:pt modelId="{4163893D-510B-4C0F-8681-6BB940574F1D}">
      <dgm:prSet/>
      <dgm:spPr/>
      <dgm:t>
        <a:bodyPr/>
        <a:lstStyle/>
        <a:p>
          <a:r>
            <a:rPr lang="ja-JP" b="1" dirty="0"/>
            <a:t>部品交換 ぶひんこうかん</a:t>
          </a:r>
          <a:endParaRPr lang="en-US" b="1" dirty="0"/>
        </a:p>
      </dgm:t>
    </dgm:pt>
    <dgm:pt modelId="{58D8F3EB-A37A-4D10-AD7D-3CF843BD3DED}" type="parTrans" cxnId="{78703AF5-B4B2-4D90-AB90-5574AAAB0325}">
      <dgm:prSet/>
      <dgm:spPr/>
      <dgm:t>
        <a:bodyPr/>
        <a:lstStyle/>
        <a:p>
          <a:endParaRPr lang="en-US" b="1"/>
        </a:p>
      </dgm:t>
    </dgm:pt>
    <dgm:pt modelId="{10376BB0-6500-41BE-9017-586839D45EB2}" type="sibTrans" cxnId="{78703AF5-B4B2-4D90-AB90-5574AAAB0325}">
      <dgm:prSet/>
      <dgm:spPr/>
      <dgm:t>
        <a:bodyPr/>
        <a:lstStyle/>
        <a:p>
          <a:endParaRPr lang="en-US" b="1"/>
        </a:p>
      </dgm:t>
    </dgm:pt>
    <dgm:pt modelId="{3EB58E48-6E5B-42CA-8118-30B069C11B04}">
      <dgm:prSet/>
      <dgm:spPr/>
      <dgm:t>
        <a:bodyPr/>
        <a:lstStyle/>
        <a:p>
          <a:r>
            <a:rPr lang="ja-JP" b="1" dirty="0"/>
            <a:t>デブリ除去 じょきょ</a:t>
          </a:r>
          <a:endParaRPr lang="en-US" b="1" dirty="0"/>
        </a:p>
      </dgm:t>
    </dgm:pt>
    <dgm:pt modelId="{EC4254DC-8D8E-445B-98A5-64A7E6005E33}" type="parTrans" cxnId="{7A48E75E-5A2C-4D53-B2A9-4086FB3EE1A6}">
      <dgm:prSet/>
      <dgm:spPr/>
      <dgm:t>
        <a:bodyPr/>
        <a:lstStyle/>
        <a:p>
          <a:endParaRPr lang="en-US" b="1"/>
        </a:p>
      </dgm:t>
    </dgm:pt>
    <dgm:pt modelId="{972D8466-FC34-481E-98C5-6C21A2B589F9}" type="sibTrans" cxnId="{7A48E75E-5A2C-4D53-B2A9-4086FB3EE1A6}">
      <dgm:prSet/>
      <dgm:spPr/>
      <dgm:t>
        <a:bodyPr/>
        <a:lstStyle/>
        <a:p>
          <a:endParaRPr lang="en-US" b="1"/>
        </a:p>
      </dgm:t>
    </dgm:pt>
    <dgm:pt modelId="{E6F30F8F-A361-4EA1-AB46-DA30AF167EF1}" type="pres">
      <dgm:prSet presAssocID="{753E6CE2-C0BD-430F-8CB0-8887FA50D86C}" presName="linear" presStyleCnt="0">
        <dgm:presLayoutVars>
          <dgm:animLvl val="lvl"/>
          <dgm:resizeHandles val="exact"/>
        </dgm:presLayoutVars>
      </dgm:prSet>
      <dgm:spPr/>
    </dgm:pt>
    <dgm:pt modelId="{AB08C68A-23E8-4DF7-89B8-ECCF6ED89C46}" type="pres">
      <dgm:prSet presAssocID="{2BE72F70-72A9-4807-A942-99DDF359BAB4}" presName="parentText" presStyleLbl="node1" presStyleIdx="0" presStyleCnt="3" custLinFactY="-44119" custLinFactNeighborX="200" custLinFactNeighborY="-100000">
        <dgm:presLayoutVars>
          <dgm:chMax val="0"/>
          <dgm:bulletEnabled val="1"/>
        </dgm:presLayoutVars>
      </dgm:prSet>
      <dgm:spPr/>
    </dgm:pt>
    <dgm:pt modelId="{7B7418E0-1395-46C2-B03E-8D9901B87F16}" type="pres">
      <dgm:prSet presAssocID="{6DE86B33-8F1C-4755-9A7E-6C8171F13DE5}" presName="spacer" presStyleCnt="0"/>
      <dgm:spPr/>
    </dgm:pt>
    <dgm:pt modelId="{74E8E032-945E-4977-AA5A-FA0A3EBD1676}" type="pres">
      <dgm:prSet presAssocID="{4163893D-510B-4C0F-8681-6BB940574F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09C34DF-3247-43A8-8B50-25BD626459C4}" type="pres">
      <dgm:prSet presAssocID="{10376BB0-6500-41BE-9017-586839D45EB2}" presName="spacer" presStyleCnt="0"/>
      <dgm:spPr/>
    </dgm:pt>
    <dgm:pt modelId="{5EFF6225-18B4-4546-A5E8-88FB72CE6506}" type="pres">
      <dgm:prSet presAssocID="{3EB58E48-6E5B-42CA-8118-30B069C11B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A48E75E-5A2C-4D53-B2A9-4086FB3EE1A6}" srcId="{753E6CE2-C0BD-430F-8CB0-8887FA50D86C}" destId="{3EB58E48-6E5B-42CA-8118-30B069C11B04}" srcOrd="2" destOrd="0" parTransId="{EC4254DC-8D8E-445B-98A5-64A7E6005E33}" sibTransId="{972D8466-FC34-481E-98C5-6C21A2B589F9}"/>
    <dgm:cxn modelId="{18B44649-C462-4417-B947-6631369A861A}" type="presOf" srcId="{4163893D-510B-4C0F-8681-6BB940574F1D}" destId="{74E8E032-945E-4977-AA5A-FA0A3EBD1676}" srcOrd="0" destOrd="0" presId="urn:microsoft.com/office/officeart/2005/8/layout/vList2"/>
    <dgm:cxn modelId="{45ED7A76-FDD9-4AEE-8522-78C0E6ECD5DE}" type="presOf" srcId="{3EB58E48-6E5B-42CA-8118-30B069C11B04}" destId="{5EFF6225-18B4-4546-A5E8-88FB72CE6506}" srcOrd="0" destOrd="0" presId="urn:microsoft.com/office/officeart/2005/8/layout/vList2"/>
    <dgm:cxn modelId="{C43E4989-687E-41AF-B70C-5C13E6A00680}" type="presOf" srcId="{2BE72F70-72A9-4807-A942-99DDF359BAB4}" destId="{AB08C68A-23E8-4DF7-89B8-ECCF6ED89C46}" srcOrd="0" destOrd="0" presId="urn:microsoft.com/office/officeart/2005/8/layout/vList2"/>
    <dgm:cxn modelId="{67F9BE8B-DF10-4DEB-B170-C73A08FBAE5B}" type="presOf" srcId="{753E6CE2-C0BD-430F-8CB0-8887FA50D86C}" destId="{E6F30F8F-A361-4EA1-AB46-DA30AF167EF1}" srcOrd="0" destOrd="0" presId="urn:microsoft.com/office/officeart/2005/8/layout/vList2"/>
    <dgm:cxn modelId="{CA450FE4-92F5-49C8-BDC7-CE0E5A469966}" srcId="{753E6CE2-C0BD-430F-8CB0-8887FA50D86C}" destId="{2BE72F70-72A9-4807-A942-99DDF359BAB4}" srcOrd="0" destOrd="0" parTransId="{DEDC690B-32EF-4DED-B65D-88E7650C5F4E}" sibTransId="{6DE86B33-8F1C-4755-9A7E-6C8171F13DE5}"/>
    <dgm:cxn modelId="{78703AF5-B4B2-4D90-AB90-5574AAAB0325}" srcId="{753E6CE2-C0BD-430F-8CB0-8887FA50D86C}" destId="{4163893D-510B-4C0F-8681-6BB940574F1D}" srcOrd="1" destOrd="0" parTransId="{58D8F3EB-A37A-4D10-AD7D-3CF843BD3DED}" sibTransId="{10376BB0-6500-41BE-9017-586839D45EB2}"/>
    <dgm:cxn modelId="{3257EE57-FA58-4A6C-82B3-ECA4339E92E3}" type="presParOf" srcId="{E6F30F8F-A361-4EA1-AB46-DA30AF167EF1}" destId="{AB08C68A-23E8-4DF7-89B8-ECCF6ED89C46}" srcOrd="0" destOrd="0" presId="urn:microsoft.com/office/officeart/2005/8/layout/vList2"/>
    <dgm:cxn modelId="{55B82D51-5627-4E90-9918-C77BDA27E460}" type="presParOf" srcId="{E6F30F8F-A361-4EA1-AB46-DA30AF167EF1}" destId="{7B7418E0-1395-46C2-B03E-8D9901B87F16}" srcOrd="1" destOrd="0" presId="urn:microsoft.com/office/officeart/2005/8/layout/vList2"/>
    <dgm:cxn modelId="{773A63AE-B91F-4812-9C63-CD77D5363535}" type="presParOf" srcId="{E6F30F8F-A361-4EA1-AB46-DA30AF167EF1}" destId="{74E8E032-945E-4977-AA5A-FA0A3EBD1676}" srcOrd="2" destOrd="0" presId="urn:microsoft.com/office/officeart/2005/8/layout/vList2"/>
    <dgm:cxn modelId="{7FEDC6BD-4962-4774-B8DD-CA5F62ADBE71}" type="presParOf" srcId="{E6F30F8F-A361-4EA1-AB46-DA30AF167EF1}" destId="{309C34DF-3247-43A8-8B50-25BD626459C4}" srcOrd="3" destOrd="0" presId="urn:microsoft.com/office/officeart/2005/8/layout/vList2"/>
    <dgm:cxn modelId="{827CDB37-C93E-4FE7-994E-27BDF810C6C0}" type="presParOf" srcId="{E6F30F8F-A361-4EA1-AB46-DA30AF167EF1}" destId="{5EFF6225-18B4-4546-A5E8-88FB72CE650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B5F200-2E67-484A-8EBA-BCA8C7125C35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8324A9E-7CE4-40D6-8995-38ED728547F5}">
      <dgm:prSet/>
      <dgm:spPr/>
      <dgm:t>
        <a:bodyPr/>
        <a:lstStyle/>
        <a:p>
          <a:r>
            <a:rPr lang="en-US"/>
            <a:t>Approach</a:t>
          </a:r>
        </a:p>
      </dgm:t>
    </dgm:pt>
    <dgm:pt modelId="{BB854B95-4567-480C-AED6-8E78E8216F6D}" type="parTrans" cxnId="{BC641239-6367-4CD6-8A09-8A177D5397DB}">
      <dgm:prSet/>
      <dgm:spPr/>
      <dgm:t>
        <a:bodyPr/>
        <a:lstStyle/>
        <a:p>
          <a:endParaRPr lang="en-US"/>
        </a:p>
      </dgm:t>
    </dgm:pt>
    <dgm:pt modelId="{DC122C1E-FA96-4FF3-873F-1B62C522118D}" type="sibTrans" cxnId="{BC641239-6367-4CD6-8A09-8A177D5397DB}">
      <dgm:prSet/>
      <dgm:spPr/>
      <dgm:t>
        <a:bodyPr/>
        <a:lstStyle/>
        <a:p>
          <a:endParaRPr lang="en-US"/>
        </a:p>
      </dgm:t>
    </dgm:pt>
    <dgm:pt modelId="{A4E86297-762E-4F9A-88AA-B22D036AD271}">
      <dgm:prSet/>
      <dgm:spPr/>
      <dgm:t>
        <a:bodyPr/>
        <a:lstStyle/>
        <a:p>
          <a:r>
            <a:rPr lang="en-US" dirty="0"/>
            <a:t>Pre-capture</a:t>
          </a:r>
        </a:p>
      </dgm:t>
    </dgm:pt>
    <dgm:pt modelId="{F491E64E-B711-4C2C-A95E-25BB2DA6DFD7}" type="parTrans" cxnId="{1269DD2A-ECCD-4EA8-8DD9-BC17A4063361}">
      <dgm:prSet/>
      <dgm:spPr/>
      <dgm:t>
        <a:bodyPr/>
        <a:lstStyle/>
        <a:p>
          <a:endParaRPr lang="en-US"/>
        </a:p>
      </dgm:t>
    </dgm:pt>
    <dgm:pt modelId="{53DEDD9D-04BE-4871-9E88-3B1F98DE1F44}" type="sibTrans" cxnId="{1269DD2A-ECCD-4EA8-8DD9-BC17A4063361}">
      <dgm:prSet/>
      <dgm:spPr/>
      <dgm:t>
        <a:bodyPr/>
        <a:lstStyle/>
        <a:p>
          <a:endParaRPr lang="en-US"/>
        </a:p>
      </dgm:t>
    </dgm:pt>
    <dgm:pt modelId="{29CB3ACF-1D87-4479-BF6F-CB687A729170}">
      <dgm:prSet/>
      <dgm:spPr/>
      <dgm:t>
        <a:bodyPr/>
        <a:lstStyle/>
        <a:p>
          <a:r>
            <a:rPr lang="en-US"/>
            <a:t>Capture</a:t>
          </a:r>
        </a:p>
      </dgm:t>
    </dgm:pt>
    <dgm:pt modelId="{942A3E80-ED5C-44A9-AD04-F94CE04F8591}" type="parTrans" cxnId="{70E3FD15-1390-47F9-AD71-67FE35D680B1}">
      <dgm:prSet/>
      <dgm:spPr/>
      <dgm:t>
        <a:bodyPr/>
        <a:lstStyle/>
        <a:p>
          <a:endParaRPr lang="en-US"/>
        </a:p>
      </dgm:t>
    </dgm:pt>
    <dgm:pt modelId="{A8795C72-EEF7-472E-BC53-AB3AAF2D4F3A}" type="sibTrans" cxnId="{70E3FD15-1390-47F9-AD71-67FE35D680B1}">
      <dgm:prSet/>
      <dgm:spPr/>
      <dgm:t>
        <a:bodyPr/>
        <a:lstStyle/>
        <a:p>
          <a:endParaRPr lang="en-US"/>
        </a:p>
      </dgm:t>
    </dgm:pt>
    <dgm:pt modelId="{37444F4A-E705-4511-887E-2CCDE2F7A2BF}">
      <dgm:prSet/>
      <dgm:spPr/>
      <dgm:t>
        <a:bodyPr/>
        <a:lstStyle/>
        <a:p>
          <a:r>
            <a:rPr lang="en-US" dirty="0"/>
            <a:t>Post-capture</a:t>
          </a:r>
        </a:p>
      </dgm:t>
    </dgm:pt>
    <dgm:pt modelId="{9F0CE119-8619-46CC-853F-76436FBCE935}" type="parTrans" cxnId="{4688EA8D-ED3A-4802-B070-945B9E4CC80F}">
      <dgm:prSet/>
      <dgm:spPr/>
      <dgm:t>
        <a:bodyPr/>
        <a:lstStyle/>
        <a:p>
          <a:endParaRPr lang="en-US"/>
        </a:p>
      </dgm:t>
    </dgm:pt>
    <dgm:pt modelId="{B3A56027-F1BC-48FF-8C98-49C87F5CDBAD}" type="sibTrans" cxnId="{4688EA8D-ED3A-4802-B070-945B9E4CC80F}">
      <dgm:prSet/>
      <dgm:spPr/>
      <dgm:t>
        <a:bodyPr/>
        <a:lstStyle/>
        <a:p>
          <a:endParaRPr lang="en-US"/>
        </a:p>
      </dgm:t>
    </dgm:pt>
    <dgm:pt modelId="{060EFDFD-23D7-4946-AAF1-6A17BFC407F5}" type="pres">
      <dgm:prSet presAssocID="{34B5F200-2E67-484A-8EBA-BCA8C7125C35}" presName="Name0" presStyleCnt="0">
        <dgm:presLayoutVars>
          <dgm:dir/>
          <dgm:resizeHandles val="exact"/>
        </dgm:presLayoutVars>
      </dgm:prSet>
      <dgm:spPr/>
    </dgm:pt>
    <dgm:pt modelId="{64FF693D-0BC7-4BFE-B68C-8D9C05E612EA}" type="pres">
      <dgm:prSet presAssocID="{98324A9E-7CE4-40D6-8995-38ED728547F5}" presName="node" presStyleLbl="node1" presStyleIdx="0" presStyleCnt="4">
        <dgm:presLayoutVars>
          <dgm:bulletEnabled val="1"/>
        </dgm:presLayoutVars>
      </dgm:prSet>
      <dgm:spPr/>
    </dgm:pt>
    <dgm:pt modelId="{0F65B328-F428-4B67-9386-F3B2E8D6E0EC}" type="pres">
      <dgm:prSet presAssocID="{DC122C1E-FA96-4FF3-873F-1B62C522118D}" presName="sibTrans" presStyleLbl="sibTrans2D1" presStyleIdx="0" presStyleCnt="3"/>
      <dgm:spPr/>
    </dgm:pt>
    <dgm:pt modelId="{DCED813C-1846-4677-8C61-7F8FF2B9D7D2}" type="pres">
      <dgm:prSet presAssocID="{DC122C1E-FA96-4FF3-873F-1B62C522118D}" presName="connectorText" presStyleLbl="sibTrans2D1" presStyleIdx="0" presStyleCnt="3"/>
      <dgm:spPr/>
    </dgm:pt>
    <dgm:pt modelId="{841953BD-CB7B-4821-B3D2-64A4A11D600C}" type="pres">
      <dgm:prSet presAssocID="{A4E86297-762E-4F9A-88AA-B22D036AD271}" presName="node" presStyleLbl="node1" presStyleIdx="1" presStyleCnt="4">
        <dgm:presLayoutVars>
          <dgm:bulletEnabled val="1"/>
        </dgm:presLayoutVars>
      </dgm:prSet>
      <dgm:spPr/>
    </dgm:pt>
    <dgm:pt modelId="{6A94F47A-BC2D-405E-B5F1-DDFFE7057F6A}" type="pres">
      <dgm:prSet presAssocID="{53DEDD9D-04BE-4871-9E88-3B1F98DE1F44}" presName="sibTrans" presStyleLbl="sibTrans2D1" presStyleIdx="1" presStyleCnt="3"/>
      <dgm:spPr/>
    </dgm:pt>
    <dgm:pt modelId="{0D9171B6-1140-43B7-9CBF-5D60C1AA1CC5}" type="pres">
      <dgm:prSet presAssocID="{53DEDD9D-04BE-4871-9E88-3B1F98DE1F44}" presName="connectorText" presStyleLbl="sibTrans2D1" presStyleIdx="1" presStyleCnt="3"/>
      <dgm:spPr/>
    </dgm:pt>
    <dgm:pt modelId="{6158D130-AEA1-4965-B6E6-F2E2E7B40A9B}" type="pres">
      <dgm:prSet presAssocID="{29CB3ACF-1D87-4479-BF6F-CB687A729170}" presName="node" presStyleLbl="node1" presStyleIdx="2" presStyleCnt="4">
        <dgm:presLayoutVars>
          <dgm:bulletEnabled val="1"/>
        </dgm:presLayoutVars>
      </dgm:prSet>
      <dgm:spPr/>
    </dgm:pt>
    <dgm:pt modelId="{6ED19392-C203-4104-84B3-620CD3845F65}" type="pres">
      <dgm:prSet presAssocID="{A8795C72-EEF7-472E-BC53-AB3AAF2D4F3A}" presName="sibTrans" presStyleLbl="sibTrans2D1" presStyleIdx="2" presStyleCnt="3"/>
      <dgm:spPr/>
    </dgm:pt>
    <dgm:pt modelId="{24DA2874-1143-4B06-83C8-56F678482350}" type="pres">
      <dgm:prSet presAssocID="{A8795C72-EEF7-472E-BC53-AB3AAF2D4F3A}" presName="connectorText" presStyleLbl="sibTrans2D1" presStyleIdx="2" presStyleCnt="3"/>
      <dgm:spPr/>
    </dgm:pt>
    <dgm:pt modelId="{F804543D-5197-43B5-8DBD-FB552C98940C}" type="pres">
      <dgm:prSet presAssocID="{37444F4A-E705-4511-887E-2CCDE2F7A2BF}" presName="node" presStyleLbl="node1" presStyleIdx="3" presStyleCnt="4">
        <dgm:presLayoutVars>
          <dgm:bulletEnabled val="1"/>
        </dgm:presLayoutVars>
      </dgm:prSet>
      <dgm:spPr/>
    </dgm:pt>
  </dgm:ptLst>
  <dgm:cxnLst>
    <dgm:cxn modelId="{70E3FD15-1390-47F9-AD71-67FE35D680B1}" srcId="{34B5F200-2E67-484A-8EBA-BCA8C7125C35}" destId="{29CB3ACF-1D87-4479-BF6F-CB687A729170}" srcOrd="2" destOrd="0" parTransId="{942A3E80-ED5C-44A9-AD04-F94CE04F8591}" sibTransId="{A8795C72-EEF7-472E-BC53-AB3AAF2D4F3A}"/>
    <dgm:cxn modelId="{1269DD2A-ECCD-4EA8-8DD9-BC17A4063361}" srcId="{34B5F200-2E67-484A-8EBA-BCA8C7125C35}" destId="{A4E86297-762E-4F9A-88AA-B22D036AD271}" srcOrd="1" destOrd="0" parTransId="{F491E64E-B711-4C2C-A95E-25BB2DA6DFD7}" sibTransId="{53DEDD9D-04BE-4871-9E88-3B1F98DE1F44}"/>
    <dgm:cxn modelId="{A42A9238-13A3-4284-9E26-23EC1E9233D0}" type="presOf" srcId="{A8795C72-EEF7-472E-BC53-AB3AAF2D4F3A}" destId="{6ED19392-C203-4104-84B3-620CD3845F65}" srcOrd="0" destOrd="0" presId="urn:microsoft.com/office/officeart/2005/8/layout/process1"/>
    <dgm:cxn modelId="{BC641239-6367-4CD6-8A09-8A177D5397DB}" srcId="{34B5F200-2E67-484A-8EBA-BCA8C7125C35}" destId="{98324A9E-7CE4-40D6-8995-38ED728547F5}" srcOrd="0" destOrd="0" parTransId="{BB854B95-4567-480C-AED6-8E78E8216F6D}" sibTransId="{DC122C1E-FA96-4FF3-873F-1B62C522118D}"/>
    <dgm:cxn modelId="{FA58333C-B50A-4884-89DA-61E0810C8F48}" type="presOf" srcId="{A4E86297-762E-4F9A-88AA-B22D036AD271}" destId="{841953BD-CB7B-4821-B3D2-64A4A11D600C}" srcOrd="0" destOrd="0" presId="urn:microsoft.com/office/officeart/2005/8/layout/process1"/>
    <dgm:cxn modelId="{CD00F85F-689A-47EC-92ED-0420D5709477}" type="presOf" srcId="{53DEDD9D-04BE-4871-9E88-3B1F98DE1F44}" destId="{6A94F47A-BC2D-405E-B5F1-DDFFE7057F6A}" srcOrd="0" destOrd="0" presId="urn:microsoft.com/office/officeart/2005/8/layout/process1"/>
    <dgm:cxn modelId="{2E392341-D588-4A15-A277-4804AC1E68B5}" type="presOf" srcId="{53DEDD9D-04BE-4871-9E88-3B1F98DE1F44}" destId="{0D9171B6-1140-43B7-9CBF-5D60C1AA1CC5}" srcOrd="1" destOrd="0" presId="urn:microsoft.com/office/officeart/2005/8/layout/process1"/>
    <dgm:cxn modelId="{20F20B6C-845C-42E4-9871-6D39B5C90879}" type="presOf" srcId="{34B5F200-2E67-484A-8EBA-BCA8C7125C35}" destId="{060EFDFD-23D7-4946-AAF1-6A17BFC407F5}" srcOrd="0" destOrd="0" presId="urn:microsoft.com/office/officeart/2005/8/layout/process1"/>
    <dgm:cxn modelId="{350E446E-DB18-4916-9AEB-4889EE04CC88}" type="presOf" srcId="{98324A9E-7CE4-40D6-8995-38ED728547F5}" destId="{64FF693D-0BC7-4BFE-B68C-8D9C05E612EA}" srcOrd="0" destOrd="0" presId="urn:microsoft.com/office/officeart/2005/8/layout/process1"/>
    <dgm:cxn modelId="{4688EA8D-ED3A-4802-B070-945B9E4CC80F}" srcId="{34B5F200-2E67-484A-8EBA-BCA8C7125C35}" destId="{37444F4A-E705-4511-887E-2CCDE2F7A2BF}" srcOrd="3" destOrd="0" parTransId="{9F0CE119-8619-46CC-853F-76436FBCE935}" sibTransId="{B3A56027-F1BC-48FF-8C98-49C87F5CDBAD}"/>
    <dgm:cxn modelId="{380A628F-27A3-469E-A9BA-D22BF60DB018}" type="presOf" srcId="{A8795C72-EEF7-472E-BC53-AB3AAF2D4F3A}" destId="{24DA2874-1143-4B06-83C8-56F678482350}" srcOrd="1" destOrd="0" presId="urn:microsoft.com/office/officeart/2005/8/layout/process1"/>
    <dgm:cxn modelId="{29847BBC-2FBB-48EC-B433-C0B9A7579B29}" type="presOf" srcId="{29CB3ACF-1D87-4479-BF6F-CB687A729170}" destId="{6158D130-AEA1-4965-B6E6-F2E2E7B40A9B}" srcOrd="0" destOrd="0" presId="urn:microsoft.com/office/officeart/2005/8/layout/process1"/>
    <dgm:cxn modelId="{CF89E4C6-C201-484D-9C5A-ACE23B35323C}" type="presOf" srcId="{37444F4A-E705-4511-887E-2CCDE2F7A2BF}" destId="{F804543D-5197-43B5-8DBD-FB552C98940C}" srcOrd="0" destOrd="0" presId="urn:microsoft.com/office/officeart/2005/8/layout/process1"/>
    <dgm:cxn modelId="{F5EF33F8-7B19-4ED2-A514-F6B59C475D23}" type="presOf" srcId="{DC122C1E-FA96-4FF3-873F-1B62C522118D}" destId="{0F65B328-F428-4B67-9386-F3B2E8D6E0EC}" srcOrd="0" destOrd="0" presId="urn:microsoft.com/office/officeart/2005/8/layout/process1"/>
    <dgm:cxn modelId="{79D241FE-0DBE-475E-8A8F-FAA65F85957C}" type="presOf" srcId="{DC122C1E-FA96-4FF3-873F-1B62C522118D}" destId="{DCED813C-1846-4677-8C61-7F8FF2B9D7D2}" srcOrd="1" destOrd="0" presId="urn:microsoft.com/office/officeart/2005/8/layout/process1"/>
    <dgm:cxn modelId="{5873174E-9931-40B5-9B5C-1BBFB55A7D26}" type="presParOf" srcId="{060EFDFD-23D7-4946-AAF1-6A17BFC407F5}" destId="{64FF693D-0BC7-4BFE-B68C-8D9C05E612EA}" srcOrd="0" destOrd="0" presId="urn:microsoft.com/office/officeart/2005/8/layout/process1"/>
    <dgm:cxn modelId="{A9595C51-D5A0-4DE5-9943-D0FB7A93EFBB}" type="presParOf" srcId="{060EFDFD-23D7-4946-AAF1-6A17BFC407F5}" destId="{0F65B328-F428-4B67-9386-F3B2E8D6E0EC}" srcOrd="1" destOrd="0" presId="urn:microsoft.com/office/officeart/2005/8/layout/process1"/>
    <dgm:cxn modelId="{2BC3C33F-B039-4B42-9C3E-60A01B2C0463}" type="presParOf" srcId="{0F65B328-F428-4B67-9386-F3B2E8D6E0EC}" destId="{DCED813C-1846-4677-8C61-7F8FF2B9D7D2}" srcOrd="0" destOrd="0" presId="urn:microsoft.com/office/officeart/2005/8/layout/process1"/>
    <dgm:cxn modelId="{A47C9BF8-DB72-4F47-B374-9BCFA80A8E61}" type="presParOf" srcId="{060EFDFD-23D7-4946-AAF1-6A17BFC407F5}" destId="{841953BD-CB7B-4821-B3D2-64A4A11D600C}" srcOrd="2" destOrd="0" presId="urn:microsoft.com/office/officeart/2005/8/layout/process1"/>
    <dgm:cxn modelId="{D68092FA-A8B7-4AA7-A210-CB8414012176}" type="presParOf" srcId="{060EFDFD-23D7-4946-AAF1-6A17BFC407F5}" destId="{6A94F47A-BC2D-405E-B5F1-DDFFE7057F6A}" srcOrd="3" destOrd="0" presId="urn:microsoft.com/office/officeart/2005/8/layout/process1"/>
    <dgm:cxn modelId="{43142517-7413-4E13-AF81-DAE71B3EA0FB}" type="presParOf" srcId="{6A94F47A-BC2D-405E-B5F1-DDFFE7057F6A}" destId="{0D9171B6-1140-43B7-9CBF-5D60C1AA1CC5}" srcOrd="0" destOrd="0" presId="urn:microsoft.com/office/officeart/2005/8/layout/process1"/>
    <dgm:cxn modelId="{3EAF6F35-03B0-4688-AF4F-D84E093D5B2F}" type="presParOf" srcId="{060EFDFD-23D7-4946-AAF1-6A17BFC407F5}" destId="{6158D130-AEA1-4965-B6E6-F2E2E7B40A9B}" srcOrd="4" destOrd="0" presId="urn:microsoft.com/office/officeart/2005/8/layout/process1"/>
    <dgm:cxn modelId="{089D054E-7CB3-4A71-BC40-C4A4228B2E11}" type="presParOf" srcId="{060EFDFD-23D7-4946-AAF1-6A17BFC407F5}" destId="{6ED19392-C203-4104-84B3-620CD3845F65}" srcOrd="5" destOrd="0" presId="urn:microsoft.com/office/officeart/2005/8/layout/process1"/>
    <dgm:cxn modelId="{270D0304-D292-4348-803E-60EBF669C7CA}" type="presParOf" srcId="{6ED19392-C203-4104-84B3-620CD3845F65}" destId="{24DA2874-1143-4B06-83C8-56F678482350}" srcOrd="0" destOrd="0" presId="urn:microsoft.com/office/officeart/2005/8/layout/process1"/>
    <dgm:cxn modelId="{5A27DE87-B883-4F8E-B366-EAE30ED7C50E}" type="presParOf" srcId="{060EFDFD-23D7-4946-AAF1-6A17BFC407F5}" destId="{F804543D-5197-43B5-8DBD-FB552C98940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D834B0-2601-419B-9B0E-43077AFDCA5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BEFDB6-DC11-4E0F-B1F9-2EFEF67476D1}">
      <dgm:prSet/>
      <dgm:spPr/>
      <dgm:t>
        <a:bodyPr/>
        <a:lstStyle/>
        <a:p>
          <a:r>
            <a:rPr lang="ja-JP" altLang="en-US" dirty="0"/>
            <a:t>ま</a:t>
          </a:r>
          <a:r>
            <a:rPr lang="ja-JP" dirty="0"/>
            <a:t>ずは</a:t>
          </a:r>
          <a:r>
            <a:rPr lang="en-US" dirty="0"/>
            <a:t>Simulink</a:t>
          </a:r>
          <a:r>
            <a:rPr lang="ja-JP" dirty="0"/>
            <a:t>と</a:t>
          </a:r>
          <a:r>
            <a:rPr lang="en-US" dirty="0"/>
            <a:t>MATLAB</a:t>
          </a:r>
          <a:r>
            <a:rPr lang="ja-JP" dirty="0"/>
            <a:t>で</a:t>
          </a:r>
          <a:r>
            <a:rPr lang="en-US" dirty="0"/>
            <a:t>UAV</a:t>
          </a:r>
          <a:r>
            <a:rPr lang="ja-JP" dirty="0"/>
            <a:t>のダイナミクスモデルを作成しました。</a:t>
          </a:r>
          <a:endParaRPr lang="en-US" dirty="0"/>
        </a:p>
      </dgm:t>
    </dgm:pt>
    <dgm:pt modelId="{4AA5C265-1E59-4ED3-9B14-C804E626CF16}" type="parTrans" cxnId="{317FAE9D-5347-43FD-90A2-CE3A042F9CF4}">
      <dgm:prSet/>
      <dgm:spPr/>
      <dgm:t>
        <a:bodyPr/>
        <a:lstStyle/>
        <a:p>
          <a:endParaRPr lang="en-US"/>
        </a:p>
      </dgm:t>
    </dgm:pt>
    <dgm:pt modelId="{244DCB89-BBE2-4CDC-BB86-183D95D2C8DA}" type="sibTrans" cxnId="{317FAE9D-5347-43FD-90A2-CE3A042F9CF4}">
      <dgm:prSet/>
      <dgm:spPr/>
      <dgm:t>
        <a:bodyPr/>
        <a:lstStyle/>
        <a:p>
          <a:endParaRPr lang="en-US"/>
        </a:p>
      </dgm:t>
    </dgm:pt>
    <dgm:pt modelId="{3A8E540C-8BB0-4E5A-B3F7-E59501769964}">
      <dgm:prSet/>
      <dgm:spPr/>
      <dgm:t>
        <a:bodyPr/>
        <a:lstStyle/>
        <a:p>
          <a:r>
            <a:rPr lang="en-US"/>
            <a:t>Pixhawk </a:t>
          </a:r>
          <a:r>
            <a:rPr lang="ja-JP"/>
            <a:t>の くみこみ  ソフトウェア を つかって</a:t>
          </a:r>
          <a:endParaRPr lang="en-US"/>
        </a:p>
      </dgm:t>
    </dgm:pt>
    <dgm:pt modelId="{D4B08F2B-3E37-4551-8F15-F220E2BD8A76}" type="parTrans" cxnId="{97A7A4F1-7E8F-4E74-9984-72FF1776DCFF}">
      <dgm:prSet/>
      <dgm:spPr/>
      <dgm:t>
        <a:bodyPr/>
        <a:lstStyle/>
        <a:p>
          <a:endParaRPr lang="en-US"/>
        </a:p>
      </dgm:t>
    </dgm:pt>
    <dgm:pt modelId="{E6937ED9-41DE-4AAB-A5C2-21E972A77B1D}" type="sibTrans" cxnId="{97A7A4F1-7E8F-4E74-9984-72FF1776DCFF}">
      <dgm:prSet/>
      <dgm:spPr/>
      <dgm:t>
        <a:bodyPr/>
        <a:lstStyle/>
        <a:p>
          <a:endParaRPr lang="en-US"/>
        </a:p>
      </dgm:t>
    </dgm:pt>
    <dgm:pt modelId="{8DB5BC92-4ABB-4D88-B04E-E7E149E6DD8C}">
      <dgm:prSet/>
      <dgm:spPr/>
      <dgm:t>
        <a:bodyPr/>
        <a:lstStyle/>
        <a:p>
          <a:r>
            <a:rPr lang="en-US"/>
            <a:t>QGroundControl </a:t>
          </a:r>
          <a:r>
            <a:rPr lang="ja-JP"/>
            <a:t>が それと バーチャルシミュレーターの</a:t>
          </a:r>
          <a:r>
            <a:rPr lang="en-US"/>
            <a:t>X-Plane</a:t>
          </a:r>
          <a:r>
            <a:rPr lang="ja-JP"/>
            <a:t>の  間の 中継として</a:t>
          </a:r>
          <a:r>
            <a:rPr lang="en-US"/>
            <a:t>(relay)  Data</a:t>
          </a:r>
          <a:r>
            <a:rPr lang="ja-JP"/>
            <a:t> を送る・受け取る をおこないました</a:t>
          </a:r>
          <a:endParaRPr lang="en-US"/>
        </a:p>
      </dgm:t>
    </dgm:pt>
    <dgm:pt modelId="{57077ED6-1906-43D6-9A10-B3F286880997}" type="parTrans" cxnId="{3C9B2468-4AB9-4252-89CB-67CA94943A70}">
      <dgm:prSet/>
      <dgm:spPr/>
      <dgm:t>
        <a:bodyPr/>
        <a:lstStyle/>
        <a:p>
          <a:endParaRPr lang="en-US"/>
        </a:p>
      </dgm:t>
    </dgm:pt>
    <dgm:pt modelId="{5CDBC1D9-404C-436B-85BF-532EB23B6062}" type="sibTrans" cxnId="{3C9B2468-4AB9-4252-89CB-67CA94943A70}">
      <dgm:prSet/>
      <dgm:spPr/>
      <dgm:t>
        <a:bodyPr/>
        <a:lstStyle/>
        <a:p>
          <a:endParaRPr lang="en-US"/>
        </a:p>
      </dgm:t>
    </dgm:pt>
    <dgm:pt modelId="{DA5A7769-B4A8-4F83-B0A0-72297DE7A608}">
      <dgm:prSet/>
      <dgm:spPr/>
      <dgm:t>
        <a:bodyPr/>
        <a:lstStyle/>
        <a:p>
          <a:r>
            <a:rPr lang="en-US"/>
            <a:t>Plane Maker </a:t>
          </a:r>
          <a:r>
            <a:rPr lang="ja-JP"/>
            <a:t>の </a:t>
          </a:r>
          <a:r>
            <a:rPr lang="en-US"/>
            <a:t>X-Plane </a:t>
          </a:r>
          <a:r>
            <a:rPr lang="ja-JP"/>
            <a:t>の中で カスタム</a:t>
          </a:r>
          <a:r>
            <a:rPr lang="en-US"/>
            <a:t>  </a:t>
          </a:r>
          <a:r>
            <a:rPr lang="ja-JP"/>
            <a:t>飛行機を作って </a:t>
          </a:r>
          <a:r>
            <a:rPr lang="en-US"/>
            <a:t>(VTOL Design)</a:t>
          </a:r>
        </a:p>
      </dgm:t>
    </dgm:pt>
    <dgm:pt modelId="{2D620389-7C5A-4DC8-AC85-DC31721A9FC6}" type="parTrans" cxnId="{EDFF0782-3DFC-4755-92EE-0DD93A59CD07}">
      <dgm:prSet/>
      <dgm:spPr/>
      <dgm:t>
        <a:bodyPr/>
        <a:lstStyle/>
        <a:p>
          <a:endParaRPr lang="en-US"/>
        </a:p>
      </dgm:t>
    </dgm:pt>
    <dgm:pt modelId="{FF0BEF37-E3C6-44DB-AF65-3113CAEB3C23}" type="sibTrans" cxnId="{EDFF0782-3DFC-4755-92EE-0DD93A59CD07}">
      <dgm:prSet/>
      <dgm:spPr/>
      <dgm:t>
        <a:bodyPr/>
        <a:lstStyle/>
        <a:p>
          <a:endParaRPr lang="en-US"/>
        </a:p>
      </dgm:t>
    </dgm:pt>
    <dgm:pt modelId="{96C4FFE6-0CC0-4825-B01C-79CDA5F77A36}">
      <dgm:prSet/>
      <dgm:spPr/>
      <dgm:t>
        <a:bodyPr/>
        <a:lstStyle/>
        <a:p>
          <a:r>
            <a:rPr lang="ja-JP" b="1"/>
            <a:t>フライトテストをして</a:t>
          </a:r>
          <a:r>
            <a:rPr lang="en-US" b="1"/>
            <a:t>, </a:t>
          </a:r>
          <a:r>
            <a:rPr lang="ja-JP" b="1"/>
            <a:t>りりく</a:t>
          </a:r>
          <a:r>
            <a:rPr lang="en-US" b="1"/>
            <a:t>,</a:t>
          </a:r>
          <a:r>
            <a:rPr lang="ja-JP" b="1"/>
            <a:t> ちゃくりく</a:t>
          </a:r>
          <a:r>
            <a:rPr lang="en-US" b="1"/>
            <a:t>, </a:t>
          </a:r>
          <a:r>
            <a:rPr lang="ja-JP" b="1"/>
            <a:t>じゅんこうちゅう  </a:t>
          </a:r>
          <a:r>
            <a:rPr lang="en-US" b="1"/>
            <a:t>(take off, landing, cruise) </a:t>
          </a:r>
          <a:r>
            <a:rPr lang="ja-JP" b="1"/>
            <a:t>ひこう あんていせい を チェックしました</a:t>
          </a:r>
          <a:endParaRPr lang="en-US"/>
        </a:p>
      </dgm:t>
    </dgm:pt>
    <dgm:pt modelId="{4379BF4F-8DC2-453A-A40D-6BE658EA0EF9}" type="parTrans" cxnId="{A692A672-9319-42C0-9D4A-9B36BB0EC0DA}">
      <dgm:prSet/>
      <dgm:spPr/>
      <dgm:t>
        <a:bodyPr/>
        <a:lstStyle/>
        <a:p>
          <a:endParaRPr lang="en-US"/>
        </a:p>
      </dgm:t>
    </dgm:pt>
    <dgm:pt modelId="{9307D55E-D366-4705-B7A2-CB65AB14E158}" type="sibTrans" cxnId="{A692A672-9319-42C0-9D4A-9B36BB0EC0DA}">
      <dgm:prSet/>
      <dgm:spPr/>
      <dgm:t>
        <a:bodyPr/>
        <a:lstStyle/>
        <a:p>
          <a:endParaRPr lang="en-US"/>
        </a:p>
      </dgm:t>
    </dgm:pt>
    <dgm:pt modelId="{C2A6E181-6BC9-4F2F-B3F8-D92CEFF4AAF3}">
      <dgm:prSet/>
      <dgm:spPr/>
      <dgm:t>
        <a:bodyPr/>
        <a:lstStyle/>
        <a:p>
          <a:r>
            <a:rPr lang="ja-JP" b="1"/>
            <a:t>それから、</a:t>
          </a:r>
          <a:r>
            <a:rPr lang="en-US" b="1"/>
            <a:t>Simulink</a:t>
          </a:r>
          <a:r>
            <a:rPr lang="ja-JP" b="1"/>
            <a:t>で</a:t>
          </a:r>
          <a:r>
            <a:rPr lang="en-US" b="1"/>
            <a:t>SIL </a:t>
          </a:r>
          <a:r>
            <a:rPr lang="ja-JP" b="1"/>
            <a:t>コント 制御システムじっそうしました</a:t>
          </a:r>
          <a:endParaRPr lang="en-US"/>
        </a:p>
      </dgm:t>
    </dgm:pt>
    <dgm:pt modelId="{258095E7-D37B-4527-B122-FDD0AEC0E914}" type="parTrans" cxnId="{4488B2CB-BD94-4C52-99E7-DBD274636F4E}">
      <dgm:prSet/>
      <dgm:spPr/>
      <dgm:t>
        <a:bodyPr/>
        <a:lstStyle/>
        <a:p>
          <a:endParaRPr lang="en-US"/>
        </a:p>
      </dgm:t>
    </dgm:pt>
    <dgm:pt modelId="{B104137D-0CF5-42C1-888E-05EF354F285F}" type="sibTrans" cxnId="{4488B2CB-BD94-4C52-99E7-DBD274636F4E}">
      <dgm:prSet/>
      <dgm:spPr/>
      <dgm:t>
        <a:bodyPr/>
        <a:lstStyle/>
        <a:p>
          <a:endParaRPr lang="en-US"/>
        </a:p>
      </dgm:t>
    </dgm:pt>
    <dgm:pt modelId="{FBDE7465-A856-4CD9-B551-E8042FC335C1}" type="pres">
      <dgm:prSet presAssocID="{CED834B0-2601-419B-9B0E-43077AFDCA5C}" presName="CompostProcess" presStyleCnt="0">
        <dgm:presLayoutVars>
          <dgm:dir/>
          <dgm:resizeHandles val="exact"/>
        </dgm:presLayoutVars>
      </dgm:prSet>
      <dgm:spPr/>
    </dgm:pt>
    <dgm:pt modelId="{4C919747-2327-4A57-B8FE-9EFB281438FB}" type="pres">
      <dgm:prSet presAssocID="{CED834B0-2601-419B-9B0E-43077AFDCA5C}" presName="arrow" presStyleLbl="bgShp" presStyleIdx="0" presStyleCnt="1"/>
      <dgm:spPr/>
    </dgm:pt>
    <dgm:pt modelId="{A428CCF7-E664-42E6-89E0-ACFE81F95EC1}" type="pres">
      <dgm:prSet presAssocID="{CED834B0-2601-419B-9B0E-43077AFDCA5C}" presName="linearProcess" presStyleCnt="0"/>
      <dgm:spPr/>
    </dgm:pt>
    <dgm:pt modelId="{65206AB4-95C0-47D8-BB28-9A05A430AE06}" type="pres">
      <dgm:prSet presAssocID="{09BEFDB6-DC11-4E0F-B1F9-2EFEF67476D1}" presName="textNode" presStyleLbl="node1" presStyleIdx="0" presStyleCnt="6">
        <dgm:presLayoutVars>
          <dgm:bulletEnabled val="1"/>
        </dgm:presLayoutVars>
      </dgm:prSet>
      <dgm:spPr/>
    </dgm:pt>
    <dgm:pt modelId="{BD801699-7D23-4E12-90DC-873B873F7514}" type="pres">
      <dgm:prSet presAssocID="{244DCB89-BBE2-4CDC-BB86-183D95D2C8DA}" presName="sibTrans" presStyleCnt="0"/>
      <dgm:spPr/>
    </dgm:pt>
    <dgm:pt modelId="{E56BE7C2-079C-4091-BDA7-FCACEBC54B51}" type="pres">
      <dgm:prSet presAssocID="{3A8E540C-8BB0-4E5A-B3F7-E59501769964}" presName="textNode" presStyleLbl="node1" presStyleIdx="1" presStyleCnt="6">
        <dgm:presLayoutVars>
          <dgm:bulletEnabled val="1"/>
        </dgm:presLayoutVars>
      </dgm:prSet>
      <dgm:spPr/>
    </dgm:pt>
    <dgm:pt modelId="{4512EB07-88C4-463B-9872-54B00FC86254}" type="pres">
      <dgm:prSet presAssocID="{E6937ED9-41DE-4AAB-A5C2-21E972A77B1D}" presName="sibTrans" presStyleCnt="0"/>
      <dgm:spPr/>
    </dgm:pt>
    <dgm:pt modelId="{D341D39D-EB2B-417B-A380-E061956B86B8}" type="pres">
      <dgm:prSet presAssocID="{8DB5BC92-4ABB-4D88-B04E-E7E149E6DD8C}" presName="textNode" presStyleLbl="node1" presStyleIdx="2" presStyleCnt="6">
        <dgm:presLayoutVars>
          <dgm:bulletEnabled val="1"/>
        </dgm:presLayoutVars>
      </dgm:prSet>
      <dgm:spPr/>
    </dgm:pt>
    <dgm:pt modelId="{27DDFADA-2714-4A47-B5A2-A0D39FC09851}" type="pres">
      <dgm:prSet presAssocID="{5CDBC1D9-404C-436B-85BF-532EB23B6062}" presName="sibTrans" presStyleCnt="0"/>
      <dgm:spPr/>
    </dgm:pt>
    <dgm:pt modelId="{3642623A-0AFD-41FC-8869-6204EB595B9A}" type="pres">
      <dgm:prSet presAssocID="{DA5A7769-B4A8-4F83-B0A0-72297DE7A608}" presName="textNode" presStyleLbl="node1" presStyleIdx="3" presStyleCnt="6">
        <dgm:presLayoutVars>
          <dgm:bulletEnabled val="1"/>
        </dgm:presLayoutVars>
      </dgm:prSet>
      <dgm:spPr/>
    </dgm:pt>
    <dgm:pt modelId="{B43D2BB3-2274-466E-B265-943A6A56E8A3}" type="pres">
      <dgm:prSet presAssocID="{FF0BEF37-E3C6-44DB-AF65-3113CAEB3C23}" presName="sibTrans" presStyleCnt="0"/>
      <dgm:spPr/>
    </dgm:pt>
    <dgm:pt modelId="{358DFCC4-C409-4D56-8621-BC2FB7B2C27A}" type="pres">
      <dgm:prSet presAssocID="{96C4FFE6-0CC0-4825-B01C-79CDA5F77A36}" presName="textNode" presStyleLbl="node1" presStyleIdx="4" presStyleCnt="6">
        <dgm:presLayoutVars>
          <dgm:bulletEnabled val="1"/>
        </dgm:presLayoutVars>
      </dgm:prSet>
      <dgm:spPr/>
    </dgm:pt>
    <dgm:pt modelId="{64760453-3FC1-484F-8EF6-C17A7911438F}" type="pres">
      <dgm:prSet presAssocID="{9307D55E-D366-4705-B7A2-CB65AB14E158}" presName="sibTrans" presStyleCnt="0"/>
      <dgm:spPr/>
    </dgm:pt>
    <dgm:pt modelId="{56CCBB20-AEFE-495A-86C7-74368CB8EC89}" type="pres">
      <dgm:prSet presAssocID="{C2A6E181-6BC9-4F2F-B3F8-D92CEFF4AAF3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83D24A01-E55A-42BB-B18D-F12F8488B84E}" type="presOf" srcId="{DA5A7769-B4A8-4F83-B0A0-72297DE7A608}" destId="{3642623A-0AFD-41FC-8869-6204EB595B9A}" srcOrd="0" destOrd="0" presId="urn:microsoft.com/office/officeart/2005/8/layout/hProcess9"/>
    <dgm:cxn modelId="{9942BC05-1750-4414-9D3F-3BAF27CA6C0F}" type="presOf" srcId="{96C4FFE6-0CC0-4825-B01C-79CDA5F77A36}" destId="{358DFCC4-C409-4D56-8621-BC2FB7B2C27A}" srcOrd="0" destOrd="0" presId="urn:microsoft.com/office/officeart/2005/8/layout/hProcess9"/>
    <dgm:cxn modelId="{FE6DD722-C01D-48B3-A246-E3F67F8B046C}" type="presOf" srcId="{8DB5BC92-4ABB-4D88-B04E-E7E149E6DD8C}" destId="{D341D39D-EB2B-417B-A380-E061956B86B8}" srcOrd="0" destOrd="0" presId="urn:microsoft.com/office/officeart/2005/8/layout/hProcess9"/>
    <dgm:cxn modelId="{BF6DF734-BCC6-423F-A046-D97589E03496}" type="presOf" srcId="{CED834B0-2601-419B-9B0E-43077AFDCA5C}" destId="{FBDE7465-A856-4CD9-B551-E8042FC335C1}" srcOrd="0" destOrd="0" presId="urn:microsoft.com/office/officeart/2005/8/layout/hProcess9"/>
    <dgm:cxn modelId="{3C9B2468-4AB9-4252-89CB-67CA94943A70}" srcId="{CED834B0-2601-419B-9B0E-43077AFDCA5C}" destId="{8DB5BC92-4ABB-4D88-B04E-E7E149E6DD8C}" srcOrd="2" destOrd="0" parTransId="{57077ED6-1906-43D6-9A10-B3F286880997}" sibTransId="{5CDBC1D9-404C-436B-85BF-532EB23B6062}"/>
    <dgm:cxn modelId="{A692A672-9319-42C0-9D4A-9B36BB0EC0DA}" srcId="{CED834B0-2601-419B-9B0E-43077AFDCA5C}" destId="{96C4FFE6-0CC0-4825-B01C-79CDA5F77A36}" srcOrd="4" destOrd="0" parTransId="{4379BF4F-8DC2-453A-A40D-6BE658EA0EF9}" sibTransId="{9307D55E-D366-4705-B7A2-CB65AB14E158}"/>
    <dgm:cxn modelId="{7AABB653-8999-4A5E-9071-FD37634CBE70}" type="presOf" srcId="{3A8E540C-8BB0-4E5A-B3F7-E59501769964}" destId="{E56BE7C2-079C-4091-BDA7-FCACEBC54B51}" srcOrd="0" destOrd="0" presId="urn:microsoft.com/office/officeart/2005/8/layout/hProcess9"/>
    <dgm:cxn modelId="{EDFF0782-3DFC-4755-92EE-0DD93A59CD07}" srcId="{CED834B0-2601-419B-9B0E-43077AFDCA5C}" destId="{DA5A7769-B4A8-4F83-B0A0-72297DE7A608}" srcOrd="3" destOrd="0" parTransId="{2D620389-7C5A-4DC8-AC85-DC31721A9FC6}" sibTransId="{FF0BEF37-E3C6-44DB-AF65-3113CAEB3C23}"/>
    <dgm:cxn modelId="{F4156989-E328-4F82-9383-3B0477E42EB6}" type="presOf" srcId="{09BEFDB6-DC11-4E0F-B1F9-2EFEF67476D1}" destId="{65206AB4-95C0-47D8-BB28-9A05A430AE06}" srcOrd="0" destOrd="0" presId="urn:microsoft.com/office/officeart/2005/8/layout/hProcess9"/>
    <dgm:cxn modelId="{317FAE9D-5347-43FD-90A2-CE3A042F9CF4}" srcId="{CED834B0-2601-419B-9B0E-43077AFDCA5C}" destId="{09BEFDB6-DC11-4E0F-B1F9-2EFEF67476D1}" srcOrd="0" destOrd="0" parTransId="{4AA5C265-1E59-4ED3-9B14-C804E626CF16}" sibTransId="{244DCB89-BBE2-4CDC-BB86-183D95D2C8DA}"/>
    <dgm:cxn modelId="{E1D44DC3-BE54-47B2-9B2A-406DE397ADAB}" type="presOf" srcId="{C2A6E181-6BC9-4F2F-B3F8-D92CEFF4AAF3}" destId="{56CCBB20-AEFE-495A-86C7-74368CB8EC89}" srcOrd="0" destOrd="0" presId="urn:microsoft.com/office/officeart/2005/8/layout/hProcess9"/>
    <dgm:cxn modelId="{4488B2CB-BD94-4C52-99E7-DBD274636F4E}" srcId="{CED834B0-2601-419B-9B0E-43077AFDCA5C}" destId="{C2A6E181-6BC9-4F2F-B3F8-D92CEFF4AAF3}" srcOrd="5" destOrd="0" parTransId="{258095E7-D37B-4527-B122-FDD0AEC0E914}" sibTransId="{B104137D-0CF5-42C1-888E-05EF354F285F}"/>
    <dgm:cxn modelId="{97A7A4F1-7E8F-4E74-9984-72FF1776DCFF}" srcId="{CED834B0-2601-419B-9B0E-43077AFDCA5C}" destId="{3A8E540C-8BB0-4E5A-B3F7-E59501769964}" srcOrd="1" destOrd="0" parTransId="{D4B08F2B-3E37-4551-8F15-F220E2BD8A76}" sibTransId="{E6937ED9-41DE-4AAB-A5C2-21E972A77B1D}"/>
    <dgm:cxn modelId="{B5B3708A-1008-4DB6-BD32-F4C50EB3FD55}" type="presParOf" srcId="{FBDE7465-A856-4CD9-B551-E8042FC335C1}" destId="{4C919747-2327-4A57-B8FE-9EFB281438FB}" srcOrd="0" destOrd="0" presId="urn:microsoft.com/office/officeart/2005/8/layout/hProcess9"/>
    <dgm:cxn modelId="{E7390894-8B0F-470E-9EC2-873833A79454}" type="presParOf" srcId="{FBDE7465-A856-4CD9-B551-E8042FC335C1}" destId="{A428CCF7-E664-42E6-89E0-ACFE81F95EC1}" srcOrd="1" destOrd="0" presId="urn:microsoft.com/office/officeart/2005/8/layout/hProcess9"/>
    <dgm:cxn modelId="{8321D91E-3A12-41EB-B8E9-C5EBE56912C0}" type="presParOf" srcId="{A428CCF7-E664-42E6-89E0-ACFE81F95EC1}" destId="{65206AB4-95C0-47D8-BB28-9A05A430AE06}" srcOrd="0" destOrd="0" presId="urn:microsoft.com/office/officeart/2005/8/layout/hProcess9"/>
    <dgm:cxn modelId="{817794E3-E1F0-464B-879D-0F12EC82849F}" type="presParOf" srcId="{A428CCF7-E664-42E6-89E0-ACFE81F95EC1}" destId="{BD801699-7D23-4E12-90DC-873B873F7514}" srcOrd="1" destOrd="0" presId="urn:microsoft.com/office/officeart/2005/8/layout/hProcess9"/>
    <dgm:cxn modelId="{212A6A09-15C6-4BB1-8DAE-0B87FBADA24E}" type="presParOf" srcId="{A428CCF7-E664-42E6-89E0-ACFE81F95EC1}" destId="{E56BE7C2-079C-4091-BDA7-FCACEBC54B51}" srcOrd="2" destOrd="0" presId="urn:microsoft.com/office/officeart/2005/8/layout/hProcess9"/>
    <dgm:cxn modelId="{671E9350-C6B0-4D01-8DD6-BA4BA309FDD5}" type="presParOf" srcId="{A428CCF7-E664-42E6-89E0-ACFE81F95EC1}" destId="{4512EB07-88C4-463B-9872-54B00FC86254}" srcOrd="3" destOrd="0" presId="urn:microsoft.com/office/officeart/2005/8/layout/hProcess9"/>
    <dgm:cxn modelId="{EA1D8238-1F61-495C-9F62-2EAD39BDB7EC}" type="presParOf" srcId="{A428CCF7-E664-42E6-89E0-ACFE81F95EC1}" destId="{D341D39D-EB2B-417B-A380-E061956B86B8}" srcOrd="4" destOrd="0" presId="urn:microsoft.com/office/officeart/2005/8/layout/hProcess9"/>
    <dgm:cxn modelId="{E032D0FD-61E2-47C2-9E00-110779FB5FBD}" type="presParOf" srcId="{A428CCF7-E664-42E6-89E0-ACFE81F95EC1}" destId="{27DDFADA-2714-4A47-B5A2-A0D39FC09851}" srcOrd="5" destOrd="0" presId="urn:microsoft.com/office/officeart/2005/8/layout/hProcess9"/>
    <dgm:cxn modelId="{9930CDF4-0C0C-4582-8803-F735323A9161}" type="presParOf" srcId="{A428CCF7-E664-42E6-89E0-ACFE81F95EC1}" destId="{3642623A-0AFD-41FC-8869-6204EB595B9A}" srcOrd="6" destOrd="0" presId="urn:microsoft.com/office/officeart/2005/8/layout/hProcess9"/>
    <dgm:cxn modelId="{5BE73467-1980-4C9D-AF45-8FA61E7E5C7B}" type="presParOf" srcId="{A428CCF7-E664-42E6-89E0-ACFE81F95EC1}" destId="{B43D2BB3-2274-466E-B265-943A6A56E8A3}" srcOrd="7" destOrd="0" presId="urn:microsoft.com/office/officeart/2005/8/layout/hProcess9"/>
    <dgm:cxn modelId="{06B1707D-89F4-4F5C-A80E-10B6C244C374}" type="presParOf" srcId="{A428CCF7-E664-42E6-89E0-ACFE81F95EC1}" destId="{358DFCC4-C409-4D56-8621-BC2FB7B2C27A}" srcOrd="8" destOrd="0" presId="urn:microsoft.com/office/officeart/2005/8/layout/hProcess9"/>
    <dgm:cxn modelId="{482DD61C-0ACB-466D-A02F-F5C25CA73D81}" type="presParOf" srcId="{A428CCF7-E664-42E6-89E0-ACFE81F95EC1}" destId="{64760453-3FC1-484F-8EF6-C17A7911438F}" srcOrd="9" destOrd="0" presId="urn:microsoft.com/office/officeart/2005/8/layout/hProcess9"/>
    <dgm:cxn modelId="{BCCEC06D-6540-4F6D-859B-A84099DAF14D}" type="presParOf" srcId="{A428CCF7-E664-42E6-89E0-ACFE81F95EC1}" destId="{56CCBB20-AEFE-495A-86C7-74368CB8EC89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D834B0-2601-419B-9B0E-43077AFDCA5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BEFDB6-DC11-4E0F-B1F9-2EFEF67476D1}">
      <dgm:prSet/>
      <dgm:spPr/>
      <dgm:t>
        <a:bodyPr/>
        <a:lstStyle/>
        <a:p>
          <a:r>
            <a:rPr lang="ja-JP"/>
            <a:t>ずは</a:t>
          </a:r>
          <a:r>
            <a:rPr lang="en-US"/>
            <a:t>Simulink</a:t>
          </a:r>
          <a:r>
            <a:rPr lang="ja-JP"/>
            <a:t>と</a:t>
          </a:r>
          <a:r>
            <a:rPr lang="en-US"/>
            <a:t>MATLAB</a:t>
          </a:r>
          <a:r>
            <a:rPr lang="ja-JP"/>
            <a:t>で</a:t>
          </a:r>
          <a:r>
            <a:rPr lang="en-US"/>
            <a:t>UAV</a:t>
          </a:r>
          <a:r>
            <a:rPr lang="ja-JP"/>
            <a:t>のダイナミクスモデルを作成しました。</a:t>
          </a:r>
          <a:endParaRPr lang="en-US"/>
        </a:p>
      </dgm:t>
    </dgm:pt>
    <dgm:pt modelId="{4AA5C265-1E59-4ED3-9B14-C804E626CF16}" type="parTrans" cxnId="{317FAE9D-5347-43FD-90A2-CE3A042F9CF4}">
      <dgm:prSet/>
      <dgm:spPr/>
      <dgm:t>
        <a:bodyPr/>
        <a:lstStyle/>
        <a:p>
          <a:endParaRPr lang="en-US"/>
        </a:p>
      </dgm:t>
    </dgm:pt>
    <dgm:pt modelId="{244DCB89-BBE2-4CDC-BB86-183D95D2C8DA}" type="sibTrans" cxnId="{317FAE9D-5347-43FD-90A2-CE3A042F9CF4}">
      <dgm:prSet/>
      <dgm:spPr/>
      <dgm:t>
        <a:bodyPr/>
        <a:lstStyle/>
        <a:p>
          <a:endParaRPr lang="en-US"/>
        </a:p>
      </dgm:t>
    </dgm:pt>
    <dgm:pt modelId="{3A8E540C-8BB0-4E5A-B3F7-E59501769964}">
      <dgm:prSet/>
      <dgm:spPr/>
      <dgm:t>
        <a:bodyPr/>
        <a:lstStyle/>
        <a:p>
          <a:r>
            <a:rPr lang="en-US"/>
            <a:t>Pixhawk </a:t>
          </a:r>
          <a:r>
            <a:rPr lang="ja-JP"/>
            <a:t>の くみこみ  ソフトウェア を つかって</a:t>
          </a:r>
          <a:endParaRPr lang="en-US"/>
        </a:p>
      </dgm:t>
    </dgm:pt>
    <dgm:pt modelId="{D4B08F2B-3E37-4551-8F15-F220E2BD8A76}" type="parTrans" cxnId="{97A7A4F1-7E8F-4E74-9984-72FF1776DCFF}">
      <dgm:prSet/>
      <dgm:spPr/>
      <dgm:t>
        <a:bodyPr/>
        <a:lstStyle/>
        <a:p>
          <a:endParaRPr lang="en-US"/>
        </a:p>
      </dgm:t>
    </dgm:pt>
    <dgm:pt modelId="{E6937ED9-41DE-4AAB-A5C2-21E972A77B1D}" type="sibTrans" cxnId="{97A7A4F1-7E8F-4E74-9984-72FF1776DCFF}">
      <dgm:prSet/>
      <dgm:spPr/>
      <dgm:t>
        <a:bodyPr/>
        <a:lstStyle/>
        <a:p>
          <a:endParaRPr lang="en-US"/>
        </a:p>
      </dgm:t>
    </dgm:pt>
    <dgm:pt modelId="{8DB5BC92-4ABB-4D88-B04E-E7E149E6DD8C}">
      <dgm:prSet/>
      <dgm:spPr/>
      <dgm:t>
        <a:bodyPr/>
        <a:lstStyle/>
        <a:p>
          <a:r>
            <a:rPr lang="en-US"/>
            <a:t>QGroundControl </a:t>
          </a:r>
          <a:r>
            <a:rPr lang="ja-JP"/>
            <a:t>が それと バーチャルシミュレーターの</a:t>
          </a:r>
          <a:r>
            <a:rPr lang="en-US"/>
            <a:t>X-Plane</a:t>
          </a:r>
          <a:r>
            <a:rPr lang="ja-JP"/>
            <a:t>の  間の 中継として</a:t>
          </a:r>
          <a:r>
            <a:rPr lang="en-US"/>
            <a:t>(relay)  Data</a:t>
          </a:r>
          <a:r>
            <a:rPr lang="ja-JP"/>
            <a:t> を送る・受け取る をおこないました</a:t>
          </a:r>
          <a:endParaRPr lang="en-US"/>
        </a:p>
      </dgm:t>
    </dgm:pt>
    <dgm:pt modelId="{57077ED6-1906-43D6-9A10-B3F286880997}" type="parTrans" cxnId="{3C9B2468-4AB9-4252-89CB-67CA94943A70}">
      <dgm:prSet/>
      <dgm:spPr/>
      <dgm:t>
        <a:bodyPr/>
        <a:lstStyle/>
        <a:p>
          <a:endParaRPr lang="en-US"/>
        </a:p>
      </dgm:t>
    </dgm:pt>
    <dgm:pt modelId="{5CDBC1D9-404C-436B-85BF-532EB23B6062}" type="sibTrans" cxnId="{3C9B2468-4AB9-4252-89CB-67CA94943A70}">
      <dgm:prSet/>
      <dgm:spPr/>
      <dgm:t>
        <a:bodyPr/>
        <a:lstStyle/>
        <a:p>
          <a:endParaRPr lang="en-US"/>
        </a:p>
      </dgm:t>
    </dgm:pt>
    <dgm:pt modelId="{DA5A7769-B4A8-4F83-B0A0-72297DE7A608}">
      <dgm:prSet/>
      <dgm:spPr/>
      <dgm:t>
        <a:bodyPr/>
        <a:lstStyle/>
        <a:p>
          <a:r>
            <a:rPr lang="en-US"/>
            <a:t>Plane Maker </a:t>
          </a:r>
          <a:r>
            <a:rPr lang="ja-JP"/>
            <a:t>の </a:t>
          </a:r>
          <a:r>
            <a:rPr lang="en-US"/>
            <a:t>X-Plane </a:t>
          </a:r>
          <a:r>
            <a:rPr lang="ja-JP"/>
            <a:t>の中で カスタム</a:t>
          </a:r>
          <a:r>
            <a:rPr lang="en-US"/>
            <a:t>  </a:t>
          </a:r>
          <a:r>
            <a:rPr lang="ja-JP"/>
            <a:t>飛行機を作って </a:t>
          </a:r>
          <a:r>
            <a:rPr lang="en-US"/>
            <a:t>(VTOL Design)</a:t>
          </a:r>
        </a:p>
      </dgm:t>
    </dgm:pt>
    <dgm:pt modelId="{2D620389-7C5A-4DC8-AC85-DC31721A9FC6}" type="parTrans" cxnId="{EDFF0782-3DFC-4755-92EE-0DD93A59CD07}">
      <dgm:prSet/>
      <dgm:spPr/>
      <dgm:t>
        <a:bodyPr/>
        <a:lstStyle/>
        <a:p>
          <a:endParaRPr lang="en-US"/>
        </a:p>
      </dgm:t>
    </dgm:pt>
    <dgm:pt modelId="{FF0BEF37-E3C6-44DB-AF65-3113CAEB3C23}" type="sibTrans" cxnId="{EDFF0782-3DFC-4755-92EE-0DD93A59CD07}">
      <dgm:prSet/>
      <dgm:spPr/>
      <dgm:t>
        <a:bodyPr/>
        <a:lstStyle/>
        <a:p>
          <a:endParaRPr lang="en-US"/>
        </a:p>
      </dgm:t>
    </dgm:pt>
    <dgm:pt modelId="{96C4FFE6-0CC0-4825-B01C-79CDA5F77A36}">
      <dgm:prSet/>
      <dgm:spPr/>
      <dgm:t>
        <a:bodyPr/>
        <a:lstStyle/>
        <a:p>
          <a:r>
            <a:rPr lang="ja-JP" b="1"/>
            <a:t>フライトテストをして</a:t>
          </a:r>
          <a:r>
            <a:rPr lang="en-US" b="1"/>
            <a:t>, </a:t>
          </a:r>
          <a:r>
            <a:rPr lang="ja-JP" b="1"/>
            <a:t>りりく</a:t>
          </a:r>
          <a:r>
            <a:rPr lang="en-US" b="1"/>
            <a:t>,</a:t>
          </a:r>
          <a:r>
            <a:rPr lang="ja-JP" b="1"/>
            <a:t> ちゃくりく</a:t>
          </a:r>
          <a:r>
            <a:rPr lang="en-US" b="1"/>
            <a:t>, </a:t>
          </a:r>
          <a:r>
            <a:rPr lang="ja-JP" b="1"/>
            <a:t>じゅんこうちゅう  </a:t>
          </a:r>
          <a:r>
            <a:rPr lang="en-US" b="1"/>
            <a:t>(take off, landing, cruise) </a:t>
          </a:r>
          <a:r>
            <a:rPr lang="ja-JP" b="1"/>
            <a:t>ひこう あんていせい を チェックしました</a:t>
          </a:r>
          <a:endParaRPr lang="en-US"/>
        </a:p>
      </dgm:t>
    </dgm:pt>
    <dgm:pt modelId="{4379BF4F-8DC2-453A-A40D-6BE658EA0EF9}" type="parTrans" cxnId="{A692A672-9319-42C0-9D4A-9B36BB0EC0DA}">
      <dgm:prSet/>
      <dgm:spPr/>
      <dgm:t>
        <a:bodyPr/>
        <a:lstStyle/>
        <a:p>
          <a:endParaRPr lang="en-US"/>
        </a:p>
      </dgm:t>
    </dgm:pt>
    <dgm:pt modelId="{9307D55E-D366-4705-B7A2-CB65AB14E158}" type="sibTrans" cxnId="{A692A672-9319-42C0-9D4A-9B36BB0EC0DA}">
      <dgm:prSet/>
      <dgm:spPr/>
      <dgm:t>
        <a:bodyPr/>
        <a:lstStyle/>
        <a:p>
          <a:endParaRPr lang="en-US"/>
        </a:p>
      </dgm:t>
    </dgm:pt>
    <dgm:pt modelId="{C2A6E181-6BC9-4F2F-B3F8-D92CEFF4AAF3}">
      <dgm:prSet/>
      <dgm:spPr/>
      <dgm:t>
        <a:bodyPr/>
        <a:lstStyle/>
        <a:p>
          <a:r>
            <a:rPr lang="ja-JP" b="1"/>
            <a:t>それから、</a:t>
          </a:r>
          <a:r>
            <a:rPr lang="en-US" b="1"/>
            <a:t>Simulink</a:t>
          </a:r>
          <a:r>
            <a:rPr lang="ja-JP" b="1"/>
            <a:t>で</a:t>
          </a:r>
          <a:r>
            <a:rPr lang="en-US" b="1"/>
            <a:t>SIL </a:t>
          </a:r>
          <a:r>
            <a:rPr lang="ja-JP" b="1"/>
            <a:t>コント 制御システムじっそうしました</a:t>
          </a:r>
          <a:endParaRPr lang="en-US"/>
        </a:p>
      </dgm:t>
    </dgm:pt>
    <dgm:pt modelId="{258095E7-D37B-4527-B122-FDD0AEC0E914}" type="parTrans" cxnId="{4488B2CB-BD94-4C52-99E7-DBD274636F4E}">
      <dgm:prSet/>
      <dgm:spPr/>
      <dgm:t>
        <a:bodyPr/>
        <a:lstStyle/>
        <a:p>
          <a:endParaRPr lang="en-US"/>
        </a:p>
      </dgm:t>
    </dgm:pt>
    <dgm:pt modelId="{B104137D-0CF5-42C1-888E-05EF354F285F}" type="sibTrans" cxnId="{4488B2CB-BD94-4C52-99E7-DBD274636F4E}">
      <dgm:prSet/>
      <dgm:spPr/>
      <dgm:t>
        <a:bodyPr/>
        <a:lstStyle/>
        <a:p>
          <a:endParaRPr lang="en-US"/>
        </a:p>
      </dgm:t>
    </dgm:pt>
    <dgm:pt modelId="{FBDE7465-A856-4CD9-B551-E8042FC335C1}" type="pres">
      <dgm:prSet presAssocID="{CED834B0-2601-419B-9B0E-43077AFDCA5C}" presName="CompostProcess" presStyleCnt="0">
        <dgm:presLayoutVars>
          <dgm:dir/>
          <dgm:resizeHandles val="exact"/>
        </dgm:presLayoutVars>
      </dgm:prSet>
      <dgm:spPr/>
    </dgm:pt>
    <dgm:pt modelId="{4C919747-2327-4A57-B8FE-9EFB281438FB}" type="pres">
      <dgm:prSet presAssocID="{CED834B0-2601-419B-9B0E-43077AFDCA5C}" presName="arrow" presStyleLbl="bgShp" presStyleIdx="0" presStyleCnt="1"/>
      <dgm:spPr/>
    </dgm:pt>
    <dgm:pt modelId="{A428CCF7-E664-42E6-89E0-ACFE81F95EC1}" type="pres">
      <dgm:prSet presAssocID="{CED834B0-2601-419B-9B0E-43077AFDCA5C}" presName="linearProcess" presStyleCnt="0"/>
      <dgm:spPr/>
    </dgm:pt>
    <dgm:pt modelId="{65206AB4-95C0-47D8-BB28-9A05A430AE06}" type="pres">
      <dgm:prSet presAssocID="{09BEFDB6-DC11-4E0F-B1F9-2EFEF67476D1}" presName="textNode" presStyleLbl="node1" presStyleIdx="0" presStyleCnt="6">
        <dgm:presLayoutVars>
          <dgm:bulletEnabled val="1"/>
        </dgm:presLayoutVars>
      </dgm:prSet>
      <dgm:spPr/>
    </dgm:pt>
    <dgm:pt modelId="{BD801699-7D23-4E12-90DC-873B873F7514}" type="pres">
      <dgm:prSet presAssocID="{244DCB89-BBE2-4CDC-BB86-183D95D2C8DA}" presName="sibTrans" presStyleCnt="0"/>
      <dgm:spPr/>
    </dgm:pt>
    <dgm:pt modelId="{E56BE7C2-079C-4091-BDA7-FCACEBC54B51}" type="pres">
      <dgm:prSet presAssocID="{3A8E540C-8BB0-4E5A-B3F7-E59501769964}" presName="textNode" presStyleLbl="node1" presStyleIdx="1" presStyleCnt="6">
        <dgm:presLayoutVars>
          <dgm:bulletEnabled val="1"/>
        </dgm:presLayoutVars>
      </dgm:prSet>
      <dgm:spPr/>
    </dgm:pt>
    <dgm:pt modelId="{4512EB07-88C4-463B-9872-54B00FC86254}" type="pres">
      <dgm:prSet presAssocID="{E6937ED9-41DE-4AAB-A5C2-21E972A77B1D}" presName="sibTrans" presStyleCnt="0"/>
      <dgm:spPr/>
    </dgm:pt>
    <dgm:pt modelId="{D341D39D-EB2B-417B-A380-E061956B86B8}" type="pres">
      <dgm:prSet presAssocID="{8DB5BC92-4ABB-4D88-B04E-E7E149E6DD8C}" presName="textNode" presStyleLbl="node1" presStyleIdx="2" presStyleCnt="6">
        <dgm:presLayoutVars>
          <dgm:bulletEnabled val="1"/>
        </dgm:presLayoutVars>
      </dgm:prSet>
      <dgm:spPr/>
    </dgm:pt>
    <dgm:pt modelId="{27DDFADA-2714-4A47-B5A2-A0D39FC09851}" type="pres">
      <dgm:prSet presAssocID="{5CDBC1D9-404C-436B-85BF-532EB23B6062}" presName="sibTrans" presStyleCnt="0"/>
      <dgm:spPr/>
    </dgm:pt>
    <dgm:pt modelId="{3642623A-0AFD-41FC-8869-6204EB595B9A}" type="pres">
      <dgm:prSet presAssocID="{DA5A7769-B4A8-4F83-B0A0-72297DE7A608}" presName="textNode" presStyleLbl="node1" presStyleIdx="3" presStyleCnt="6">
        <dgm:presLayoutVars>
          <dgm:bulletEnabled val="1"/>
        </dgm:presLayoutVars>
      </dgm:prSet>
      <dgm:spPr/>
    </dgm:pt>
    <dgm:pt modelId="{B43D2BB3-2274-466E-B265-943A6A56E8A3}" type="pres">
      <dgm:prSet presAssocID="{FF0BEF37-E3C6-44DB-AF65-3113CAEB3C23}" presName="sibTrans" presStyleCnt="0"/>
      <dgm:spPr/>
    </dgm:pt>
    <dgm:pt modelId="{358DFCC4-C409-4D56-8621-BC2FB7B2C27A}" type="pres">
      <dgm:prSet presAssocID="{96C4FFE6-0CC0-4825-B01C-79CDA5F77A36}" presName="textNode" presStyleLbl="node1" presStyleIdx="4" presStyleCnt="6">
        <dgm:presLayoutVars>
          <dgm:bulletEnabled val="1"/>
        </dgm:presLayoutVars>
      </dgm:prSet>
      <dgm:spPr/>
    </dgm:pt>
    <dgm:pt modelId="{64760453-3FC1-484F-8EF6-C17A7911438F}" type="pres">
      <dgm:prSet presAssocID="{9307D55E-D366-4705-B7A2-CB65AB14E158}" presName="sibTrans" presStyleCnt="0"/>
      <dgm:spPr/>
    </dgm:pt>
    <dgm:pt modelId="{56CCBB20-AEFE-495A-86C7-74368CB8EC89}" type="pres">
      <dgm:prSet presAssocID="{C2A6E181-6BC9-4F2F-B3F8-D92CEFF4AAF3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83D24A01-E55A-42BB-B18D-F12F8488B84E}" type="presOf" srcId="{DA5A7769-B4A8-4F83-B0A0-72297DE7A608}" destId="{3642623A-0AFD-41FC-8869-6204EB595B9A}" srcOrd="0" destOrd="0" presId="urn:microsoft.com/office/officeart/2005/8/layout/hProcess9"/>
    <dgm:cxn modelId="{9942BC05-1750-4414-9D3F-3BAF27CA6C0F}" type="presOf" srcId="{96C4FFE6-0CC0-4825-B01C-79CDA5F77A36}" destId="{358DFCC4-C409-4D56-8621-BC2FB7B2C27A}" srcOrd="0" destOrd="0" presId="urn:microsoft.com/office/officeart/2005/8/layout/hProcess9"/>
    <dgm:cxn modelId="{FE6DD722-C01D-48B3-A246-E3F67F8B046C}" type="presOf" srcId="{8DB5BC92-4ABB-4D88-B04E-E7E149E6DD8C}" destId="{D341D39D-EB2B-417B-A380-E061956B86B8}" srcOrd="0" destOrd="0" presId="urn:microsoft.com/office/officeart/2005/8/layout/hProcess9"/>
    <dgm:cxn modelId="{BF6DF734-BCC6-423F-A046-D97589E03496}" type="presOf" srcId="{CED834B0-2601-419B-9B0E-43077AFDCA5C}" destId="{FBDE7465-A856-4CD9-B551-E8042FC335C1}" srcOrd="0" destOrd="0" presId="urn:microsoft.com/office/officeart/2005/8/layout/hProcess9"/>
    <dgm:cxn modelId="{3C9B2468-4AB9-4252-89CB-67CA94943A70}" srcId="{CED834B0-2601-419B-9B0E-43077AFDCA5C}" destId="{8DB5BC92-4ABB-4D88-B04E-E7E149E6DD8C}" srcOrd="2" destOrd="0" parTransId="{57077ED6-1906-43D6-9A10-B3F286880997}" sibTransId="{5CDBC1D9-404C-436B-85BF-532EB23B6062}"/>
    <dgm:cxn modelId="{A692A672-9319-42C0-9D4A-9B36BB0EC0DA}" srcId="{CED834B0-2601-419B-9B0E-43077AFDCA5C}" destId="{96C4FFE6-0CC0-4825-B01C-79CDA5F77A36}" srcOrd="4" destOrd="0" parTransId="{4379BF4F-8DC2-453A-A40D-6BE658EA0EF9}" sibTransId="{9307D55E-D366-4705-B7A2-CB65AB14E158}"/>
    <dgm:cxn modelId="{7AABB653-8999-4A5E-9071-FD37634CBE70}" type="presOf" srcId="{3A8E540C-8BB0-4E5A-B3F7-E59501769964}" destId="{E56BE7C2-079C-4091-BDA7-FCACEBC54B51}" srcOrd="0" destOrd="0" presId="urn:microsoft.com/office/officeart/2005/8/layout/hProcess9"/>
    <dgm:cxn modelId="{EDFF0782-3DFC-4755-92EE-0DD93A59CD07}" srcId="{CED834B0-2601-419B-9B0E-43077AFDCA5C}" destId="{DA5A7769-B4A8-4F83-B0A0-72297DE7A608}" srcOrd="3" destOrd="0" parTransId="{2D620389-7C5A-4DC8-AC85-DC31721A9FC6}" sibTransId="{FF0BEF37-E3C6-44DB-AF65-3113CAEB3C23}"/>
    <dgm:cxn modelId="{F4156989-E328-4F82-9383-3B0477E42EB6}" type="presOf" srcId="{09BEFDB6-DC11-4E0F-B1F9-2EFEF67476D1}" destId="{65206AB4-95C0-47D8-BB28-9A05A430AE06}" srcOrd="0" destOrd="0" presId="urn:microsoft.com/office/officeart/2005/8/layout/hProcess9"/>
    <dgm:cxn modelId="{317FAE9D-5347-43FD-90A2-CE3A042F9CF4}" srcId="{CED834B0-2601-419B-9B0E-43077AFDCA5C}" destId="{09BEFDB6-DC11-4E0F-B1F9-2EFEF67476D1}" srcOrd="0" destOrd="0" parTransId="{4AA5C265-1E59-4ED3-9B14-C804E626CF16}" sibTransId="{244DCB89-BBE2-4CDC-BB86-183D95D2C8DA}"/>
    <dgm:cxn modelId="{E1D44DC3-BE54-47B2-9B2A-406DE397ADAB}" type="presOf" srcId="{C2A6E181-6BC9-4F2F-B3F8-D92CEFF4AAF3}" destId="{56CCBB20-AEFE-495A-86C7-74368CB8EC89}" srcOrd="0" destOrd="0" presId="urn:microsoft.com/office/officeart/2005/8/layout/hProcess9"/>
    <dgm:cxn modelId="{4488B2CB-BD94-4C52-99E7-DBD274636F4E}" srcId="{CED834B0-2601-419B-9B0E-43077AFDCA5C}" destId="{C2A6E181-6BC9-4F2F-B3F8-D92CEFF4AAF3}" srcOrd="5" destOrd="0" parTransId="{258095E7-D37B-4527-B122-FDD0AEC0E914}" sibTransId="{B104137D-0CF5-42C1-888E-05EF354F285F}"/>
    <dgm:cxn modelId="{97A7A4F1-7E8F-4E74-9984-72FF1776DCFF}" srcId="{CED834B0-2601-419B-9B0E-43077AFDCA5C}" destId="{3A8E540C-8BB0-4E5A-B3F7-E59501769964}" srcOrd="1" destOrd="0" parTransId="{D4B08F2B-3E37-4551-8F15-F220E2BD8A76}" sibTransId="{E6937ED9-41DE-4AAB-A5C2-21E972A77B1D}"/>
    <dgm:cxn modelId="{B5B3708A-1008-4DB6-BD32-F4C50EB3FD55}" type="presParOf" srcId="{FBDE7465-A856-4CD9-B551-E8042FC335C1}" destId="{4C919747-2327-4A57-B8FE-9EFB281438FB}" srcOrd="0" destOrd="0" presId="urn:microsoft.com/office/officeart/2005/8/layout/hProcess9"/>
    <dgm:cxn modelId="{E7390894-8B0F-470E-9EC2-873833A79454}" type="presParOf" srcId="{FBDE7465-A856-4CD9-B551-E8042FC335C1}" destId="{A428CCF7-E664-42E6-89E0-ACFE81F95EC1}" srcOrd="1" destOrd="0" presId="urn:microsoft.com/office/officeart/2005/8/layout/hProcess9"/>
    <dgm:cxn modelId="{8321D91E-3A12-41EB-B8E9-C5EBE56912C0}" type="presParOf" srcId="{A428CCF7-E664-42E6-89E0-ACFE81F95EC1}" destId="{65206AB4-95C0-47D8-BB28-9A05A430AE06}" srcOrd="0" destOrd="0" presId="urn:microsoft.com/office/officeart/2005/8/layout/hProcess9"/>
    <dgm:cxn modelId="{817794E3-E1F0-464B-879D-0F12EC82849F}" type="presParOf" srcId="{A428CCF7-E664-42E6-89E0-ACFE81F95EC1}" destId="{BD801699-7D23-4E12-90DC-873B873F7514}" srcOrd="1" destOrd="0" presId="urn:microsoft.com/office/officeart/2005/8/layout/hProcess9"/>
    <dgm:cxn modelId="{212A6A09-15C6-4BB1-8DAE-0B87FBADA24E}" type="presParOf" srcId="{A428CCF7-E664-42E6-89E0-ACFE81F95EC1}" destId="{E56BE7C2-079C-4091-BDA7-FCACEBC54B51}" srcOrd="2" destOrd="0" presId="urn:microsoft.com/office/officeart/2005/8/layout/hProcess9"/>
    <dgm:cxn modelId="{671E9350-C6B0-4D01-8DD6-BA4BA309FDD5}" type="presParOf" srcId="{A428CCF7-E664-42E6-89E0-ACFE81F95EC1}" destId="{4512EB07-88C4-463B-9872-54B00FC86254}" srcOrd="3" destOrd="0" presId="urn:microsoft.com/office/officeart/2005/8/layout/hProcess9"/>
    <dgm:cxn modelId="{EA1D8238-1F61-495C-9F62-2EAD39BDB7EC}" type="presParOf" srcId="{A428CCF7-E664-42E6-89E0-ACFE81F95EC1}" destId="{D341D39D-EB2B-417B-A380-E061956B86B8}" srcOrd="4" destOrd="0" presId="urn:microsoft.com/office/officeart/2005/8/layout/hProcess9"/>
    <dgm:cxn modelId="{E032D0FD-61E2-47C2-9E00-110779FB5FBD}" type="presParOf" srcId="{A428CCF7-E664-42E6-89E0-ACFE81F95EC1}" destId="{27DDFADA-2714-4A47-B5A2-A0D39FC09851}" srcOrd="5" destOrd="0" presId="urn:microsoft.com/office/officeart/2005/8/layout/hProcess9"/>
    <dgm:cxn modelId="{9930CDF4-0C0C-4582-8803-F735323A9161}" type="presParOf" srcId="{A428CCF7-E664-42E6-89E0-ACFE81F95EC1}" destId="{3642623A-0AFD-41FC-8869-6204EB595B9A}" srcOrd="6" destOrd="0" presId="urn:microsoft.com/office/officeart/2005/8/layout/hProcess9"/>
    <dgm:cxn modelId="{5BE73467-1980-4C9D-AF45-8FA61E7E5C7B}" type="presParOf" srcId="{A428CCF7-E664-42E6-89E0-ACFE81F95EC1}" destId="{B43D2BB3-2274-466E-B265-943A6A56E8A3}" srcOrd="7" destOrd="0" presId="urn:microsoft.com/office/officeart/2005/8/layout/hProcess9"/>
    <dgm:cxn modelId="{06B1707D-89F4-4F5C-A80E-10B6C244C374}" type="presParOf" srcId="{A428CCF7-E664-42E6-89E0-ACFE81F95EC1}" destId="{358DFCC4-C409-4D56-8621-BC2FB7B2C27A}" srcOrd="8" destOrd="0" presId="urn:microsoft.com/office/officeart/2005/8/layout/hProcess9"/>
    <dgm:cxn modelId="{482DD61C-0ACB-466D-A02F-F5C25CA73D81}" type="presParOf" srcId="{A428CCF7-E664-42E6-89E0-ACFE81F95EC1}" destId="{64760453-3FC1-484F-8EF6-C17A7911438F}" srcOrd="9" destOrd="0" presId="urn:microsoft.com/office/officeart/2005/8/layout/hProcess9"/>
    <dgm:cxn modelId="{BCCEC06D-6540-4F6D-859B-A84099DAF14D}" type="presParOf" srcId="{A428CCF7-E664-42E6-89E0-ACFE81F95EC1}" destId="{56CCBB20-AEFE-495A-86C7-74368CB8EC89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D834B0-2601-419B-9B0E-43077AFDCA5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BEFDB6-DC11-4E0F-B1F9-2EFEF67476D1}">
      <dgm:prSet/>
      <dgm:spPr/>
      <dgm:t>
        <a:bodyPr/>
        <a:lstStyle/>
        <a:p>
          <a:r>
            <a:rPr lang="ja-JP"/>
            <a:t>ずは</a:t>
          </a:r>
          <a:r>
            <a:rPr lang="en-US"/>
            <a:t>Simulink</a:t>
          </a:r>
          <a:r>
            <a:rPr lang="ja-JP"/>
            <a:t>と</a:t>
          </a:r>
          <a:r>
            <a:rPr lang="en-US"/>
            <a:t>MATLAB</a:t>
          </a:r>
          <a:r>
            <a:rPr lang="ja-JP"/>
            <a:t>で</a:t>
          </a:r>
          <a:r>
            <a:rPr lang="en-US"/>
            <a:t>UAV</a:t>
          </a:r>
          <a:r>
            <a:rPr lang="ja-JP"/>
            <a:t>のダイナミクスモデルを作成しました。</a:t>
          </a:r>
          <a:endParaRPr lang="en-US"/>
        </a:p>
      </dgm:t>
    </dgm:pt>
    <dgm:pt modelId="{4AA5C265-1E59-4ED3-9B14-C804E626CF16}" type="parTrans" cxnId="{317FAE9D-5347-43FD-90A2-CE3A042F9CF4}">
      <dgm:prSet/>
      <dgm:spPr/>
      <dgm:t>
        <a:bodyPr/>
        <a:lstStyle/>
        <a:p>
          <a:endParaRPr lang="en-US"/>
        </a:p>
      </dgm:t>
    </dgm:pt>
    <dgm:pt modelId="{244DCB89-BBE2-4CDC-BB86-183D95D2C8DA}" type="sibTrans" cxnId="{317FAE9D-5347-43FD-90A2-CE3A042F9CF4}">
      <dgm:prSet/>
      <dgm:spPr/>
      <dgm:t>
        <a:bodyPr/>
        <a:lstStyle/>
        <a:p>
          <a:endParaRPr lang="en-US"/>
        </a:p>
      </dgm:t>
    </dgm:pt>
    <dgm:pt modelId="{3A8E540C-8BB0-4E5A-B3F7-E59501769964}">
      <dgm:prSet/>
      <dgm:spPr/>
      <dgm:t>
        <a:bodyPr/>
        <a:lstStyle/>
        <a:p>
          <a:r>
            <a:rPr lang="en-US"/>
            <a:t>Pixhawk </a:t>
          </a:r>
          <a:r>
            <a:rPr lang="ja-JP"/>
            <a:t>の くみこみ  ソフトウェア を つかって</a:t>
          </a:r>
          <a:endParaRPr lang="en-US"/>
        </a:p>
      </dgm:t>
    </dgm:pt>
    <dgm:pt modelId="{D4B08F2B-3E37-4551-8F15-F220E2BD8A76}" type="parTrans" cxnId="{97A7A4F1-7E8F-4E74-9984-72FF1776DCFF}">
      <dgm:prSet/>
      <dgm:spPr/>
      <dgm:t>
        <a:bodyPr/>
        <a:lstStyle/>
        <a:p>
          <a:endParaRPr lang="en-US"/>
        </a:p>
      </dgm:t>
    </dgm:pt>
    <dgm:pt modelId="{E6937ED9-41DE-4AAB-A5C2-21E972A77B1D}" type="sibTrans" cxnId="{97A7A4F1-7E8F-4E74-9984-72FF1776DCFF}">
      <dgm:prSet/>
      <dgm:spPr/>
      <dgm:t>
        <a:bodyPr/>
        <a:lstStyle/>
        <a:p>
          <a:endParaRPr lang="en-US"/>
        </a:p>
      </dgm:t>
    </dgm:pt>
    <dgm:pt modelId="{8DB5BC92-4ABB-4D88-B04E-E7E149E6DD8C}">
      <dgm:prSet/>
      <dgm:spPr/>
      <dgm:t>
        <a:bodyPr/>
        <a:lstStyle/>
        <a:p>
          <a:r>
            <a:rPr lang="en-US"/>
            <a:t>QGroundControl </a:t>
          </a:r>
          <a:r>
            <a:rPr lang="ja-JP"/>
            <a:t>が それと バーチャルシミュレーターの</a:t>
          </a:r>
          <a:r>
            <a:rPr lang="en-US"/>
            <a:t>X-Plane</a:t>
          </a:r>
          <a:r>
            <a:rPr lang="ja-JP"/>
            <a:t>の  間の 中継として</a:t>
          </a:r>
          <a:r>
            <a:rPr lang="en-US"/>
            <a:t>(relay)  Data</a:t>
          </a:r>
          <a:r>
            <a:rPr lang="ja-JP"/>
            <a:t> を送る・受け取る をおこないました</a:t>
          </a:r>
          <a:endParaRPr lang="en-US"/>
        </a:p>
      </dgm:t>
    </dgm:pt>
    <dgm:pt modelId="{57077ED6-1906-43D6-9A10-B3F286880997}" type="parTrans" cxnId="{3C9B2468-4AB9-4252-89CB-67CA94943A70}">
      <dgm:prSet/>
      <dgm:spPr/>
      <dgm:t>
        <a:bodyPr/>
        <a:lstStyle/>
        <a:p>
          <a:endParaRPr lang="en-US"/>
        </a:p>
      </dgm:t>
    </dgm:pt>
    <dgm:pt modelId="{5CDBC1D9-404C-436B-85BF-532EB23B6062}" type="sibTrans" cxnId="{3C9B2468-4AB9-4252-89CB-67CA94943A70}">
      <dgm:prSet/>
      <dgm:spPr/>
      <dgm:t>
        <a:bodyPr/>
        <a:lstStyle/>
        <a:p>
          <a:endParaRPr lang="en-US"/>
        </a:p>
      </dgm:t>
    </dgm:pt>
    <dgm:pt modelId="{DA5A7769-B4A8-4F83-B0A0-72297DE7A608}">
      <dgm:prSet/>
      <dgm:spPr/>
      <dgm:t>
        <a:bodyPr/>
        <a:lstStyle/>
        <a:p>
          <a:r>
            <a:rPr lang="en-US"/>
            <a:t>Plane Maker </a:t>
          </a:r>
          <a:r>
            <a:rPr lang="ja-JP"/>
            <a:t>の </a:t>
          </a:r>
          <a:r>
            <a:rPr lang="en-US"/>
            <a:t>X-Plane </a:t>
          </a:r>
          <a:r>
            <a:rPr lang="ja-JP"/>
            <a:t>の中で カスタム</a:t>
          </a:r>
          <a:r>
            <a:rPr lang="en-US"/>
            <a:t>  </a:t>
          </a:r>
          <a:r>
            <a:rPr lang="ja-JP"/>
            <a:t>飛行機を作って </a:t>
          </a:r>
          <a:r>
            <a:rPr lang="en-US"/>
            <a:t>(VTOL Design)</a:t>
          </a:r>
        </a:p>
      </dgm:t>
    </dgm:pt>
    <dgm:pt modelId="{2D620389-7C5A-4DC8-AC85-DC31721A9FC6}" type="parTrans" cxnId="{EDFF0782-3DFC-4755-92EE-0DD93A59CD07}">
      <dgm:prSet/>
      <dgm:spPr/>
      <dgm:t>
        <a:bodyPr/>
        <a:lstStyle/>
        <a:p>
          <a:endParaRPr lang="en-US"/>
        </a:p>
      </dgm:t>
    </dgm:pt>
    <dgm:pt modelId="{FF0BEF37-E3C6-44DB-AF65-3113CAEB3C23}" type="sibTrans" cxnId="{EDFF0782-3DFC-4755-92EE-0DD93A59CD07}">
      <dgm:prSet/>
      <dgm:spPr/>
      <dgm:t>
        <a:bodyPr/>
        <a:lstStyle/>
        <a:p>
          <a:endParaRPr lang="en-US"/>
        </a:p>
      </dgm:t>
    </dgm:pt>
    <dgm:pt modelId="{96C4FFE6-0CC0-4825-B01C-79CDA5F77A36}">
      <dgm:prSet/>
      <dgm:spPr/>
      <dgm:t>
        <a:bodyPr/>
        <a:lstStyle/>
        <a:p>
          <a:r>
            <a:rPr lang="ja-JP" b="1"/>
            <a:t>フライトテストをして</a:t>
          </a:r>
          <a:r>
            <a:rPr lang="en-US" b="1"/>
            <a:t>, </a:t>
          </a:r>
          <a:r>
            <a:rPr lang="ja-JP" b="1"/>
            <a:t>りりく</a:t>
          </a:r>
          <a:r>
            <a:rPr lang="en-US" b="1"/>
            <a:t>,</a:t>
          </a:r>
          <a:r>
            <a:rPr lang="ja-JP" b="1"/>
            <a:t> ちゃくりく</a:t>
          </a:r>
          <a:r>
            <a:rPr lang="en-US" b="1"/>
            <a:t>, </a:t>
          </a:r>
          <a:r>
            <a:rPr lang="ja-JP" b="1"/>
            <a:t>じゅんこうちゅう  </a:t>
          </a:r>
          <a:r>
            <a:rPr lang="en-US" b="1"/>
            <a:t>(take off, landing, cruise) </a:t>
          </a:r>
          <a:r>
            <a:rPr lang="ja-JP" b="1"/>
            <a:t>ひこう あんていせい を チェックしました</a:t>
          </a:r>
          <a:endParaRPr lang="en-US"/>
        </a:p>
      </dgm:t>
    </dgm:pt>
    <dgm:pt modelId="{4379BF4F-8DC2-453A-A40D-6BE658EA0EF9}" type="parTrans" cxnId="{A692A672-9319-42C0-9D4A-9B36BB0EC0DA}">
      <dgm:prSet/>
      <dgm:spPr/>
      <dgm:t>
        <a:bodyPr/>
        <a:lstStyle/>
        <a:p>
          <a:endParaRPr lang="en-US"/>
        </a:p>
      </dgm:t>
    </dgm:pt>
    <dgm:pt modelId="{9307D55E-D366-4705-B7A2-CB65AB14E158}" type="sibTrans" cxnId="{A692A672-9319-42C0-9D4A-9B36BB0EC0DA}">
      <dgm:prSet/>
      <dgm:spPr/>
      <dgm:t>
        <a:bodyPr/>
        <a:lstStyle/>
        <a:p>
          <a:endParaRPr lang="en-US"/>
        </a:p>
      </dgm:t>
    </dgm:pt>
    <dgm:pt modelId="{C2A6E181-6BC9-4F2F-B3F8-D92CEFF4AAF3}">
      <dgm:prSet/>
      <dgm:spPr/>
      <dgm:t>
        <a:bodyPr/>
        <a:lstStyle/>
        <a:p>
          <a:r>
            <a:rPr lang="ja-JP" b="1"/>
            <a:t>それから、</a:t>
          </a:r>
          <a:r>
            <a:rPr lang="en-US" b="1"/>
            <a:t>Simulink</a:t>
          </a:r>
          <a:r>
            <a:rPr lang="ja-JP" b="1"/>
            <a:t>で</a:t>
          </a:r>
          <a:r>
            <a:rPr lang="en-US" b="1"/>
            <a:t>SIL </a:t>
          </a:r>
          <a:r>
            <a:rPr lang="ja-JP" b="1"/>
            <a:t>コント 制御システムじっそうしました</a:t>
          </a:r>
          <a:endParaRPr lang="en-US"/>
        </a:p>
      </dgm:t>
    </dgm:pt>
    <dgm:pt modelId="{258095E7-D37B-4527-B122-FDD0AEC0E914}" type="parTrans" cxnId="{4488B2CB-BD94-4C52-99E7-DBD274636F4E}">
      <dgm:prSet/>
      <dgm:spPr/>
      <dgm:t>
        <a:bodyPr/>
        <a:lstStyle/>
        <a:p>
          <a:endParaRPr lang="en-US"/>
        </a:p>
      </dgm:t>
    </dgm:pt>
    <dgm:pt modelId="{B104137D-0CF5-42C1-888E-05EF354F285F}" type="sibTrans" cxnId="{4488B2CB-BD94-4C52-99E7-DBD274636F4E}">
      <dgm:prSet/>
      <dgm:spPr/>
      <dgm:t>
        <a:bodyPr/>
        <a:lstStyle/>
        <a:p>
          <a:endParaRPr lang="en-US"/>
        </a:p>
      </dgm:t>
    </dgm:pt>
    <dgm:pt modelId="{FBDE7465-A856-4CD9-B551-E8042FC335C1}" type="pres">
      <dgm:prSet presAssocID="{CED834B0-2601-419B-9B0E-43077AFDCA5C}" presName="CompostProcess" presStyleCnt="0">
        <dgm:presLayoutVars>
          <dgm:dir/>
          <dgm:resizeHandles val="exact"/>
        </dgm:presLayoutVars>
      </dgm:prSet>
      <dgm:spPr/>
    </dgm:pt>
    <dgm:pt modelId="{4C919747-2327-4A57-B8FE-9EFB281438FB}" type="pres">
      <dgm:prSet presAssocID="{CED834B0-2601-419B-9B0E-43077AFDCA5C}" presName="arrow" presStyleLbl="bgShp" presStyleIdx="0" presStyleCnt="1"/>
      <dgm:spPr/>
    </dgm:pt>
    <dgm:pt modelId="{A428CCF7-E664-42E6-89E0-ACFE81F95EC1}" type="pres">
      <dgm:prSet presAssocID="{CED834B0-2601-419B-9B0E-43077AFDCA5C}" presName="linearProcess" presStyleCnt="0"/>
      <dgm:spPr/>
    </dgm:pt>
    <dgm:pt modelId="{65206AB4-95C0-47D8-BB28-9A05A430AE06}" type="pres">
      <dgm:prSet presAssocID="{09BEFDB6-DC11-4E0F-B1F9-2EFEF67476D1}" presName="textNode" presStyleLbl="node1" presStyleIdx="0" presStyleCnt="6">
        <dgm:presLayoutVars>
          <dgm:bulletEnabled val="1"/>
        </dgm:presLayoutVars>
      </dgm:prSet>
      <dgm:spPr/>
    </dgm:pt>
    <dgm:pt modelId="{BD801699-7D23-4E12-90DC-873B873F7514}" type="pres">
      <dgm:prSet presAssocID="{244DCB89-BBE2-4CDC-BB86-183D95D2C8DA}" presName="sibTrans" presStyleCnt="0"/>
      <dgm:spPr/>
    </dgm:pt>
    <dgm:pt modelId="{E56BE7C2-079C-4091-BDA7-FCACEBC54B51}" type="pres">
      <dgm:prSet presAssocID="{3A8E540C-8BB0-4E5A-B3F7-E59501769964}" presName="textNode" presStyleLbl="node1" presStyleIdx="1" presStyleCnt="6">
        <dgm:presLayoutVars>
          <dgm:bulletEnabled val="1"/>
        </dgm:presLayoutVars>
      </dgm:prSet>
      <dgm:spPr/>
    </dgm:pt>
    <dgm:pt modelId="{4512EB07-88C4-463B-9872-54B00FC86254}" type="pres">
      <dgm:prSet presAssocID="{E6937ED9-41DE-4AAB-A5C2-21E972A77B1D}" presName="sibTrans" presStyleCnt="0"/>
      <dgm:spPr/>
    </dgm:pt>
    <dgm:pt modelId="{D341D39D-EB2B-417B-A380-E061956B86B8}" type="pres">
      <dgm:prSet presAssocID="{8DB5BC92-4ABB-4D88-B04E-E7E149E6DD8C}" presName="textNode" presStyleLbl="node1" presStyleIdx="2" presStyleCnt="6">
        <dgm:presLayoutVars>
          <dgm:bulletEnabled val="1"/>
        </dgm:presLayoutVars>
      </dgm:prSet>
      <dgm:spPr/>
    </dgm:pt>
    <dgm:pt modelId="{27DDFADA-2714-4A47-B5A2-A0D39FC09851}" type="pres">
      <dgm:prSet presAssocID="{5CDBC1D9-404C-436B-85BF-532EB23B6062}" presName="sibTrans" presStyleCnt="0"/>
      <dgm:spPr/>
    </dgm:pt>
    <dgm:pt modelId="{3642623A-0AFD-41FC-8869-6204EB595B9A}" type="pres">
      <dgm:prSet presAssocID="{DA5A7769-B4A8-4F83-B0A0-72297DE7A608}" presName="textNode" presStyleLbl="node1" presStyleIdx="3" presStyleCnt="6">
        <dgm:presLayoutVars>
          <dgm:bulletEnabled val="1"/>
        </dgm:presLayoutVars>
      </dgm:prSet>
      <dgm:spPr/>
    </dgm:pt>
    <dgm:pt modelId="{B43D2BB3-2274-466E-B265-943A6A56E8A3}" type="pres">
      <dgm:prSet presAssocID="{FF0BEF37-E3C6-44DB-AF65-3113CAEB3C23}" presName="sibTrans" presStyleCnt="0"/>
      <dgm:spPr/>
    </dgm:pt>
    <dgm:pt modelId="{358DFCC4-C409-4D56-8621-BC2FB7B2C27A}" type="pres">
      <dgm:prSet presAssocID="{96C4FFE6-0CC0-4825-B01C-79CDA5F77A36}" presName="textNode" presStyleLbl="node1" presStyleIdx="4" presStyleCnt="6">
        <dgm:presLayoutVars>
          <dgm:bulletEnabled val="1"/>
        </dgm:presLayoutVars>
      </dgm:prSet>
      <dgm:spPr/>
    </dgm:pt>
    <dgm:pt modelId="{64760453-3FC1-484F-8EF6-C17A7911438F}" type="pres">
      <dgm:prSet presAssocID="{9307D55E-D366-4705-B7A2-CB65AB14E158}" presName="sibTrans" presStyleCnt="0"/>
      <dgm:spPr/>
    </dgm:pt>
    <dgm:pt modelId="{56CCBB20-AEFE-495A-86C7-74368CB8EC89}" type="pres">
      <dgm:prSet presAssocID="{C2A6E181-6BC9-4F2F-B3F8-D92CEFF4AAF3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83D24A01-E55A-42BB-B18D-F12F8488B84E}" type="presOf" srcId="{DA5A7769-B4A8-4F83-B0A0-72297DE7A608}" destId="{3642623A-0AFD-41FC-8869-6204EB595B9A}" srcOrd="0" destOrd="0" presId="urn:microsoft.com/office/officeart/2005/8/layout/hProcess9"/>
    <dgm:cxn modelId="{9942BC05-1750-4414-9D3F-3BAF27CA6C0F}" type="presOf" srcId="{96C4FFE6-0CC0-4825-B01C-79CDA5F77A36}" destId="{358DFCC4-C409-4D56-8621-BC2FB7B2C27A}" srcOrd="0" destOrd="0" presId="urn:microsoft.com/office/officeart/2005/8/layout/hProcess9"/>
    <dgm:cxn modelId="{FE6DD722-C01D-48B3-A246-E3F67F8B046C}" type="presOf" srcId="{8DB5BC92-4ABB-4D88-B04E-E7E149E6DD8C}" destId="{D341D39D-EB2B-417B-A380-E061956B86B8}" srcOrd="0" destOrd="0" presId="urn:microsoft.com/office/officeart/2005/8/layout/hProcess9"/>
    <dgm:cxn modelId="{BF6DF734-BCC6-423F-A046-D97589E03496}" type="presOf" srcId="{CED834B0-2601-419B-9B0E-43077AFDCA5C}" destId="{FBDE7465-A856-4CD9-B551-E8042FC335C1}" srcOrd="0" destOrd="0" presId="urn:microsoft.com/office/officeart/2005/8/layout/hProcess9"/>
    <dgm:cxn modelId="{3C9B2468-4AB9-4252-89CB-67CA94943A70}" srcId="{CED834B0-2601-419B-9B0E-43077AFDCA5C}" destId="{8DB5BC92-4ABB-4D88-B04E-E7E149E6DD8C}" srcOrd="2" destOrd="0" parTransId="{57077ED6-1906-43D6-9A10-B3F286880997}" sibTransId="{5CDBC1D9-404C-436B-85BF-532EB23B6062}"/>
    <dgm:cxn modelId="{A692A672-9319-42C0-9D4A-9B36BB0EC0DA}" srcId="{CED834B0-2601-419B-9B0E-43077AFDCA5C}" destId="{96C4FFE6-0CC0-4825-B01C-79CDA5F77A36}" srcOrd="4" destOrd="0" parTransId="{4379BF4F-8DC2-453A-A40D-6BE658EA0EF9}" sibTransId="{9307D55E-D366-4705-B7A2-CB65AB14E158}"/>
    <dgm:cxn modelId="{7AABB653-8999-4A5E-9071-FD37634CBE70}" type="presOf" srcId="{3A8E540C-8BB0-4E5A-B3F7-E59501769964}" destId="{E56BE7C2-079C-4091-BDA7-FCACEBC54B51}" srcOrd="0" destOrd="0" presId="urn:microsoft.com/office/officeart/2005/8/layout/hProcess9"/>
    <dgm:cxn modelId="{EDFF0782-3DFC-4755-92EE-0DD93A59CD07}" srcId="{CED834B0-2601-419B-9B0E-43077AFDCA5C}" destId="{DA5A7769-B4A8-4F83-B0A0-72297DE7A608}" srcOrd="3" destOrd="0" parTransId="{2D620389-7C5A-4DC8-AC85-DC31721A9FC6}" sibTransId="{FF0BEF37-E3C6-44DB-AF65-3113CAEB3C23}"/>
    <dgm:cxn modelId="{F4156989-E328-4F82-9383-3B0477E42EB6}" type="presOf" srcId="{09BEFDB6-DC11-4E0F-B1F9-2EFEF67476D1}" destId="{65206AB4-95C0-47D8-BB28-9A05A430AE06}" srcOrd="0" destOrd="0" presId="urn:microsoft.com/office/officeart/2005/8/layout/hProcess9"/>
    <dgm:cxn modelId="{317FAE9D-5347-43FD-90A2-CE3A042F9CF4}" srcId="{CED834B0-2601-419B-9B0E-43077AFDCA5C}" destId="{09BEFDB6-DC11-4E0F-B1F9-2EFEF67476D1}" srcOrd="0" destOrd="0" parTransId="{4AA5C265-1E59-4ED3-9B14-C804E626CF16}" sibTransId="{244DCB89-BBE2-4CDC-BB86-183D95D2C8DA}"/>
    <dgm:cxn modelId="{E1D44DC3-BE54-47B2-9B2A-406DE397ADAB}" type="presOf" srcId="{C2A6E181-6BC9-4F2F-B3F8-D92CEFF4AAF3}" destId="{56CCBB20-AEFE-495A-86C7-74368CB8EC89}" srcOrd="0" destOrd="0" presId="urn:microsoft.com/office/officeart/2005/8/layout/hProcess9"/>
    <dgm:cxn modelId="{4488B2CB-BD94-4C52-99E7-DBD274636F4E}" srcId="{CED834B0-2601-419B-9B0E-43077AFDCA5C}" destId="{C2A6E181-6BC9-4F2F-B3F8-D92CEFF4AAF3}" srcOrd="5" destOrd="0" parTransId="{258095E7-D37B-4527-B122-FDD0AEC0E914}" sibTransId="{B104137D-0CF5-42C1-888E-05EF354F285F}"/>
    <dgm:cxn modelId="{97A7A4F1-7E8F-4E74-9984-72FF1776DCFF}" srcId="{CED834B0-2601-419B-9B0E-43077AFDCA5C}" destId="{3A8E540C-8BB0-4E5A-B3F7-E59501769964}" srcOrd="1" destOrd="0" parTransId="{D4B08F2B-3E37-4551-8F15-F220E2BD8A76}" sibTransId="{E6937ED9-41DE-4AAB-A5C2-21E972A77B1D}"/>
    <dgm:cxn modelId="{B5B3708A-1008-4DB6-BD32-F4C50EB3FD55}" type="presParOf" srcId="{FBDE7465-A856-4CD9-B551-E8042FC335C1}" destId="{4C919747-2327-4A57-B8FE-9EFB281438FB}" srcOrd="0" destOrd="0" presId="urn:microsoft.com/office/officeart/2005/8/layout/hProcess9"/>
    <dgm:cxn modelId="{E7390894-8B0F-470E-9EC2-873833A79454}" type="presParOf" srcId="{FBDE7465-A856-4CD9-B551-E8042FC335C1}" destId="{A428CCF7-E664-42E6-89E0-ACFE81F95EC1}" srcOrd="1" destOrd="0" presId="urn:microsoft.com/office/officeart/2005/8/layout/hProcess9"/>
    <dgm:cxn modelId="{8321D91E-3A12-41EB-B8E9-C5EBE56912C0}" type="presParOf" srcId="{A428CCF7-E664-42E6-89E0-ACFE81F95EC1}" destId="{65206AB4-95C0-47D8-BB28-9A05A430AE06}" srcOrd="0" destOrd="0" presId="urn:microsoft.com/office/officeart/2005/8/layout/hProcess9"/>
    <dgm:cxn modelId="{817794E3-E1F0-464B-879D-0F12EC82849F}" type="presParOf" srcId="{A428CCF7-E664-42E6-89E0-ACFE81F95EC1}" destId="{BD801699-7D23-4E12-90DC-873B873F7514}" srcOrd="1" destOrd="0" presId="urn:microsoft.com/office/officeart/2005/8/layout/hProcess9"/>
    <dgm:cxn modelId="{212A6A09-15C6-4BB1-8DAE-0B87FBADA24E}" type="presParOf" srcId="{A428CCF7-E664-42E6-89E0-ACFE81F95EC1}" destId="{E56BE7C2-079C-4091-BDA7-FCACEBC54B51}" srcOrd="2" destOrd="0" presId="urn:microsoft.com/office/officeart/2005/8/layout/hProcess9"/>
    <dgm:cxn modelId="{671E9350-C6B0-4D01-8DD6-BA4BA309FDD5}" type="presParOf" srcId="{A428CCF7-E664-42E6-89E0-ACFE81F95EC1}" destId="{4512EB07-88C4-463B-9872-54B00FC86254}" srcOrd="3" destOrd="0" presId="urn:microsoft.com/office/officeart/2005/8/layout/hProcess9"/>
    <dgm:cxn modelId="{EA1D8238-1F61-495C-9F62-2EAD39BDB7EC}" type="presParOf" srcId="{A428CCF7-E664-42E6-89E0-ACFE81F95EC1}" destId="{D341D39D-EB2B-417B-A380-E061956B86B8}" srcOrd="4" destOrd="0" presId="urn:microsoft.com/office/officeart/2005/8/layout/hProcess9"/>
    <dgm:cxn modelId="{E032D0FD-61E2-47C2-9E00-110779FB5FBD}" type="presParOf" srcId="{A428CCF7-E664-42E6-89E0-ACFE81F95EC1}" destId="{27DDFADA-2714-4A47-B5A2-A0D39FC09851}" srcOrd="5" destOrd="0" presId="urn:microsoft.com/office/officeart/2005/8/layout/hProcess9"/>
    <dgm:cxn modelId="{9930CDF4-0C0C-4582-8803-F735323A9161}" type="presParOf" srcId="{A428CCF7-E664-42E6-89E0-ACFE81F95EC1}" destId="{3642623A-0AFD-41FC-8869-6204EB595B9A}" srcOrd="6" destOrd="0" presId="urn:microsoft.com/office/officeart/2005/8/layout/hProcess9"/>
    <dgm:cxn modelId="{5BE73467-1980-4C9D-AF45-8FA61E7E5C7B}" type="presParOf" srcId="{A428CCF7-E664-42E6-89E0-ACFE81F95EC1}" destId="{B43D2BB3-2274-466E-B265-943A6A56E8A3}" srcOrd="7" destOrd="0" presId="urn:microsoft.com/office/officeart/2005/8/layout/hProcess9"/>
    <dgm:cxn modelId="{06B1707D-89F4-4F5C-A80E-10B6C244C374}" type="presParOf" srcId="{A428CCF7-E664-42E6-89E0-ACFE81F95EC1}" destId="{358DFCC4-C409-4D56-8621-BC2FB7B2C27A}" srcOrd="8" destOrd="0" presId="urn:microsoft.com/office/officeart/2005/8/layout/hProcess9"/>
    <dgm:cxn modelId="{482DD61C-0ACB-466D-A02F-F5C25CA73D81}" type="presParOf" srcId="{A428CCF7-E664-42E6-89E0-ACFE81F95EC1}" destId="{64760453-3FC1-484F-8EF6-C17A7911438F}" srcOrd="9" destOrd="0" presId="urn:microsoft.com/office/officeart/2005/8/layout/hProcess9"/>
    <dgm:cxn modelId="{BCCEC06D-6540-4F6D-859B-A84099DAF14D}" type="presParOf" srcId="{A428CCF7-E664-42E6-89E0-ACFE81F95EC1}" destId="{56CCBB20-AEFE-495A-86C7-74368CB8EC89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7D8C0-C3FF-43A7-819E-6E60DAB6DF13}">
      <dsp:nvSpPr>
        <dsp:cNvPr id="0" name=""/>
        <dsp:cNvSpPr/>
      </dsp:nvSpPr>
      <dsp:spPr>
        <a:xfrm>
          <a:off x="2358910" y="0"/>
          <a:ext cx="796864" cy="79686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MATLAB simulation of multi-body system</a:t>
          </a:r>
        </a:p>
      </dsp:txBody>
      <dsp:txXfrm>
        <a:off x="2475608" y="116698"/>
        <a:ext cx="563468" cy="563468"/>
      </dsp:txXfrm>
    </dsp:sp>
    <dsp:sp modelId="{110A6634-5A86-464F-9DF8-25EBB9E194C5}">
      <dsp:nvSpPr>
        <dsp:cNvPr id="0" name=""/>
        <dsp:cNvSpPr/>
      </dsp:nvSpPr>
      <dsp:spPr>
        <a:xfrm rot="3671714">
          <a:off x="2937176" y="777862"/>
          <a:ext cx="205481" cy="268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accent4">
                <a:tint val="60000"/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953147" y="804642"/>
        <a:ext cx="143837" cy="161365"/>
      </dsp:txXfrm>
    </dsp:sp>
    <dsp:sp modelId="{04483CFE-E78C-4E22-8442-DDE7BA818DC6}">
      <dsp:nvSpPr>
        <dsp:cNvPr id="0" name=""/>
        <dsp:cNvSpPr/>
      </dsp:nvSpPr>
      <dsp:spPr>
        <a:xfrm>
          <a:off x="2929664" y="1037994"/>
          <a:ext cx="796864" cy="79686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Base + robotic arm + end-effector</a:t>
          </a:r>
        </a:p>
      </dsp:txBody>
      <dsp:txXfrm>
        <a:off x="3046362" y="1154692"/>
        <a:ext cx="563468" cy="563468"/>
      </dsp:txXfrm>
    </dsp:sp>
    <dsp:sp modelId="{9BEDE4D5-AB46-4CCE-AC75-6DF1ED4B5D85}">
      <dsp:nvSpPr>
        <dsp:cNvPr id="0" name=""/>
        <dsp:cNvSpPr/>
      </dsp:nvSpPr>
      <dsp:spPr>
        <a:xfrm rot="10800000">
          <a:off x="2628757" y="1301955"/>
          <a:ext cx="212641" cy="268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accent4">
                <a:tint val="60000"/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692549" y="1355743"/>
        <a:ext cx="148849" cy="161365"/>
      </dsp:txXfrm>
    </dsp:sp>
    <dsp:sp modelId="{0AB64439-2A9A-4D9F-8BF5-BC7AC6CF0074}">
      <dsp:nvSpPr>
        <dsp:cNvPr id="0" name=""/>
        <dsp:cNvSpPr/>
      </dsp:nvSpPr>
      <dsp:spPr>
        <a:xfrm>
          <a:off x="1731590" y="1037994"/>
          <a:ext cx="796864" cy="79686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Unified controller for all mission phases</a:t>
          </a:r>
        </a:p>
      </dsp:txBody>
      <dsp:txXfrm>
        <a:off x="1848288" y="1154692"/>
        <a:ext cx="563468" cy="563468"/>
      </dsp:txXfrm>
    </dsp:sp>
    <dsp:sp modelId="{DDD17409-1365-4816-B0C5-67972E53D3C9}">
      <dsp:nvSpPr>
        <dsp:cNvPr id="0" name=""/>
        <dsp:cNvSpPr/>
      </dsp:nvSpPr>
      <dsp:spPr>
        <a:xfrm rot="18068818">
          <a:off x="2330223" y="788298"/>
          <a:ext cx="220463" cy="268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accent4">
                <a:tint val="60000"/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346188" y="870388"/>
        <a:ext cx="154324" cy="1613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8C68A-23E8-4DF7-89B8-ECCF6ED89C46}">
      <dsp:nvSpPr>
        <dsp:cNvPr id="0" name=""/>
        <dsp:cNvSpPr/>
      </dsp:nvSpPr>
      <dsp:spPr>
        <a:xfrm>
          <a:off x="0" y="0"/>
          <a:ext cx="2121030" cy="3327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Repair</a:t>
          </a:r>
        </a:p>
      </dsp:txBody>
      <dsp:txXfrm>
        <a:off x="16242" y="16242"/>
        <a:ext cx="2088546" cy="300234"/>
      </dsp:txXfrm>
    </dsp:sp>
    <dsp:sp modelId="{74E8E032-945E-4977-AA5A-FA0A3EBD1676}">
      <dsp:nvSpPr>
        <dsp:cNvPr id="0" name=""/>
        <dsp:cNvSpPr/>
      </dsp:nvSpPr>
      <dsp:spPr>
        <a:xfrm>
          <a:off x="0" y="389246"/>
          <a:ext cx="2121030" cy="3327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300" b="1" kern="1200" dirty="0"/>
            <a:t>部品交換 ぶひんこうかん</a:t>
          </a:r>
          <a:endParaRPr lang="en-US" sz="1300" b="1" kern="1200" dirty="0"/>
        </a:p>
      </dsp:txBody>
      <dsp:txXfrm>
        <a:off x="16242" y="405488"/>
        <a:ext cx="2088546" cy="300234"/>
      </dsp:txXfrm>
    </dsp:sp>
    <dsp:sp modelId="{5EFF6225-18B4-4546-A5E8-88FB72CE6506}">
      <dsp:nvSpPr>
        <dsp:cNvPr id="0" name=""/>
        <dsp:cNvSpPr/>
      </dsp:nvSpPr>
      <dsp:spPr>
        <a:xfrm>
          <a:off x="0" y="759404"/>
          <a:ext cx="2121030" cy="3327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300" b="1" kern="1200" dirty="0"/>
            <a:t>デブリ除去 じょきょ</a:t>
          </a:r>
          <a:endParaRPr lang="en-US" sz="1300" b="1" kern="1200" dirty="0"/>
        </a:p>
      </dsp:txBody>
      <dsp:txXfrm>
        <a:off x="16242" y="775646"/>
        <a:ext cx="2088546" cy="300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F693D-0BC7-4BFE-B68C-8D9C05E612EA}">
      <dsp:nvSpPr>
        <dsp:cNvPr id="0" name=""/>
        <dsp:cNvSpPr/>
      </dsp:nvSpPr>
      <dsp:spPr>
        <a:xfrm>
          <a:off x="2000" y="337713"/>
          <a:ext cx="874835" cy="5249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Approach</a:t>
          </a:r>
        </a:p>
      </dsp:txBody>
      <dsp:txXfrm>
        <a:off x="17374" y="353087"/>
        <a:ext cx="844087" cy="494153"/>
      </dsp:txXfrm>
    </dsp:sp>
    <dsp:sp modelId="{0F65B328-F428-4B67-9386-F3B2E8D6E0EC}">
      <dsp:nvSpPr>
        <dsp:cNvPr id="0" name=""/>
        <dsp:cNvSpPr/>
      </dsp:nvSpPr>
      <dsp:spPr>
        <a:xfrm>
          <a:off x="964319" y="491684"/>
          <a:ext cx="185465" cy="216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964319" y="535076"/>
        <a:ext cx="129826" cy="130175"/>
      </dsp:txXfrm>
    </dsp:sp>
    <dsp:sp modelId="{841953BD-CB7B-4821-B3D2-64A4A11D600C}">
      <dsp:nvSpPr>
        <dsp:cNvPr id="0" name=""/>
        <dsp:cNvSpPr/>
      </dsp:nvSpPr>
      <dsp:spPr>
        <a:xfrm>
          <a:off x="1226770" y="337713"/>
          <a:ext cx="874835" cy="5249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Pre-capture</a:t>
          </a:r>
        </a:p>
      </dsp:txBody>
      <dsp:txXfrm>
        <a:off x="1242144" y="353087"/>
        <a:ext cx="844087" cy="494153"/>
      </dsp:txXfrm>
    </dsp:sp>
    <dsp:sp modelId="{6A94F47A-BC2D-405E-B5F1-DDFFE7057F6A}">
      <dsp:nvSpPr>
        <dsp:cNvPr id="0" name=""/>
        <dsp:cNvSpPr/>
      </dsp:nvSpPr>
      <dsp:spPr>
        <a:xfrm>
          <a:off x="2189089" y="491684"/>
          <a:ext cx="185465" cy="216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189089" y="535076"/>
        <a:ext cx="129826" cy="130175"/>
      </dsp:txXfrm>
    </dsp:sp>
    <dsp:sp modelId="{6158D130-AEA1-4965-B6E6-F2E2E7B40A9B}">
      <dsp:nvSpPr>
        <dsp:cNvPr id="0" name=""/>
        <dsp:cNvSpPr/>
      </dsp:nvSpPr>
      <dsp:spPr>
        <a:xfrm>
          <a:off x="2451540" y="337713"/>
          <a:ext cx="874835" cy="5249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Capture</a:t>
          </a:r>
        </a:p>
      </dsp:txBody>
      <dsp:txXfrm>
        <a:off x="2466914" y="353087"/>
        <a:ext cx="844087" cy="494153"/>
      </dsp:txXfrm>
    </dsp:sp>
    <dsp:sp modelId="{6ED19392-C203-4104-84B3-620CD3845F65}">
      <dsp:nvSpPr>
        <dsp:cNvPr id="0" name=""/>
        <dsp:cNvSpPr/>
      </dsp:nvSpPr>
      <dsp:spPr>
        <a:xfrm>
          <a:off x="3413859" y="491684"/>
          <a:ext cx="185465" cy="216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413859" y="535076"/>
        <a:ext cx="129826" cy="130175"/>
      </dsp:txXfrm>
    </dsp:sp>
    <dsp:sp modelId="{F804543D-5197-43B5-8DBD-FB552C98940C}">
      <dsp:nvSpPr>
        <dsp:cNvPr id="0" name=""/>
        <dsp:cNvSpPr/>
      </dsp:nvSpPr>
      <dsp:spPr>
        <a:xfrm>
          <a:off x="3676309" y="337713"/>
          <a:ext cx="874835" cy="5249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Post-capture</a:t>
          </a:r>
        </a:p>
      </dsp:txBody>
      <dsp:txXfrm>
        <a:off x="3691683" y="353087"/>
        <a:ext cx="844087" cy="4941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19747-2327-4A57-B8FE-9EFB281438FB}">
      <dsp:nvSpPr>
        <dsp:cNvPr id="0" name=""/>
        <dsp:cNvSpPr/>
      </dsp:nvSpPr>
      <dsp:spPr>
        <a:xfrm>
          <a:off x="595237" y="0"/>
          <a:ext cx="6746021" cy="297135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06AB4-95C0-47D8-BB28-9A05A430AE06}">
      <dsp:nvSpPr>
        <dsp:cNvPr id="0" name=""/>
        <dsp:cNvSpPr/>
      </dsp:nvSpPr>
      <dsp:spPr>
        <a:xfrm>
          <a:off x="2179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900" kern="1200" dirty="0"/>
            <a:t>ま</a:t>
          </a:r>
          <a:r>
            <a:rPr lang="ja-JP" sz="900" kern="1200" dirty="0"/>
            <a:t>ずは</a:t>
          </a:r>
          <a:r>
            <a:rPr lang="en-US" sz="900" kern="1200" dirty="0"/>
            <a:t>Simulink</a:t>
          </a:r>
          <a:r>
            <a:rPr lang="ja-JP" sz="900" kern="1200" dirty="0"/>
            <a:t>と</a:t>
          </a:r>
          <a:r>
            <a:rPr lang="en-US" sz="900" kern="1200" dirty="0"/>
            <a:t>MATLAB</a:t>
          </a:r>
          <a:r>
            <a:rPr lang="ja-JP" sz="900" kern="1200" dirty="0"/>
            <a:t>で</a:t>
          </a:r>
          <a:r>
            <a:rPr lang="en-US" sz="900" kern="1200" dirty="0"/>
            <a:t>UAV</a:t>
          </a:r>
          <a:r>
            <a:rPr lang="ja-JP" sz="900" kern="1200" dirty="0"/>
            <a:t>のダイナミクスモデルを作成しました。</a:t>
          </a:r>
          <a:endParaRPr lang="en-US" sz="900" kern="1200" dirty="0"/>
        </a:p>
      </dsp:txBody>
      <dsp:txXfrm>
        <a:off x="60199" y="949425"/>
        <a:ext cx="1153101" cy="1072500"/>
      </dsp:txXfrm>
    </dsp:sp>
    <dsp:sp modelId="{E56BE7C2-079C-4091-BDA7-FCACEBC54B51}">
      <dsp:nvSpPr>
        <dsp:cNvPr id="0" name=""/>
        <dsp:cNvSpPr/>
      </dsp:nvSpPr>
      <dsp:spPr>
        <a:xfrm>
          <a:off x="1334778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Pixhawk </a:t>
          </a:r>
          <a:r>
            <a:rPr lang="ja-JP" sz="900" kern="1200"/>
            <a:t>の くみこみ  ソフトウェア を つかって</a:t>
          </a:r>
          <a:endParaRPr lang="en-US" sz="900" kern="1200"/>
        </a:p>
      </dsp:txBody>
      <dsp:txXfrm>
        <a:off x="1392798" y="949425"/>
        <a:ext cx="1153101" cy="1072500"/>
      </dsp:txXfrm>
    </dsp:sp>
    <dsp:sp modelId="{D341D39D-EB2B-417B-A380-E061956B86B8}">
      <dsp:nvSpPr>
        <dsp:cNvPr id="0" name=""/>
        <dsp:cNvSpPr/>
      </dsp:nvSpPr>
      <dsp:spPr>
        <a:xfrm>
          <a:off x="2667377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QGroundControl </a:t>
          </a:r>
          <a:r>
            <a:rPr lang="ja-JP" sz="900" kern="1200"/>
            <a:t>が それと バーチャルシミュレーターの</a:t>
          </a:r>
          <a:r>
            <a:rPr lang="en-US" sz="900" kern="1200"/>
            <a:t>X-Plane</a:t>
          </a:r>
          <a:r>
            <a:rPr lang="ja-JP" sz="900" kern="1200"/>
            <a:t>の  間の 中継として</a:t>
          </a:r>
          <a:r>
            <a:rPr lang="en-US" sz="900" kern="1200"/>
            <a:t>(relay)  Data</a:t>
          </a:r>
          <a:r>
            <a:rPr lang="ja-JP" sz="900" kern="1200"/>
            <a:t> を送る・受け取る をおこないました</a:t>
          </a:r>
          <a:endParaRPr lang="en-US" sz="900" kern="1200"/>
        </a:p>
      </dsp:txBody>
      <dsp:txXfrm>
        <a:off x="2725397" y="949425"/>
        <a:ext cx="1153101" cy="1072500"/>
      </dsp:txXfrm>
    </dsp:sp>
    <dsp:sp modelId="{3642623A-0AFD-41FC-8869-6204EB595B9A}">
      <dsp:nvSpPr>
        <dsp:cNvPr id="0" name=""/>
        <dsp:cNvSpPr/>
      </dsp:nvSpPr>
      <dsp:spPr>
        <a:xfrm>
          <a:off x="3999976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Plane Maker </a:t>
          </a:r>
          <a:r>
            <a:rPr lang="ja-JP" sz="900" kern="1200"/>
            <a:t>の </a:t>
          </a:r>
          <a:r>
            <a:rPr lang="en-US" sz="900" kern="1200"/>
            <a:t>X-Plane </a:t>
          </a:r>
          <a:r>
            <a:rPr lang="ja-JP" sz="900" kern="1200"/>
            <a:t>の中で カスタム</a:t>
          </a:r>
          <a:r>
            <a:rPr lang="en-US" sz="900" kern="1200"/>
            <a:t>  </a:t>
          </a:r>
          <a:r>
            <a:rPr lang="ja-JP" sz="900" kern="1200"/>
            <a:t>飛行機を作って </a:t>
          </a:r>
          <a:r>
            <a:rPr lang="en-US" sz="900" kern="1200"/>
            <a:t>(VTOL Design)</a:t>
          </a:r>
        </a:p>
      </dsp:txBody>
      <dsp:txXfrm>
        <a:off x="4057996" y="949425"/>
        <a:ext cx="1153101" cy="1072500"/>
      </dsp:txXfrm>
    </dsp:sp>
    <dsp:sp modelId="{358DFCC4-C409-4D56-8621-BC2FB7B2C27A}">
      <dsp:nvSpPr>
        <dsp:cNvPr id="0" name=""/>
        <dsp:cNvSpPr/>
      </dsp:nvSpPr>
      <dsp:spPr>
        <a:xfrm>
          <a:off x="5332575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b="1" kern="1200"/>
            <a:t>フライトテストをして</a:t>
          </a:r>
          <a:r>
            <a:rPr lang="en-US" sz="900" b="1" kern="1200"/>
            <a:t>, </a:t>
          </a:r>
          <a:r>
            <a:rPr lang="ja-JP" sz="900" b="1" kern="1200"/>
            <a:t>りりく</a:t>
          </a:r>
          <a:r>
            <a:rPr lang="en-US" sz="900" b="1" kern="1200"/>
            <a:t>,</a:t>
          </a:r>
          <a:r>
            <a:rPr lang="ja-JP" sz="900" b="1" kern="1200"/>
            <a:t> ちゃくりく</a:t>
          </a:r>
          <a:r>
            <a:rPr lang="en-US" sz="900" b="1" kern="1200"/>
            <a:t>, </a:t>
          </a:r>
          <a:r>
            <a:rPr lang="ja-JP" sz="900" b="1" kern="1200"/>
            <a:t>じゅんこうちゅう  </a:t>
          </a:r>
          <a:r>
            <a:rPr lang="en-US" sz="900" b="1" kern="1200"/>
            <a:t>(take off, landing, cruise) </a:t>
          </a:r>
          <a:r>
            <a:rPr lang="ja-JP" sz="900" b="1" kern="1200"/>
            <a:t>ひこう あんていせい を チェックしました</a:t>
          </a:r>
          <a:endParaRPr lang="en-US" sz="900" kern="1200"/>
        </a:p>
      </dsp:txBody>
      <dsp:txXfrm>
        <a:off x="5390595" y="949425"/>
        <a:ext cx="1153101" cy="1072500"/>
      </dsp:txXfrm>
    </dsp:sp>
    <dsp:sp modelId="{56CCBB20-AEFE-495A-86C7-74368CB8EC89}">
      <dsp:nvSpPr>
        <dsp:cNvPr id="0" name=""/>
        <dsp:cNvSpPr/>
      </dsp:nvSpPr>
      <dsp:spPr>
        <a:xfrm>
          <a:off x="6665174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b="1" kern="1200"/>
            <a:t>それから、</a:t>
          </a:r>
          <a:r>
            <a:rPr lang="en-US" sz="900" b="1" kern="1200"/>
            <a:t>Simulink</a:t>
          </a:r>
          <a:r>
            <a:rPr lang="ja-JP" sz="900" b="1" kern="1200"/>
            <a:t>で</a:t>
          </a:r>
          <a:r>
            <a:rPr lang="en-US" sz="900" b="1" kern="1200"/>
            <a:t>SIL </a:t>
          </a:r>
          <a:r>
            <a:rPr lang="ja-JP" sz="900" b="1" kern="1200"/>
            <a:t>コント 制御システムじっそうしました</a:t>
          </a:r>
          <a:endParaRPr lang="en-US" sz="900" kern="1200"/>
        </a:p>
      </dsp:txBody>
      <dsp:txXfrm>
        <a:off x="6723194" y="949425"/>
        <a:ext cx="1153101" cy="107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19747-2327-4A57-B8FE-9EFB281438FB}">
      <dsp:nvSpPr>
        <dsp:cNvPr id="0" name=""/>
        <dsp:cNvSpPr/>
      </dsp:nvSpPr>
      <dsp:spPr>
        <a:xfrm>
          <a:off x="595237" y="0"/>
          <a:ext cx="6746021" cy="297135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06AB4-95C0-47D8-BB28-9A05A430AE06}">
      <dsp:nvSpPr>
        <dsp:cNvPr id="0" name=""/>
        <dsp:cNvSpPr/>
      </dsp:nvSpPr>
      <dsp:spPr>
        <a:xfrm>
          <a:off x="2179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kern="1200"/>
            <a:t>ずは</a:t>
          </a:r>
          <a:r>
            <a:rPr lang="en-US" sz="900" kern="1200"/>
            <a:t>Simulink</a:t>
          </a:r>
          <a:r>
            <a:rPr lang="ja-JP" sz="900" kern="1200"/>
            <a:t>と</a:t>
          </a:r>
          <a:r>
            <a:rPr lang="en-US" sz="900" kern="1200"/>
            <a:t>MATLAB</a:t>
          </a:r>
          <a:r>
            <a:rPr lang="ja-JP" sz="900" kern="1200"/>
            <a:t>で</a:t>
          </a:r>
          <a:r>
            <a:rPr lang="en-US" sz="900" kern="1200"/>
            <a:t>UAV</a:t>
          </a:r>
          <a:r>
            <a:rPr lang="ja-JP" sz="900" kern="1200"/>
            <a:t>のダイナミクスモデルを作成しました。</a:t>
          </a:r>
          <a:endParaRPr lang="en-US" sz="900" kern="1200"/>
        </a:p>
      </dsp:txBody>
      <dsp:txXfrm>
        <a:off x="60199" y="949425"/>
        <a:ext cx="1153101" cy="1072500"/>
      </dsp:txXfrm>
    </dsp:sp>
    <dsp:sp modelId="{E56BE7C2-079C-4091-BDA7-FCACEBC54B51}">
      <dsp:nvSpPr>
        <dsp:cNvPr id="0" name=""/>
        <dsp:cNvSpPr/>
      </dsp:nvSpPr>
      <dsp:spPr>
        <a:xfrm>
          <a:off x="1334778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Pixhawk </a:t>
          </a:r>
          <a:r>
            <a:rPr lang="ja-JP" sz="900" kern="1200"/>
            <a:t>の くみこみ  ソフトウェア を つかって</a:t>
          </a:r>
          <a:endParaRPr lang="en-US" sz="900" kern="1200"/>
        </a:p>
      </dsp:txBody>
      <dsp:txXfrm>
        <a:off x="1392798" y="949425"/>
        <a:ext cx="1153101" cy="1072500"/>
      </dsp:txXfrm>
    </dsp:sp>
    <dsp:sp modelId="{D341D39D-EB2B-417B-A380-E061956B86B8}">
      <dsp:nvSpPr>
        <dsp:cNvPr id="0" name=""/>
        <dsp:cNvSpPr/>
      </dsp:nvSpPr>
      <dsp:spPr>
        <a:xfrm>
          <a:off x="2667377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QGroundControl </a:t>
          </a:r>
          <a:r>
            <a:rPr lang="ja-JP" sz="900" kern="1200"/>
            <a:t>が それと バーチャルシミュレーターの</a:t>
          </a:r>
          <a:r>
            <a:rPr lang="en-US" sz="900" kern="1200"/>
            <a:t>X-Plane</a:t>
          </a:r>
          <a:r>
            <a:rPr lang="ja-JP" sz="900" kern="1200"/>
            <a:t>の  間の 中継として</a:t>
          </a:r>
          <a:r>
            <a:rPr lang="en-US" sz="900" kern="1200"/>
            <a:t>(relay)  Data</a:t>
          </a:r>
          <a:r>
            <a:rPr lang="ja-JP" sz="900" kern="1200"/>
            <a:t> を送る・受け取る をおこないました</a:t>
          </a:r>
          <a:endParaRPr lang="en-US" sz="900" kern="1200"/>
        </a:p>
      </dsp:txBody>
      <dsp:txXfrm>
        <a:off x="2725397" y="949425"/>
        <a:ext cx="1153101" cy="1072500"/>
      </dsp:txXfrm>
    </dsp:sp>
    <dsp:sp modelId="{3642623A-0AFD-41FC-8869-6204EB595B9A}">
      <dsp:nvSpPr>
        <dsp:cNvPr id="0" name=""/>
        <dsp:cNvSpPr/>
      </dsp:nvSpPr>
      <dsp:spPr>
        <a:xfrm>
          <a:off x="3999976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Plane Maker </a:t>
          </a:r>
          <a:r>
            <a:rPr lang="ja-JP" sz="900" kern="1200"/>
            <a:t>の </a:t>
          </a:r>
          <a:r>
            <a:rPr lang="en-US" sz="900" kern="1200"/>
            <a:t>X-Plane </a:t>
          </a:r>
          <a:r>
            <a:rPr lang="ja-JP" sz="900" kern="1200"/>
            <a:t>の中で カスタム</a:t>
          </a:r>
          <a:r>
            <a:rPr lang="en-US" sz="900" kern="1200"/>
            <a:t>  </a:t>
          </a:r>
          <a:r>
            <a:rPr lang="ja-JP" sz="900" kern="1200"/>
            <a:t>飛行機を作って </a:t>
          </a:r>
          <a:r>
            <a:rPr lang="en-US" sz="900" kern="1200"/>
            <a:t>(VTOL Design)</a:t>
          </a:r>
        </a:p>
      </dsp:txBody>
      <dsp:txXfrm>
        <a:off x="4057996" y="949425"/>
        <a:ext cx="1153101" cy="1072500"/>
      </dsp:txXfrm>
    </dsp:sp>
    <dsp:sp modelId="{358DFCC4-C409-4D56-8621-BC2FB7B2C27A}">
      <dsp:nvSpPr>
        <dsp:cNvPr id="0" name=""/>
        <dsp:cNvSpPr/>
      </dsp:nvSpPr>
      <dsp:spPr>
        <a:xfrm>
          <a:off x="5332575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b="1" kern="1200"/>
            <a:t>フライトテストをして</a:t>
          </a:r>
          <a:r>
            <a:rPr lang="en-US" sz="900" b="1" kern="1200"/>
            <a:t>, </a:t>
          </a:r>
          <a:r>
            <a:rPr lang="ja-JP" sz="900" b="1" kern="1200"/>
            <a:t>りりく</a:t>
          </a:r>
          <a:r>
            <a:rPr lang="en-US" sz="900" b="1" kern="1200"/>
            <a:t>,</a:t>
          </a:r>
          <a:r>
            <a:rPr lang="ja-JP" sz="900" b="1" kern="1200"/>
            <a:t> ちゃくりく</a:t>
          </a:r>
          <a:r>
            <a:rPr lang="en-US" sz="900" b="1" kern="1200"/>
            <a:t>, </a:t>
          </a:r>
          <a:r>
            <a:rPr lang="ja-JP" sz="900" b="1" kern="1200"/>
            <a:t>じゅんこうちゅう  </a:t>
          </a:r>
          <a:r>
            <a:rPr lang="en-US" sz="900" b="1" kern="1200"/>
            <a:t>(take off, landing, cruise) </a:t>
          </a:r>
          <a:r>
            <a:rPr lang="ja-JP" sz="900" b="1" kern="1200"/>
            <a:t>ひこう あんていせい を チェックしました</a:t>
          </a:r>
          <a:endParaRPr lang="en-US" sz="900" kern="1200"/>
        </a:p>
      </dsp:txBody>
      <dsp:txXfrm>
        <a:off x="5390595" y="949425"/>
        <a:ext cx="1153101" cy="1072500"/>
      </dsp:txXfrm>
    </dsp:sp>
    <dsp:sp modelId="{56CCBB20-AEFE-495A-86C7-74368CB8EC89}">
      <dsp:nvSpPr>
        <dsp:cNvPr id="0" name=""/>
        <dsp:cNvSpPr/>
      </dsp:nvSpPr>
      <dsp:spPr>
        <a:xfrm>
          <a:off x="6665174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b="1" kern="1200"/>
            <a:t>それから、</a:t>
          </a:r>
          <a:r>
            <a:rPr lang="en-US" sz="900" b="1" kern="1200"/>
            <a:t>Simulink</a:t>
          </a:r>
          <a:r>
            <a:rPr lang="ja-JP" sz="900" b="1" kern="1200"/>
            <a:t>で</a:t>
          </a:r>
          <a:r>
            <a:rPr lang="en-US" sz="900" b="1" kern="1200"/>
            <a:t>SIL </a:t>
          </a:r>
          <a:r>
            <a:rPr lang="ja-JP" sz="900" b="1" kern="1200"/>
            <a:t>コント 制御システムじっそうしました</a:t>
          </a:r>
          <a:endParaRPr lang="en-US" sz="900" kern="1200"/>
        </a:p>
      </dsp:txBody>
      <dsp:txXfrm>
        <a:off x="6723194" y="949425"/>
        <a:ext cx="1153101" cy="1072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19747-2327-4A57-B8FE-9EFB281438FB}">
      <dsp:nvSpPr>
        <dsp:cNvPr id="0" name=""/>
        <dsp:cNvSpPr/>
      </dsp:nvSpPr>
      <dsp:spPr>
        <a:xfrm>
          <a:off x="595237" y="0"/>
          <a:ext cx="6746021" cy="297135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06AB4-95C0-47D8-BB28-9A05A430AE06}">
      <dsp:nvSpPr>
        <dsp:cNvPr id="0" name=""/>
        <dsp:cNvSpPr/>
      </dsp:nvSpPr>
      <dsp:spPr>
        <a:xfrm>
          <a:off x="2179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kern="1200"/>
            <a:t>ずは</a:t>
          </a:r>
          <a:r>
            <a:rPr lang="en-US" sz="900" kern="1200"/>
            <a:t>Simulink</a:t>
          </a:r>
          <a:r>
            <a:rPr lang="ja-JP" sz="900" kern="1200"/>
            <a:t>と</a:t>
          </a:r>
          <a:r>
            <a:rPr lang="en-US" sz="900" kern="1200"/>
            <a:t>MATLAB</a:t>
          </a:r>
          <a:r>
            <a:rPr lang="ja-JP" sz="900" kern="1200"/>
            <a:t>で</a:t>
          </a:r>
          <a:r>
            <a:rPr lang="en-US" sz="900" kern="1200"/>
            <a:t>UAV</a:t>
          </a:r>
          <a:r>
            <a:rPr lang="ja-JP" sz="900" kern="1200"/>
            <a:t>のダイナミクスモデルを作成しました。</a:t>
          </a:r>
          <a:endParaRPr lang="en-US" sz="900" kern="1200"/>
        </a:p>
      </dsp:txBody>
      <dsp:txXfrm>
        <a:off x="60199" y="949425"/>
        <a:ext cx="1153101" cy="1072500"/>
      </dsp:txXfrm>
    </dsp:sp>
    <dsp:sp modelId="{E56BE7C2-079C-4091-BDA7-FCACEBC54B51}">
      <dsp:nvSpPr>
        <dsp:cNvPr id="0" name=""/>
        <dsp:cNvSpPr/>
      </dsp:nvSpPr>
      <dsp:spPr>
        <a:xfrm>
          <a:off x="1334778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Pixhawk </a:t>
          </a:r>
          <a:r>
            <a:rPr lang="ja-JP" sz="900" kern="1200"/>
            <a:t>の くみこみ  ソフトウェア を つかって</a:t>
          </a:r>
          <a:endParaRPr lang="en-US" sz="900" kern="1200"/>
        </a:p>
      </dsp:txBody>
      <dsp:txXfrm>
        <a:off x="1392798" y="949425"/>
        <a:ext cx="1153101" cy="1072500"/>
      </dsp:txXfrm>
    </dsp:sp>
    <dsp:sp modelId="{D341D39D-EB2B-417B-A380-E061956B86B8}">
      <dsp:nvSpPr>
        <dsp:cNvPr id="0" name=""/>
        <dsp:cNvSpPr/>
      </dsp:nvSpPr>
      <dsp:spPr>
        <a:xfrm>
          <a:off x="2667377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QGroundControl </a:t>
          </a:r>
          <a:r>
            <a:rPr lang="ja-JP" sz="900" kern="1200"/>
            <a:t>が それと バーチャルシミュレーターの</a:t>
          </a:r>
          <a:r>
            <a:rPr lang="en-US" sz="900" kern="1200"/>
            <a:t>X-Plane</a:t>
          </a:r>
          <a:r>
            <a:rPr lang="ja-JP" sz="900" kern="1200"/>
            <a:t>の  間の 中継として</a:t>
          </a:r>
          <a:r>
            <a:rPr lang="en-US" sz="900" kern="1200"/>
            <a:t>(relay)  Data</a:t>
          </a:r>
          <a:r>
            <a:rPr lang="ja-JP" sz="900" kern="1200"/>
            <a:t> を送る・受け取る をおこないました</a:t>
          </a:r>
          <a:endParaRPr lang="en-US" sz="900" kern="1200"/>
        </a:p>
      </dsp:txBody>
      <dsp:txXfrm>
        <a:off x="2725397" y="949425"/>
        <a:ext cx="1153101" cy="1072500"/>
      </dsp:txXfrm>
    </dsp:sp>
    <dsp:sp modelId="{3642623A-0AFD-41FC-8869-6204EB595B9A}">
      <dsp:nvSpPr>
        <dsp:cNvPr id="0" name=""/>
        <dsp:cNvSpPr/>
      </dsp:nvSpPr>
      <dsp:spPr>
        <a:xfrm>
          <a:off x="3999976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Plane Maker </a:t>
          </a:r>
          <a:r>
            <a:rPr lang="ja-JP" sz="900" kern="1200"/>
            <a:t>の </a:t>
          </a:r>
          <a:r>
            <a:rPr lang="en-US" sz="900" kern="1200"/>
            <a:t>X-Plane </a:t>
          </a:r>
          <a:r>
            <a:rPr lang="ja-JP" sz="900" kern="1200"/>
            <a:t>の中で カスタム</a:t>
          </a:r>
          <a:r>
            <a:rPr lang="en-US" sz="900" kern="1200"/>
            <a:t>  </a:t>
          </a:r>
          <a:r>
            <a:rPr lang="ja-JP" sz="900" kern="1200"/>
            <a:t>飛行機を作って </a:t>
          </a:r>
          <a:r>
            <a:rPr lang="en-US" sz="900" kern="1200"/>
            <a:t>(VTOL Design)</a:t>
          </a:r>
        </a:p>
      </dsp:txBody>
      <dsp:txXfrm>
        <a:off x="4057996" y="949425"/>
        <a:ext cx="1153101" cy="1072500"/>
      </dsp:txXfrm>
    </dsp:sp>
    <dsp:sp modelId="{358DFCC4-C409-4D56-8621-BC2FB7B2C27A}">
      <dsp:nvSpPr>
        <dsp:cNvPr id="0" name=""/>
        <dsp:cNvSpPr/>
      </dsp:nvSpPr>
      <dsp:spPr>
        <a:xfrm>
          <a:off x="5332575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b="1" kern="1200"/>
            <a:t>フライトテストをして</a:t>
          </a:r>
          <a:r>
            <a:rPr lang="en-US" sz="900" b="1" kern="1200"/>
            <a:t>, </a:t>
          </a:r>
          <a:r>
            <a:rPr lang="ja-JP" sz="900" b="1" kern="1200"/>
            <a:t>りりく</a:t>
          </a:r>
          <a:r>
            <a:rPr lang="en-US" sz="900" b="1" kern="1200"/>
            <a:t>,</a:t>
          </a:r>
          <a:r>
            <a:rPr lang="ja-JP" sz="900" b="1" kern="1200"/>
            <a:t> ちゃくりく</a:t>
          </a:r>
          <a:r>
            <a:rPr lang="en-US" sz="900" b="1" kern="1200"/>
            <a:t>, </a:t>
          </a:r>
          <a:r>
            <a:rPr lang="ja-JP" sz="900" b="1" kern="1200"/>
            <a:t>じゅんこうちゅう  </a:t>
          </a:r>
          <a:r>
            <a:rPr lang="en-US" sz="900" b="1" kern="1200"/>
            <a:t>(take off, landing, cruise) </a:t>
          </a:r>
          <a:r>
            <a:rPr lang="ja-JP" sz="900" b="1" kern="1200"/>
            <a:t>ひこう あんていせい を チェックしました</a:t>
          </a:r>
          <a:endParaRPr lang="en-US" sz="900" kern="1200"/>
        </a:p>
      </dsp:txBody>
      <dsp:txXfrm>
        <a:off x="5390595" y="949425"/>
        <a:ext cx="1153101" cy="1072500"/>
      </dsp:txXfrm>
    </dsp:sp>
    <dsp:sp modelId="{56CCBB20-AEFE-495A-86C7-74368CB8EC89}">
      <dsp:nvSpPr>
        <dsp:cNvPr id="0" name=""/>
        <dsp:cNvSpPr/>
      </dsp:nvSpPr>
      <dsp:spPr>
        <a:xfrm>
          <a:off x="6665174" y="891405"/>
          <a:ext cx="1269141" cy="1188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900" b="1" kern="1200"/>
            <a:t>それから、</a:t>
          </a:r>
          <a:r>
            <a:rPr lang="en-US" sz="900" b="1" kern="1200"/>
            <a:t>Simulink</a:t>
          </a:r>
          <a:r>
            <a:rPr lang="ja-JP" sz="900" b="1" kern="1200"/>
            <a:t>で</a:t>
          </a:r>
          <a:r>
            <a:rPr lang="en-US" sz="900" b="1" kern="1200"/>
            <a:t>SIL </a:t>
          </a:r>
          <a:r>
            <a:rPr lang="ja-JP" sz="900" b="1" kern="1200"/>
            <a:t>コント 制御システムじっそうしました</a:t>
          </a:r>
          <a:endParaRPr lang="en-US" sz="900" kern="1200"/>
        </a:p>
      </dsp:txBody>
      <dsp:txXfrm>
        <a:off x="6723194" y="949425"/>
        <a:ext cx="1153101" cy="10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76F50-0DED-4E08-A1F8-D1E89434CCE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393EC-413A-44F4-BBDE-EDDF02C3C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5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dirty="0" err="1"/>
              <a:t>gakureki</a:t>
            </a:r>
            <a:r>
              <a:rPr lang="en-US" dirty="0"/>
              <a:t> (education)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2023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gatsu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kokuu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kougaku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gakushi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2026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gatsu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kokuu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kougaku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shuushi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senkou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65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95D3-665F-16C5-A1AD-501363D1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6D907-10C0-0B7E-3A83-BBFCD8068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513AB-1B15-6D7F-9B7C-5C26D8F3C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Repair</a:t>
            </a:r>
          </a:p>
          <a:p>
            <a:pPr marL="228600" indent="-228600" fontAlgn="t">
              <a:buAutoNum type="arabicParenR"/>
            </a:pP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 change </a:t>
            </a:r>
          </a:p>
          <a:p>
            <a:pPr marL="0" indent="0" fontAlgn="t">
              <a:buNone/>
            </a:pP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Debris/ non operational satellite removal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mukashi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on-orbit operations </a:t>
            </a: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tatoeba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…. extravehicular activity (</a:t>
            </a: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astrounants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Shikashi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totemo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muzukashiku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kiken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Sono tame,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hitsuyou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Kyou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setsumei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kaiten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taagetto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tsukamaeru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Mission flow is like 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Mokuhyou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MATLAB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shimyureshon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tsukuru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misshon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onaji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kontorora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tsukaimasu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manabi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koto ha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hitotsu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koutei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shisutemu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explain control of space robots.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particular, I studied a method to safely capture rotating targets.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9BE74-9012-3C48-F468-E8476441B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6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B45D-6A82-4C63-D7AC-82BB9270D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84845-008C-B73D-530E-6BDF96C14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14B5E-4686-C301-F306-4683CC0AD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Mukashi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hirto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 </a:t>
            </a: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fontAlgn="t"/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controller and </a:t>
            </a:r>
            <a:r>
              <a:rPr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dyanmics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 bit different </a:t>
            </a:r>
          </a:p>
          <a:p>
            <a:pPr fontAlgn="t"/>
            <a:endParaRPr lang="en-US" altLang="ja-JP" dirty="0"/>
          </a:p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きょうは、宇宙ロボットの制御について説明します。</a:t>
            </a:r>
            <a:b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特に、回転しているターゲットを安全に捕まえる方法を研究しました。</a:t>
            </a:r>
            <a:endParaRPr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この研究では、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つの制御方法で、すべての工程に対応できるシステムを提案しました。</a:t>
            </a:r>
          </a:p>
          <a:p>
            <a:pPr fontAlgn="t"/>
            <a:endParaRPr lang="ja-JP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Romaji`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Kyou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setsumei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kaiten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taagetto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tsukamaeru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hitotsu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koutei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shisutemu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explain control of space robots.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particular, I studied a method to safely capture rotating targets.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A076C-A102-B7EB-856F-5086BAB20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54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10974-0E8B-0504-7284-A5FAF69F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CDFEB-4604-97A1-B276-482669B7E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5D715-9D5B-8883-C10F-9C229F5FE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きょうは、宇宙ロボットの制御について説明します。</a:t>
            </a:r>
            <a:b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特に、回転しているターゲットを安全に捕まえる方法を研究しました。</a:t>
            </a:r>
            <a:endParaRPr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この研究では、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つの制御方法で、すべての工程に対応できるシステムを提案しました。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Kyou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setsumei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kaiten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taagetto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tsukamaeru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hitotsu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koutei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shisutemu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explain control of space robots.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particular, I studied a method to safely capture rotating targets.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EB0B4-1B83-B1DA-8A68-972DC2A03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20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FF69-BF80-6C9A-3F72-A192DE56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CC968-6A73-855A-BAAE-451F1DE85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4C66F-39A9-2BF3-42B0-0CDB3A399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きょうは、宇宙ロボットの制御について説明します。</a:t>
            </a:r>
            <a:b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特に、回転しているターゲットを安全に捕まえる方法を研究しました。</a:t>
            </a:r>
            <a:endParaRPr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この研究では、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つの制御方法で、すべての工程に対応できるシステムを提案しました。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Kyou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setsumei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kaiten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taagetto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tsukamaeru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hitotsu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koutei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shisutemu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explain control of space robots.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particular, I studied a method to safely capture rotating targets.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75F29-27CD-293C-B625-3B3A81D26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51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69E4-2F32-1E2D-6856-B8ECD41B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60C19-FA0D-345C-6D87-C3B066BF0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13EE0-E5C9-9C97-F0F3-A696019C3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きょうは、宇宙ロボットの制御について説明します。</a:t>
            </a:r>
            <a:b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特に、回転しているターゲットを安全に捕まえる方法を研究しました。</a:t>
            </a:r>
            <a:endParaRPr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この研究では、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つの制御方法で、すべての工程に対応できるシステムを提案しました。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Kyou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setsumei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kaiten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taagetto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tsukamaeru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kenkyuu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hitotsu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seigyo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houhou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koutei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dekiru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shisutemu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shimashita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explain control of space robots.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particular, I studied a method to safely capture rotating targets.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research, I proposed a system that can handle all phases using one control method.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🔤 Romaji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English</a:t>
            </a:r>
          </a:p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320F1-F34E-09B1-483C-85BCA0DEF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73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dirty="0">
                <a:solidFill>
                  <a:srgbClr val="000000"/>
                </a:solidFill>
              </a:rPr>
              <a:t>A prototype for a shipping company to receive and deliver cargo using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</a:rPr>
              <a:t> OOP, and various data structures such as linked lists, stacks, and priority queues.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（はいそうがいしゃ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17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Arigatou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gozaimasu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Kore kara motto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chiimu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kouken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shitai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93EC-413A-44F4-BBDE-EDDF02C3CC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5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014480"/>
            <a:ext cx="5601960" cy="221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-55080" y="539280"/>
            <a:ext cx="9198720" cy="4604040"/>
            <a:chOff x="-55080" y="539280"/>
            <a:chExt cx="9198720" cy="4604040"/>
          </a:xfrm>
        </p:grpSpPr>
        <p:cxnSp>
          <p:nvCxnSpPr>
            <p:cNvPr id="5" name="Google Shape;13;p2"/>
            <p:cNvCxnSpPr/>
            <p:nvPr/>
          </p:nvCxnSpPr>
          <p:spPr>
            <a:xfrm>
              <a:off x="-55080" y="4608360"/>
              <a:ext cx="48708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" name="Google Shape;14;p2"/>
            <p:cNvCxnSpPr/>
            <p:nvPr/>
          </p:nvCxnSpPr>
          <p:spPr>
            <a:xfrm>
              <a:off x="4751640" y="539280"/>
              <a:ext cx="439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" name="Google Shape;15;p2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33;p20"/>
          <p:cNvGrpSpPr/>
          <p:nvPr/>
        </p:nvGrpSpPr>
        <p:grpSpPr>
          <a:xfrm>
            <a:off x="0" y="0"/>
            <a:ext cx="9144000" cy="5143320"/>
            <a:chOff x="0" y="0"/>
            <a:chExt cx="9144000" cy="5143320"/>
          </a:xfrm>
        </p:grpSpPr>
        <p:sp>
          <p:nvSpPr>
            <p:cNvPr id="10" name="Google Shape;134;p20"/>
            <p:cNvSpPr/>
            <p:nvPr/>
          </p:nvSpPr>
          <p:spPr>
            <a:xfrm>
              <a:off x="4186080" y="4426560"/>
              <a:ext cx="4957920" cy="7106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35;p20"/>
            <p:cNvSpPr/>
            <p:nvPr/>
          </p:nvSpPr>
          <p:spPr>
            <a:xfrm>
              <a:off x="0" y="0"/>
              <a:ext cx="852480" cy="51433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082400" y="544320"/>
            <a:ext cx="4223880" cy="120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" name="Google Shape;138;p20"/>
          <p:cNvGrpSpPr/>
          <p:nvPr/>
        </p:nvGrpSpPr>
        <p:grpSpPr>
          <a:xfrm>
            <a:off x="0" y="539280"/>
            <a:ext cx="8430480" cy="4604040"/>
            <a:chOff x="0" y="539280"/>
            <a:chExt cx="8430480" cy="4604040"/>
          </a:xfrm>
        </p:grpSpPr>
        <p:cxnSp>
          <p:nvCxnSpPr>
            <p:cNvPr id="14" name="Google Shape;139;p20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" name="Google Shape;140;p20"/>
            <p:cNvCxnSpPr/>
            <p:nvPr/>
          </p:nvCxnSpPr>
          <p:spPr>
            <a:xfrm flipH="1">
              <a:off x="0" y="539280"/>
              <a:ext cx="43372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1691280" y="1759320"/>
            <a:ext cx="5761440" cy="20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Google Shape;145;p21"/>
          <p:cNvSpPr/>
          <p:nvPr/>
        </p:nvSpPr>
        <p:spPr>
          <a:xfrm flipH="1">
            <a:off x="-720" y="487584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0" name="Google Shape;146;p21"/>
          <p:cNvGrpSpPr/>
          <p:nvPr/>
        </p:nvGrpSpPr>
        <p:grpSpPr>
          <a:xfrm>
            <a:off x="276480" y="267120"/>
            <a:ext cx="8860320" cy="4876200"/>
            <a:chOff x="276480" y="267120"/>
            <a:chExt cx="8860320" cy="4876200"/>
          </a:xfrm>
        </p:grpSpPr>
        <p:cxnSp>
          <p:nvCxnSpPr>
            <p:cNvPr id="21" name="Google Shape;147;p21"/>
            <p:cNvCxnSpPr/>
            <p:nvPr/>
          </p:nvCxnSpPr>
          <p:spPr>
            <a:xfrm flipV="1">
              <a:off x="2764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2" name="Google Shape;148;p21"/>
            <p:cNvCxnSpPr/>
            <p:nvPr/>
          </p:nvCxnSpPr>
          <p:spPr>
            <a:xfrm>
              <a:off x="4564800" y="26712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48240" y="1185480"/>
            <a:ext cx="486288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152;p22"/>
          <p:cNvSpPr/>
          <p:nvPr/>
        </p:nvSpPr>
        <p:spPr>
          <a:xfrm rot="10800000" flipH="1">
            <a:off x="82915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" name="Google Shape;153;p22"/>
          <p:cNvGrpSpPr/>
          <p:nvPr/>
        </p:nvGrpSpPr>
        <p:grpSpPr>
          <a:xfrm>
            <a:off x="-55080" y="0"/>
            <a:ext cx="9198720" cy="4603680"/>
            <a:chOff x="-55080" y="0"/>
            <a:chExt cx="9198720" cy="4603680"/>
          </a:xfrm>
        </p:grpSpPr>
        <p:cxnSp>
          <p:nvCxnSpPr>
            <p:cNvPr id="26" name="Google Shape;154;p22"/>
            <p:cNvCxnSpPr/>
            <p:nvPr/>
          </p:nvCxnSpPr>
          <p:spPr>
            <a:xfrm>
              <a:off x="-55080" y="534600"/>
              <a:ext cx="45716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7" name="Google Shape;155;p22"/>
            <p:cNvCxnSpPr/>
            <p:nvPr/>
          </p:nvCxnSpPr>
          <p:spPr>
            <a:xfrm>
              <a:off x="4584960" y="4603680"/>
              <a:ext cx="45590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8" name="Google Shape;156;p22"/>
            <p:cNvCxnSpPr/>
            <p:nvPr/>
          </p:nvCxnSpPr>
          <p:spPr>
            <a:xfrm>
              <a:off x="843048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654640" y="530280"/>
            <a:ext cx="383436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" name="Google Shape;261;p32"/>
          <p:cNvGrpSpPr/>
          <p:nvPr/>
        </p:nvGrpSpPr>
        <p:grpSpPr>
          <a:xfrm>
            <a:off x="713520" y="2579400"/>
            <a:ext cx="8430480" cy="2563920"/>
            <a:chOff x="713520" y="2579400"/>
            <a:chExt cx="8430480" cy="2563920"/>
          </a:xfrm>
        </p:grpSpPr>
        <p:cxnSp>
          <p:nvCxnSpPr>
            <p:cNvPr id="32" name="Google Shape;262;p32"/>
            <p:cNvCxnSpPr/>
            <p:nvPr/>
          </p:nvCxnSpPr>
          <p:spPr>
            <a:xfrm>
              <a:off x="2838960" y="4875840"/>
              <a:ext cx="63054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3" name="Google Shape;263;p32"/>
            <p:cNvCxnSpPr/>
            <p:nvPr/>
          </p:nvCxnSpPr>
          <p:spPr>
            <a:xfrm flipV="1">
              <a:off x="713520" y="2579400"/>
              <a:ext cx="360" cy="25642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34" name="Google Shape;264;p32"/>
          <p:cNvSpPr/>
          <p:nvPr/>
        </p:nvSpPr>
        <p:spPr>
          <a:xfrm>
            <a:off x="2654640" y="3304440"/>
            <a:ext cx="3834360" cy="7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39;p6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" name="Google Shape;40;p6"/>
          <p:cNvGrpSpPr/>
          <p:nvPr/>
        </p:nvGrpSpPr>
        <p:grpSpPr>
          <a:xfrm>
            <a:off x="141840" y="0"/>
            <a:ext cx="9001800" cy="4875840"/>
            <a:chOff x="141840" y="0"/>
            <a:chExt cx="9001800" cy="4875840"/>
          </a:xfrm>
        </p:grpSpPr>
        <p:cxnSp>
          <p:nvCxnSpPr>
            <p:cNvPr id="38" name="Google Shape;41;p6"/>
            <p:cNvCxnSpPr/>
            <p:nvPr/>
          </p:nvCxnSpPr>
          <p:spPr>
            <a:xfrm>
              <a:off x="4576320" y="4875840"/>
              <a:ext cx="45676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9" name="Google Shape;42;p6"/>
            <p:cNvCxnSpPr/>
            <p:nvPr/>
          </p:nvCxnSpPr>
          <p:spPr>
            <a:xfrm flipV="1">
              <a:off x="141840" y="0"/>
              <a:ext cx="360" cy="39585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322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2.png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microsoft.com/office/2007/relationships/media" Target="../media/media2.mp4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5.png"/><Relationship Id="rId5" Type="http://schemas.microsoft.com/office/2007/relationships/media" Target="../media/media3.mp4"/><Relationship Id="rId10" Type="http://schemas.openxmlformats.org/officeDocument/2006/relationships/image" Target="../media/image4.png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5.emf"/><Relationship Id="rId4" Type="http://schemas.openxmlformats.org/officeDocument/2006/relationships/diagramLayout" Target="../diagrams/layout5.xml"/><Relationship Id="rId9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8.emf"/><Relationship Id="rId4" Type="http://schemas.openxmlformats.org/officeDocument/2006/relationships/diagramLayout" Target="../diagrams/layout6.xml"/><Relationship Id="rId9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arMoMorgan/ShippingCompanyT8/blob/main/ShippingCompanyT8/Promote.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14240" y="1019160"/>
            <a:ext cx="5600520" cy="221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100" b="0" u="none" strike="noStrike" dirty="0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Hello </a:t>
            </a:r>
            <a:r>
              <a:rPr lang="en-US" sz="4100" b="0" u="none" strike="noStrike" dirty="0">
                <a:solidFill>
                  <a:schemeClr val="accent1"/>
                </a:solidFill>
                <a:effectLst/>
                <a:uFillTx/>
                <a:latin typeface="Golos Text"/>
                <a:ea typeface="Golos Text"/>
              </a:rPr>
              <a:t>There </a:t>
            </a:r>
            <a:br>
              <a:rPr lang="en-US" sz="4100" b="0" u="none" strike="noStrike" dirty="0">
                <a:solidFill>
                  <a:schemeClr val="accent1"/>
                </a:solidFill>
                <a:effectLst/>
                <a:uFillTx/>
                <a:latin typeface="Golos Text"/>
                <a:ea typeface="Golos Text"/>
              </a:rPr>
            </a:br>
            <a:r>
              <a:rPr lang="ja-JP" altLang="en-US" sz="4100" b="0" u="none" strike="noStrike" dirty="0">
                <a:solidFill>
                  <a:schemeClr val="accent1"/>
                </a:solidFill>
                <a:effectLst/>
                <a:uFillTx/>
                <a:latin typeface="Golos Text"/>
                <a:ea typeface="Golos Text"/>
              </a:rPr>
              <a:t>こんにちは！</a:t>
            </a:r>
            <a:endParaRPr lang="fr-FR" sz="4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714240" y="3314880"/>
            <a:ext cx="560052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13160" y="1174104"/>
            <a:ext cx="5761440" cy="2092320"/>
          </a:xfrm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1400" b="1" u="none" strike="noStrike" dirty="0">
                <a:solidFill>
                  <a:srgbClr val="000000"/>
                </a:solidFill>
                <a:effectLst/>
                <a:uFillTx/>
              </a:rPr>
              <a:t>名前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：パンセイ アデル・コダリ </a:t>
            </a:r>
            <a:r>
              <a:rPr lang="ja-JP" altLang="en-US" sz="1400" dirty="0">
                <a:solidFill>
                  <a:srgbClr val="000000"/>
                </a:solidFill>
              </a:rPr>
              <a:t> </a:t>
            </a:r>
            <a:r>
              <a:rPr lang="en-US" altLang="ja-JP" sz="1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ja-JP" altLang="en-US" sz="1400" dirty="0">
                <a:solidFill>
                  <a:srgbClr val="000000"/>
                </a:solidFill>
              </a:rPr>
              <a:t>パンセイ </a:t>
            </a:r>
            <a:endParaRPr lang="en-US" altLang="ja-JP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r>
              <a:rPr lang="ja-JP" altLang="en-US" sz="1400" b="1" u="none" strike="noStrike" dirty="0">
                <a:solidFill>
                  <a:srgbClr val="000000"/>
                </a:solidFill>
                <a:effectLst/>
                <a:uFillTx/>
              </a:rPr>
              <a:t>出身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：エジプト</a:t>
            </a:r>
            <a:endParaRPr lang="en-US" altLang="ja-JP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r>
              <a:rPr lang="ja-JP" altLang="en-US" sz="1400" b="1" u="none" strike="noStrike" dirty="0">
                <a:solidFill>
                  <a:srgbClr val="000000"/>
                </a:solidFill>
                <a:effectLst/>
                <a:uFillTx/>
              </a:rPr>
              <a:t>学歴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：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	2018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年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9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月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〜2023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年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7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月</a:t>
            </a:r>
            <a:endParaRPr lang="en-US" altLang="ja-JP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	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航空宇宙工学 学士</a:t>
            </a:r>
            <a:endParaRPr lang="en-US" altLang="ja-JP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	2024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年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1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月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〜2026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年</a:t>
            </a: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3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月</a:t>
            </a:r>
            <a:endParaRPr lang="en-US" altLang="ja-JP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r>
              <a:rPr lang="en-US" altLang="ja-JP" sz="1400" b="0" u="none" strike="noStrike" dirty="0">
                <a:solidFill>
                  <a:srgbClr val="000000"/>
                </a:solidFill>
                <a:effectLst/>
                <a:uFillTx/>
              </a:rPr>
              <a:t>	</a:t>
            </a:r>
            <a:r>
              <a:rPr lang="ja-JP" altLang="en-US" sz="1400" b="0" u="none" strike="noStrike" dirty="0">
                <a:solidFill>
                  <a:srgbClr val="000000"/>
                </a:solidFill>
                <a:effectLst/>
                <a:uFillTx/>
              </a:rPr>
              <a:t>航空宇宙工学 修士（制御専攻）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13160" y="470520"/>
            <a:ext cx="7717320" cy="549720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2600" b="0" u="none" strike="noStrike" dirty="0">
                <a:solidFill>
                  <a:schemeClr val="dk1"/>
                </a:solidFill>
                <a:effectLst/>
                <a:uFillTx/>
              </a:rPr>
              <a:t>自己紹介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</a:endParaRP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BB732492-9AEC-0F80-40FD-B5A580A5F664}"/>
              </a:ext>
            </a:extLst>
          </p:cNvPr>
          <p:cNvSpPr txBox="1">
            <a:spLocks/>
          </p:cNvSpPr>
          <p:nvPr/>
        </p:nvSpPr>
        <p:spPr>
          <a:xfrm>
            <a:off x="713160" y="3420288"/>
            <a:ext cx="6725028" cy="8601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ja-JP" altLang="en-US" sz="1800" dirty="0">
                <a:solidFill>
                  <a:srgbClr val="000000"/>
                </a:solidFill>
              </a:rPr>
              <a:t>趣味は、絵をかくことと本を読むことです</a:t>
            </a:r>
            <a:r>
              <a:rPr lang="en-US" altLang="ja-JP" sz="1800" dirty="0">
                <a:solidFill>
                  <a:srgbClr val="000000"/>
                </a:solidFill>
              </a:rPr>
              <a:t> </a:t>
            </a:r>
            <a:br>
              <a:rPr lang="en-US" altLang="ja-JP" sz="1800" dirty="0">
                <a:solidFill>
                  <a:srgbClr val="000000"/>
                </a:solidFill>
              </a:rPr>
            </a:br>
            <a:r>
              <a:rPr lang="ja-JP" altLang="en-US" sz="1800" dirty="0">
                <a:solidFill>
                  <a:srgbClr val="000000"/>
                </a:solidFill>
              </a:rPr>
              <a:t>今は時間があまりないですが、やめたくないです。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indent="0"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7DDB-4905-0BF9-AD47-430F887F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>
            <a:extLst>
              <a:ext uri="{FF2B5EF4-FFF2-40B4-BE49-F238E27FC236}">
                <a16:creationId xmlns:a16="http://schemas.microsoft.com/office/drawing/2014/main" id="{DBD713A0-54F0-6D4E-387A-19D66B382594}"/>
              </a:ext>
            </a:extLst>
          </p:cNvPr>
          <p:cNvSpPr txBox="1">
            <a:spLocks/>
          </p:cNvSpPr>
          <p:nvPr/>
        </p:nvSpPr>
        <p:spPr>
          <a:xfrm>
            <a:off x="235480" y="465483"/>
            <a:ext cx="5761440" cy="29946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t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ja-JP" sz="1400" b="1" dirty="0"/>
              <a:t>1) </a:t>
            </a:r>
            <a:r>
              <a:rPr lang="ja-JP" altLang="en-US" sz="1400" b="1" dirty="0"/>
              <a:t>スペースマニピュレーター</a:t>
            </a:r>
          </a:p>
        </p:txBody>
      </p:sp>
      <p:sp>
        <p:nvSpPr>
          <p:cNvPr id="44" name="PlaceHolder 2">
            <a:extLst>
              <a:ext uri="{FF2B5EF4-FFF2-40B4-BE49-F238E27FC236}">
                <a16:creationId xmlns:a16="http://schemas.microsoft.com/office/drawing/2014/main" id="{296DFAA8-EA61-E2CA-C25F-E97861C69C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6417" y="581833"/>
            <a:ext cx="5761440" cy="2994690"/>
          </a:xfrm>
        </p:spPr>
        <p:txBody>
          <a:bodyPr lIns="91440" tIns="91440" rIns="91440" bIns="91440" anchor="t">
            <a:normAutofit/>
          </a:bodyPr>
          <a:lstStyle/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</a:rPr>
              <a:t>On-orbit Operations:</a:t>
            </a:r>
            <a:endParaRPr lang="en-US" sz="1400" b="1" dirty="0">
              <a:solidFill>
                <a:srgbClr val="000000"/>
              </a:solidFill>
            </a:endParaRPr>
          </a:p>
          <a:p>
            <a:pPr indent="0">
              <a:buNone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r>
              <a:rPr lang="en-US" altLang="ja-JP" sz="1400" b="1" dirty="0">
                <a:solidFill>
                  <a:srgbClr val="000000"/>
                </a:solidFill>
              </a:rPr>
              <a:t>Space </a:t>
            </a:r>
            <a:r>
              <a:rPr lang="ja-JP" altLang="en-US" sz="1400" b="1" dirty="0">
                <a:solidFill>
                  <a:srgbClr val="000000"/>
                </a:solidFill>
              </a:rPr>
              <a:t>ミッション</a:t>
            </a:r>
            <a:r>
              <a:rPr lang="en-US" altLang="ja-JP" sz="1400" b="1" dirty="0">
                <a:solidFill>
                  <a:srgbClr val="000000"/>
                </a:solidFill>
              </a:rPr>
              <a:t>:</a:t>
            </a:r>
            <a:endParaRPr lang="en-US" sz="1400" b="1" dirty="0">
              <a:solidFill>
                <a:srgbClr val="000000"/>
              </a:solidFill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r>
              <a:rPr lang="ja-JP" altLang="en-US" sz="1400" b="1" dirty="0"/>
              <a:t>目標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PlaceHolder 1">
            <a:extLst>
              <a:ext uri="{FF2B5EF4-FFF2-40B4-BE49-F238E27FC236}">
                <a16:creationId xmlns:a16="http://schemas.microsoft.com/office/drawing/2014/main" id="{DAE5516F-5724-7860-4990-09A8B130B97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878"/>
            <a:ext cx="7717320" cy="549720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2000" b="0" u="none" strike="noStrike" dirty="0">
                <a:solidFill>
                  <a:schemeClr val="dk1"/>
                </a:solidFill>
                <a:effectLst/>
                <a:uFillTx/>
              </a:rPr>
              <a:t>これまでのプロジェクト</a:t>
            </a:r>
            <a:endParaRPr lang="en-US" altLang="ja-JP" sz="2000" b="0" u="none" strike="noStrike" dirty="0">
              <a:solidFill>
                <a:schemeClr val="dk1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endParaRPr lang="fr-FR" sz="2000" b="0" u="none" strike="noStrike" dirty="0">
              <a:solidFill>
                <a:schemeClr val="dk1"/>
              </a:solidFill>
              <a:effectLst/>
              <a:uFillTx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4100B-6C55-C6F6-E805-B68720B8BB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176" y="254825"/>
            <a:ext cx="3719680" cy="209232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8F6F3D7E-1224-EB1E-B709-40C7E0DB9D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941621"/>
              </p:ext>
            </p:extLst>
          </p:nvPr>
        </p:nvGraphicFramePr>
        <p:xfrm>
          <a:off x="-1124797" y="2856943"/>
          <a:ext cx="5458120" cy="1835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0AC9BC0-8D6A-B9D2-8288-E70051D35E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9894293"/>
              </p:ext>
            </p:extLst>
          </p:nvPr>
        </p:nvGraphicFramePr>
        <p:xfrm>
          <a:off x="3091332" y="676903"/>
          <a:ext cx="2121030" cy="1111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5C56337-0A8C-49B4-F6FC-E6ECAFB41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850865"/>
              </p:ext>
            </p:extLst>
          </p:nvPr>
        </p:nvGraphicFramePr>
        <p:xfrm>
          <a:off x="423736" y="1627562"/>
          <a:ext cx="4553146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1" name="PlaceHolder 2">
            <a:extLst>
              <a:ext uri="{FF2B5EF4-FFF2-40B4-BE49-F238E27FC236}">
                <a16:creationId xmlns:a16="http://schemas.microsoft.com/office/drawing/2014/main" id="{685E2756-5A97-FDB3-5BD7-4D5C7BE429DA}"/>
              </a:ext>
            </a:extLst>
          </p:cNvPr>
          <p:cNvSpPr txBox="1">
            <a:spLocks/>
          </p:cNvSpPr>
          <p:nvPr/>
        </p:nvSpPr>
        <p:spPr>
          <a:xfrm>
            <a:off x="4923689" y="2370063"/>
            <a:ext cx="5761440" cy="29946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  <a:tabLst>
                <a:tab pos="0" algn="l"/>
              </a:tabLst>
            </a:pPr>
            <a:r>
              <a:rPr lang="en-US" sz="1400" b="1" dirty="0">
                <a:solidFill>
                  <a:srgbClr val="000000"/>
                </a:solidFill>
              </a:rPr>
              <a:t>Skills learned (MATLAB)</a:t>
            </a:r>
          </a:p>
          <a:p>
            <a:pPr marL="514350" indent="-285750">
              <a:buFontTx/>
              <a:buChar char="-"/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</a:rPr>
              <a:t>Trajectory generation </a:t>
            </a:r>
          </a:p>
          <a:p>
            <a:pPr marL="514350" indent="-285750">
              <a:buFontTx/>
              <a:buChar char="-"/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</a:rPr>
              <a:t>Contact modeling </a:t>
            </a:r>
          </a:p>
          <a:p>
            <a:pPr marL="514350" indent="-285750">
              <a:buFontTx/>
              <a:buChar char="-"/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</a:rPr>
              <a:t>Robotics toolbox &amp; modern robotics library</a:t>
            </a:r>
          </a:p>
          <a:p>
            <a:pPr marL="971550" lvl="1" indent="-285750">
              <a:buFontTx/>
              <a:buChar char="-"/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</a:rPr>
              <a:t>Forward and inverse dynamics</a:t>
            </a:r>
          </a:p>
          <a:p>
            <a:pPr marL="971550" lvl="1" indent="-285750">
              <a:buFontTx/>
              <a:buChar char="-"/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</a:rPr>
              <a:t>Rigid body tree dynamics </a:t>
            </a:r>
          </a:p>
          <a:p>
            <a:pPr marL="971550" lvl="1" indent="-285750">
              <a:buFontTx/>
              <a:buChar char="-"/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</a:rPr>
              <a:t>Collision detection</a:t>
            </a:r>
          </a:p>
          <a:p>
            <a:pPr marL="971550" lvl="1" indent="-285750">
              <a:buFontTx/>
              <a:buChar char="-"/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</a:rPr>
              <a:t>Tracking control</a:t>
            </a:r>
          </a:p>
        </p:txBody>
      </p:sp>
      <p:pic>
        <p:nvPicPr>
          <p:cNvPr id="1026" name="Picture 2" descr="Automatic Motion Generation for Robotic Milling Optimizing Stiffness ...">
            <a:extLst>
              <a:ext uri="{FF2B5EF4-FFF2-40B4-BE49-F238E27FC236}">
                <a16:creationId xmlns:a16="http://schemas.microsoft.com/office/drawing/2014/main" id="{E7D7F830-12E6-9BA1-5DA0-F9E2B55EB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500" y="2929243"/>
            <a:ext cx="2865748" cy="153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06267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9ED4-50C4-8482-B903-6FF35F77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>
            <a:extLst>
              <a:ext uri="{FF2B5EF4-FFF2-40B4-BE49-F238E27FC236}">
                <a16:creationId xmlns:a16="http://schemas.microsoft.com/office/drawing/2014/main" id="{7F7A9B33-97E8-B9CF-A9DD-F834EFE06B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47326" y="205754"/>
            <a:ext cx="7717320" cy="549720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2600" b="0" u="none" strike="noStrike">
                <a:solidFill>
                  <a:schemeClr val="dk1"/>
                </a:solidFill>
                <a:effectLst/>
                <a:uFillTx/>
              </a:rPr>
              <a:t>これまでのプロジェクト</a:t>
            </a:r>
            <a:endParaRPr lang="en-US" altLang="ja-JP" sz="2600" b="0" u="none" strike="noStrike">
              <a:solidFill>
                <a:schemeClr val="dk1"/>
              </a:solidFill>
              <a:effectLst/>
              <a:uFillTx/>
            </a:endParaRPr>
          </a:p>
          <a:p>
            <a:pPr indent="0">
              <a:buNone/>
              <a:tabLst>
                <a:tab pos="0" algn="l"/>
              </a:tabLst>
            </a:pPr>
            <a:endParaRPr lang="fr-FR" sz="2600" b="0" u="none" strike="noStrike" dirty="0">
              <a:solidFill>
                <a:schemeClr val="dk1"/>
              </a:solidFill>
              <a:effectLst/>
              <a:uFillTx/>
            </a:endParaRPr>
          </a:p>
        </p:txBody>
      </p:sp>
      <p:pic>
        <p:nvPicPr>
          <p:cNvPr id="21" name="robot_simulation_reg">
            <a:hlinkClick r:id="" action="ppaction://media"/>
            <a:extLst>
              <a:ext uri="{FF2B5EF4-FFF2-40B4-BE49-F238E27FC236}">
                <a16:creationId xmlns:a16="http://schemas.microsoft.com/office/drawing/2014/main" id="{7943DCAD-7892-86C6-1BB9-7518EBDD43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0380" y="876407"/>
            <a:ext cx="3435606" cy="2579093"/>
          </a:xfrm>
          <a:prstGeom prst="rect">
            <a:avLst/>
          </a:prstGeom>
        </p:spPr>
      </p:pic>
      <p:pic>
        <p:nvPicPr>
          <p:cNvPr id="23" name="Video Project 1">
            <a:hlinkClick r:id="" action="ppaction://media"/>
            <a:extLst>
              <a:ext uri="{FF2B5EF4-FFF2-40B4-BE49-F238E27FC236}">
                <a16:creationId xmlns:a16="http://schemas.microsoft.com/office/drawing/2014/main" id="{76CD87F0-B76B-B373-9B33-42D0D78CC54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rcRect l="13506" t="6352" r="24504" b="-1578"/>
          <a:stretch>
            <a:fillRect/>
          </a:stretch>
        </p:blipFill>
        <p:spPr>
          <a:xfrm>
            <a:off x="4788816" y="592806"/>
            <a:ext cx="3313004" cy="2862694"/>
          </a:xfrm>
          <a:prstGeom prst="rect">
            <a:avLst/>
          </a:prstGeom>
        </p:spPr>
      </p:pic>
      <p:pic>
        <p:nvPicPr>
          <p:cNvPr id="25" name="speed_1.85x_Tracking">
            <a:hlinkClick r:id="" action="ppaction://media"/>
            <a:extLst>
              <a:ext uri="{FF2B5EF4-FFF2-40B4-BE49-F238E27FC236}">
                <a16:creationId xmlns:a16="http://schemas.microsoft.com/office/drawing/2014/main" id="{9B45E53E-8214-13D5-39E1-4147731262BC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rcRect l="5735" t="9690" r="33867"/>
          <a:stretch>
            <a:fillRect/>
          </a:stretch>
        </p:blipFill>
        <p:spPr>
          <a:xfrm>
            <a:off x="4593526" y="369817"/>
            <a:ext cx="3921551" cy="33031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BDF1317-838A-4A2D-E949-57E096D78ED7}"/>
              </a:ext>
            </a:extLst>
          </p:cNvPr>
          <p:cNvSpPr txBox="1"/>
          <p:nvPr/>
        </p:nvSpPr>
        <p:spPr>
          <a:xfrm>
            <a:off x="1491006" y="3653614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Literature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5149F9-ADDB-E188-EEDB-BEEBE188E193}"/>
              </a:ext>
            </a:extLst>
          </p:cNvPr>
          <p:cNvSpPr txBox="1"/>
          <p:nvPr/>
        </p:nvSpPr>
        <p:spPr>
          <a:xfrm>
            <a:off x="5984452" y="3653614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My work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11FA275-E91D-8FD0-E582-F25EFDCE430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50861" b="1540"/>
          <a:stretch>
            <a:fillRect/>
          </a:stretch>
        </p:blipFill>
        <p:spPr>
          <a:xfrm>
            <a:off x="570380" y="755474"/>
            <a:ext cx="3600092" cy="30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754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3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7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1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 vol="80000">
                <p:cTn id="4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video>
              <p:cMediaNode vol="80000">
                <p:cTn id="43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26" grpId="0"/>
      <p:bldP spid="26" grpId="1"/>
      <p:bldP spid="33" grpId="0"/>
      <p:bldP spid="3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7971-7F20-9AA2-F9FF-6E66CE47B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7E052DE-42B8-A6FF-9FCA-42088E579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5434281"/>
              </p:ext>
            </p:extLst>
          </p:nvPr>
        </p:nvGraphicFramePr>
        <p:xfrm>
          <a:off x="740003" y="420671"/>
          <a:ext cx="7936496" cy="2971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4" name="PlaceHolder 2">
            <a:extLst>
              <a:ext uri="{FF2B5EF4-FFF2-40B4-BE49-F238E27FC236}">
                <a16:creationId xmlns:a16="http://schemas.microsoft.com/office/drawing/2014/main" id="{EF5806A2-0AA8-4CC6-09A5-52150DD118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6417" y="581833"/>
            <a:ext cx="4792655" cy="4140996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en-US" sz="1400" dirty="0"/>
              <a:t>Hardware-in-the-Loop Simulation Approach with PX4</a:t>
            </a:r>
          </a:p>
          <a:p>
            <a:pPr indent="0">
              <a:buNone/>
              <a:tabLst>
                <a:tab pos="0" algn="l"/>
              </a:tabLst>
            </a:pPr>
            <a:r>
              <a:rPr lang="ja-JP" altLang="en-US" sz="1400" dirty="0"/>
              <a:t>ステップの流れ</a:t>
            </a:r>
            <a:endParaRPr lang="en-US" altLang="ja-JP" sz="1400" dirty="0"/>
          </a:p>
          <a:p>
            <a:pPr marL="571500" indent="-342900">
              <a:buFont typeface="Arial" panose="020B0604020202020204" pitchFamily="34" charset="0"/>
              <a:buAutoNum type="arabicParenR"/>
              <a:tabLst>
                <a:tab pos="0" algn="l"/>
              </a:tabLst>
            </a:pPr>
            <a:endParaRPr lang="en-US" altLang="ja-JP" sz="1400" b="1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altLang="ja-JP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PlaceHolder 1">
            <a:extLst>
              <a:ext uri="{FF2B5EF4-FFF2-40B4-BE49-F238E27FC236}">
                <a16:creationId xmlns:a16="http://schemas.microsoft.com/office/drawing/2014/main" id="{B9C19410-38FC-B36A-2067-19A77C28C84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8144" y="9195"/>
            <a:ext cx="7717320" cy="549720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2600" b="0" u="none" strike="noStrike" dirty="0">
                <a:solidFill>
                  <a:schemeClr val="dk1"/>
                </a:solidFill>
                <a:effectLst/>
                <a:uFillTx/>
              </a:rPr>
              <a:t>これまでのプロジェクト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80774-56D6-FF33-D665-30D32031C1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5763" y="2571750"/>
            <a:ext cx="3446369" cy="2218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72148D-B3D6-C2DF-2481-9CDBB1A647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9301" y="71727"/>
            <a:ext cx="3789575" cy="1102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281483-07E0-5C27-A2D1-2B2893DA05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706" y="3011600"/>
            <a:ext cx="1502862" cy="16853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869D4-B130-988D-386D-E98CA59C27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7228" y="2828040"/>
            <a:ext cx="3074026" cy="18696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0C8A86-8BB3-5EB9-E261-876AE11267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7291" y="2664334"/>
            <a:ext cx="3913894" cy="20584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6CB1644-6E43-9196-655C-13FC3424C6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2787" y="2793249"/>
            <a:ext cx="3203725" cy="19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27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ECE9-6527-EB48-E995-AC0F03E9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2">
            <a:extLst>
              <a:ext uri="{FF2B5EF4-FFF2-40B4-BE49-F238E27FC236}">
                <a16:creationId xmlns:a16="http://schemas.microsoft.com/office/drawing/2014/main" id="{F077D7B4-5D3F-8DF7-6ADF-D41740EA199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6417" y="581833"/>
            <a:ext cx="4792655" cy="4140996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en-US" sz="1400" dirty="0"/>
              <a:t>Hardware-in-the-Loop Simulation Approach with PX4</a:t>
            </a:r>
          </a:p>
          <a:p>
            <a:pPr indent="0">
              <a:buNone/>
              <a:tabLst>
                <a:tab pos="0" algn="l"/>
              </a:tabLst>
            </a:pPr>
            <a:r>
              <a:rPr lang="ja-JP" altLang="en-US" sz="1400" dirty="0"/>
              <a:t>ステップの流れ</a:t>
            </a:r>
            <a:endParaRPr lang="en-US" altLang="ja-JP" sz="1400" dirty="0"/>
          </a:p>
          <a:p>
            <a:pPr marL="571500" indent="-342900">
              <a:buFont typeface="Arial" panose="020B0604020202020204" pitchFamily="34" charset="0"/>
              <a:buAutoNum type="arabicParenR"/>
              <a:tabLst>
                <a:tab pos="0" algn="l"/>
              </a:tabLst>
            </a:pPr>
            <a:endParaRPr lang="en-US" altLang="ja-JP" sz="1400" b="1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altLang="ja-JP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PlaceHolder 1">
            <a:extLst>
              <a:ext uri="{FF2B5EF4-FFF2-40B4-BE49-F238E27FC236}">
                <a16:creationId xmlns:a16="http://schemas.microsoft.com/office/drawing/2014/main" id="{8A23A1D0-52DB-D9F3-98A6-AB0785117A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8144" y="9195"/>
            <a:ext cx="7717320" cy="549720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2600" b="0" u="none" strike="noStrike" dirty="0">
                <a:solidFill>
                  <a:schemeClr val="dk1"/>
                </a:solidFill>
                <a:effectLst/>
                <a:uFillTx/>
              </a:rPr>
              <a:t>これまでのプロジェクト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CAA93D5-7A9F-E469-DAEA-457797890593}"/>
              </a:ext>
            </a:extLst>
          </p:cNvPr>
          <p:cNvGraphicFramePr/>
          <p:nvPr/>
        </p:nvGraphicFramePr>
        <p:xfrm>
          <a:off x="740003" y="420671"/>
          <a:ext cx="7936496" cy="2971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3A6EC5F1-EF77-E9AE-EFCD-6BD0EB30A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532" y="2790139"/>
            <a:ext cx="2639194" cy="19948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760E57-2E9C-88CC-2B39-841395C9C1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989" y="3106910"/>
            <a:ext cx="1154002" cy="16478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0F8D2B-7495-7D5F-8429-44F8D84AC8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8188" y="2634761"/>
            <a:ext cx="2900774" cy="2212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3B1B0C-FF15-5849-FE1C-058DA759CE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9301" y="71727"/>
            <a:ext cx="3789575" cy="11020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8C7CE5-4C40-9201-0DF9-A47E907DA8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2937" y="2588559"/>
            <a:ext cx="3789576" cy="230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5687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9CF6-96EA-8C3B-AD86-D07F1FEE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E5259-DAB2-F4BD-4DD4-E09898848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2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3077-B525-2B5E-6FFD-320C16D85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2">
            <a:extLst>
              <a:ext uri="{FF2B5EF4-FFF2-40B4-BE49-F238E27FC236}">
                <a16:creationId xmlns:a16="http://schemas.microsoft.com/office/drawing/2014/main" id="{0262CF92-1402-AB82-0E1F-824F64295AA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6417" y="581833"/>
            <a:ext cx="4792655" cy="4140996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en-US" sz="1400" dirty="0"/>
              <a:t>Hardware-in-the-Loop Simulation Approach with PX4</a:t>
            </a:r>
          </a:p>
          <a:p>
            <a:pPr indent="0">
              <a:buNone/>
              <a:tabLst>
                <a:tab pos="0" algn="l"/>
              </a:tabLst>
            </a:pPr>
            <a:r>
              <a:rPr lang="ja-JP" altLang="en-US" sz="1400" dirty="0"/>
              <a:t>ステップの流れ</a:t>
            </a:r>
            <a:endParaRPr lang="en-US" altLang="ja-JP" sz="1400" dirty="0"/>
          </a:p>
          <a:p>
            <a:pPr marL="571500" indent="-342900">
              <a:buFont typeface="Arial" panose="020B0604020202020204" pitchFamily="34" charset="0"/>
              <a:buAutoNum type="arabicParenR"/>
              <a:tabLst>
                <a:tab pos="0" algn="l"/>
              </a:tabLst>
            </a:pPr>
            <a:endParaRPr lang="en-US" altLang="ja-JP" sz="1400" b="1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71500" indent="-342900">
              <a:buAutoNum type="arabicParenR"/>
              <a:tabLst>
                <a:tab pos="0" algn="l"/>
              </a:tabLst>
            </a:pPr>
            <a:endParaRPr lang="en-US" altLang="ja-JP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altLang="ja-JP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dirty="0"/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514350" indent="-285750">
              <a:buFontTx/>
              <a:buChar char="-"/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PlaceHolder 1">
            <a:extLst>
              <a:ext uri="{FF2B5EF4-FFF2-40B4-BE49-F238E27FC236}">
                <a16:creationId xmlns:a16="http://schemas.microsoft.com/office/drawing/2014/main" id="{CDB3ECB6-62B0-9085-33ED-BDCB32B24C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8144" y="9195"/>
            <a:ext cx="7717320" cy="549720"/>
          </a:xfrm>
        </p:spPr>
        <p:txBody>
          <a:bodyPr lIns="91440" tIns="91440" rIns="91440" bIns="91440" anchor="t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ja-JP" altLang="en-US" sz="2600" b="0" u="none" strike="noStrike" dirty="0">
                <a:solidFill>
                  <a:schemeClr val="dk1"/>
                </a:solidFill>
                <a:effectLst/>
                <a:uFillTx/>
              </a:rPr>
              <a:t>これまでのプロジェクト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9F2D5B5-56B0-8B38-5EF3-E3E7242750DE}"/>
              </a:ext>
            </a:extLst>
          </p:cNvPr>
          <p:cNvGraphicFramePr/>
          <p:nvPr/>
        </p:nvGraphicFramePr>
        <p:xfrm>
          <a:off x="740003" y="420671"/>
          <a:ext cx="7936496" cy="2971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5323F86-E18C-6422-F3C0-DE280341C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652331"/>
            <a:ext cx="5440489" cy="2192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4263FD-FF37-3909-31B1-B9A14BE15C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199" y="158050"/>
            <a:ext cx="2092851" cy="10415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3D23F9-1F81-9008-0775-4BE7DCE704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489" y="2652331"/>
            <a:ext cx="4336330" cy="22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4434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601DDB6-BB81-3FDA-2EC0-51E1E57DD515}"/>
              </a:ext>
            </a:extLst>
          </p:cNvPr>
          <p:cNvSpPr txBox="1">
            <a:spLocks/>
          </p:cNvSpPr>
          <p:nvPr/>
        </p:nvSpPr>
        <p:spPr>
          <a:xfrm>
            <a:off x="454125" y="89886"/>
            <a:ext cx="6615232" cy="238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3) Swarm quadrotor carrying payload control and configuration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96113CD-7074-6CBF-4B85-C1FA9277FB1D}"/>
              </a:ext>
            </a:extLst>
          </p:cNvPr>
          <p:cNvSpPr txBox="1">
            <a:spLocks/>
          </p:cNvSpPr>
          <p:nvPr/>
        </p:nvSpPr>
        <p:spPr>
          <a:xfrm>
            <a:off x="5580895" y="899780"/>
            <a:ext cx="2959789" cy="2196473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ja-JP" altLang="en-US" b="1" dirty="0"/>
              <a:t>まず、ペイロードの周りのドローンの分布を行いました。</a:t>
            </a:r>
            <a:endParaRPr lang="en-US" altLang="ja-JP" b="1" dirty="0"/>
          </a:p>
          <a:p>
            <a:pPr marL="457200" indent="-457200"/>
            <a:r>
              <a:rPr lang="ja-JP" altLang="en-US" b="1" dirty="0"/>
              <a:t>いっぱんてきな</a:t>
            </a:r>
            <a:r>
              <a:rPr lang="en-US" altLang="ja-JP" b="1" dirty="0"/>
              <a:t>UAV, </a:t>
            </a:r>
            <a:r>
              <a:rPr lang="ja-JP" altLang="en-US" b="1" dirty="0"/>
              <a:t>配送システム、ペイロードのきどうついせき</a:t>
            </a:r>
            <a:endParaRPr lang="en-US" altLang="ja-JP" b="1" dirty="0"/>
          </a:p>
          <a:p>
            <a:pPr marL="457200" indent="-457200"/>
            <a:r>
              <a:rPr lang="ja-JP" altLang="en-US" b="1" dirty="0"/>
              <a:t>しばらくすると、トラッキングエラーはゼロになあります</a:t>
            </a:r>
            <a:endParaRPr lang="en-US" sz="5400" b="1" dirty="0"/>
          </a:p>
        </p:txBody>
      </p:sp>
      <p:pic>
        <p:nvPicPr>
          <p:cNvPr id="5" name="speed_2x_Media1">
            <a:hlinkClick r:id="" action="ppaction://media"/>
            <a:extLst>
              <a:ext uri="{FF2B5EF4-FFF2-40B4-BE49-F238E27FC236}">
                <a16:creationId xmlns:a16="http://schemas.microsoft.com/office/drawing/2014/main" id="{9D760361-6B1C-44DD-6B20-CFC89A09CF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3315" y="1064662"/>
            <a:ext cx="4665188" cy="2640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169E3F-BC57-D553-D095-FDB0266D78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416" t="-37840" r="3416" b="37840"/>
          <a:stretch>
            <a:fillRect/>
          </a:stretch>
        </p:blipFill>
        <p:spPr>
          <a:xfrm>
            <a:off x="5114475" y="1283686"/>
            <a:ext cx="3601708" cy="352405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518559" y="839691"/>
            <a:ext cx="6468013" cy="384799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C++</a:t>
            </a:r>
            <a:endParaRPr lang="en-US" sz="1400" dirty="0">
              <a:solidFill>
                <a:schemeClr val="accent1"/>
              </a:solidFill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altLang="ja-JP" sz="1400" dirty="0"/>
              <a:t>- </a:t>
            </a:r>
            <a:r>
              <a:rPr lang="ja-JP" altLang="en-US" sz="1400" dirty="0"/>
              <a:t>配送</a:t>
            </a:r>
            <a:r>
              <a:rPr lang="en-US" altLang="ja-JP" sz="1400" dirty="0"/>
              <a:t>(</a:t>
            </a:r>
            <a:r>
              <a:rPr lang="ja-JP" altLang="en-US" sz="1400" dirty="0"/>
              <a:t>（はいそう</a:t>
            </a:r>
            <a:r>
              <a:rPr lang="en-US" altLang="ja-JP" sz="1400" dirty="0"/>
              <a:t>)</a:t>
            </a:r>
            <a:r>
              <a:rPr lang="ja-JP" altLang="en-US" sz="1400" dirty="0"/>
              <a:t>会社のためのプロトタイプです。</a:t>
            </a:r>
            <a:br>
              <a:rPr lang="ja-JP" altLang="en-US" sz="1400" dirty="0"/>
            </a:br>
            <a:r>
              <a:rPr lang="en-US" altLang="ja-JP" sz="1400" dirty="0"/>
              <a:t>OOP </a:t>
            </a:r>
            <a:r>
              <a:rPr lang="ja-JP" altLang="en-US" sz="1400" dirty="0"/>
              <a:t>と、</a:t>
            </a:r>
            <a:r>
              <a:rPr lang="en-US" altLang="ja-JP" sz="1400" dirty="0"/>
              <a:t>linked lists</a:t>
            </a:r>
            <a:r>
              <a:rPr lang="ja-JP" altLang="en-US" sz="1400" dirty="0"/>
              <a:t>、</a:t>
            </a:r>
            <a:r>
              <a:rPr lang="en-US" altLang="ja-JP" sz="1400" dirty="0"/>
              <a:t>stacks</a:t>
            </a:r>
            <a:r>
              <a:rPr lang="ja-JP" altLang="en-US" sz="1400" dirty="0"/>
              <a:t>、</a:t>
            </a:r>
            <a:r>
              <a:rPr lang="en-US" altLang="ja-JP" sz="1400" dirty="0"/>
              <a:t>priority queues </a:t>
            </a:r>
            <a:r>
              <a:rPr lang="ja-JP" altLang="en-US" sz="1400" dirty="0"/>
              <a:t>などの</a:t>
            </a:r>
            <a:r>
              <a:rPr lang="en-US" altLang="ja-JP" sz="1400" dirty="0"/>
              <a:t>data structures</a:t>
            </a:r>
            <a:r>
              <a:rPr lang="ja-JP" altLang="en-US" sz="1400" dirty="0"/>
              <a:t>を使って、</a:t>
            </a:r>
            <a:br>
              <a:rPr lang="ja-JP" altLang="en-US" sz="1400" dirty="0"/>
            </a:br>
            <a:r>
              <a:rPr lang="ja-JP" altLang="en-US" sz="1400" dirty="0"/>
              <a:t>荷物</a:t>
            </a:r>
            <a:r>
              <a:rPr lang="en-US" altLang="ja-JP" sz="1400" dirty="0"/>
              <a:t>(</a:t>
            </a:r>
            <a:r>
              <a:rPr lang="ja-JP" altLang="en-US" sz="1400" dirty="0"/>
              <a:t>にもつ</a:t>
            </a:r>
            <a:r>
              <a:rPr lang="en-US" altLang="ja-JP" sz="1400" dirty="0"/>
              <a:t>)</a:t>
            </a:r>
            <a:r>
              <a:rPr lang="ja-JP" altLang="en-US" sz="1400" dirty="0"/>
              <a:t>の受け取り</a:t>
            </a:r>
            <a:r>
              <a:rPr lang="en-US" altLang="ja-JP" sz="1400" dirty="0"/>
              <a:t>(</a:t>
            </a:r>
            <a:r>
              <a:rPr lang="ja-JP" altLang="en-US" sz="1400" dirty="0"/>
              <a:t>うけとり</a:t>
            </a:r>
            <a:r>
              <a:rPr lang="en-US" altLang="ja-JP" sz="1400" dirty="0"/>
              <a:t>)</a:t>
            </a:r>
            <a:r>
              <a:rPr lang="ja-JP" altLang="en-US" sz="1400" dirty="0"/>
              <a:t>と配達を</a:t>
            </a:r>
            <a:r>
              <a:rPr lang="en-US" altLang="ja-JP" sz="1400" dirty="0"/>
              <a:t>(</a:t>
            </a:r>
            <a:r>
              <a:rPr lang="ja-JP" altLang="en-US" sz="1400" dirty="0"/>
              <a:t>はいたつ</a:t>
            </a:r>
            <a:r>
              <a:rPr lang="en-US" altLang="ja-JP" sz="1400" dirty="0"/>
              <a:t>)</a:t>
            </a:r>
            <a:r>
              <a:rPr lang="ja-JP" altLang="en-US" sz="1400" dirty="0"/>
              <a:t>行います</a:t>
            </a:r>
            <a:r>
              <a:rPr lang="en-US" altLang="ja-JP" sz="1400" dirty="0"/>
              <a:t>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chemeClr val="accent1"/>
                </a:solidFill>
              </a:rPr>
              <a:t>Deep Learning Algorithms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altLang="ja-JP" sz="1400" dirty="0"/>
              <a:t> -  </a:t>
            </a:r>
            <a:r>
              <a:rPr lang="en-US" altLang="ja-JP" sz="1400" dirty="0" err="1"/>
              <a:t>FaceNet</a:t>
            </a:r>
            <a:r>
              <a:rPr lang="en-US" altLang="ja-JP" sz="1400" dirty="0"/>
              <a:t> </a:t>
            </a:r>
            <a:r>
              <a:rPr lang="ja-JP" altLang="en-US" sz="1400" dirty="0"/>
              <a:t>で顔認識</a:t>
            </a:r>
            <a:r>
              <a:rPr lang="en-US" altLang="ja-JP" sz="1400" dirty="0"/>
              <a:t>(</a:t>
            </a:r>
            <a:r>
              <a:rPr lang="ja-JP" altLang="en-US" sz="1400" dirty="0"/>
              <a:t>かおにんしき</a:t>
            </a:r>
            <a:r>
              <a:rPr lang="en-US" altLang="ja-JP" sz="1400" dirty="0"/>
              <a:t>)</a:t>
            </a:r>
            <a:r>
              <a:rPr lang="ja-JP" altLang="en-US" sz="1400" dirty="0"/>
              <a:t>をしました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</a:rPr>
              <a:t>-  </a:t>
            </a:r>
            <a:r>
              <a:rPr lang="en-US" sz="1400" dirty="0"/>
              <a:t>autoencoders</a:t>
            </a:r>
            <a:r>
              <a:rPr lang="ja-JP" altLang="en-US" sz="1400" dirty="0"/>
              <a:t>で </a:t>
            </a:r>
            <a:r>
              <a:rPr lang="en-US" sz="1400" dirty="0">
                <a:solidFill>
                  <a:srgbClr val="000000"/>
                </a:solidFill>
              </a:rPr>
              <a:t> image denoising</a:t>
            </a:r>
            <a:r>
              <a:rPr lang="ja-JP" altLang="en-US" sz="1400" dirty="0"/>
              <a:t>しました</a:t>
            </a:r>
          </a:p>
          <a:p>
            <a:pPr marL="514350" indent="-28575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en-US" sz="1400" dirty="0"/>
              <a:t>YOLO </a:t>
            </a:r>
            <a:r>
              <a:rPr lang="ja-JP" altLang="en-US" sz="1400" dirty="0"/>
              <a:t>を使って いろいろな </a:t>
            </a:r>
            <a:r>
              <a:rPr lang="en-US" altLang="ja-JP" sz="1400" dirty="0" err="1"/>
              <a:t>ver</a:t>
            </a:r>
            <a:r>
              <a:rPr lang="ja-JP" altLang="en-US" sz="1400" dirty="0"/>
              <a:t>比較</a:t>
            </a:r>
            <a:r>
              <a:rPr lang="en-US" altLang="ja-JP" sz="1400" dirty="0"/>
              <a:t>(</a:t>
            </a:r>
            <a:r>
              <a:rPr lang="ja-JP" altLang="en-US" sz="1400" dirty="0"/>
              <a:t>ひかく</a:t>
            </a:r>
            <a:r>
              <a:rPr lang="en-US" altLang="ja-JP" sz="1400" dirty="0"/>
              <a:t>)</a:t>
            </a:r>
            <a:r>
              <a:rPr lang="ja-JP" altLang="en-US" sz="1400" dirty="0"/>
              <a:t>しました</a:t>
            </a:r>
            <a:endParaRPr lang="en-US" altLang="ja-JP" sz="1400" dirty="0"/>
          </a:p>
          <a:p>
            <a:pPr marL="514350" indent="-28575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en-US" altLang="ja-JP" sz="1400" dirty="0"/>
              <a:t>GRU </a:t>
            </a:r>
            <a:r>
              <a:rPr lang="ja-JP" altLang="en-US" sz="1400" dirty="0"/>
              <a:t>で天気を予測（よそく）しました</a:t>
            </a:r>
            <a:endParaRPr lang="en-US" sz="1400" dirty="0">
              <a:solidFill>
                <a:srgbClr val="000000"/>
              </a:solidFill>
            </a:endParaRPr>
          </a:p>
          <a:p>
            <a:pPr marL="514350" indent="-28575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-2236350" y="287451"/>
            <a:ext cx="7714800" cy="55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Other projects(old)</a:t>
            </a:r>
            <a:endParaRPr lang="fr-FR" sz="3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819FB-7100-6B73-361C-9AC874A715A7}"/>
              </a:ext>
            </a:extLst>
          </p:cNvPr>
          <p:cNvSpPr/>
          <p:nvPr/>
        </p:nvSpPr>
        <p:spPr>
          <a:xfrm>
            <a:off x="6743036" y="1047464"/>
            <a:ext cx="1123017" cy="494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Original 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49A747-0202-45F8-EDB3-372CF5779E6F}"/>
              </a:ext>
            </a:extLst>
          </p:cNvPr>
          <p:cNvSpPr/>
          <p:nvPr/>
        </p:nvSpPr>
        <p:spPr>
          <a:xfrm>
            <a:off x="7949666" y="1047464"/>
            <a:ext cx="1123017" cy="494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Image with noise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13C064-22E1-2657-B683-6654E50D3BAE}"/>
              </a:ext>
            </a:extLst>
          </p:cNvPr>
          <p:cNvSpPr/>
          <p:nvPr/>
        </p:nvSpPr>
        <p:spPr>
          <a:xfrm>
            <a:off x="7650464" y="2037278"/>
            <a:ext cx="1123017" cy="573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Denoised image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717FDD-A84C-CCC9-CB05-03BBD0D88C01}"/>
              </a:ext>
            </a:extLst>
          </p:cNvPr>
          <p:cNvCxnSpPr>
            <a:cxnSpLocks/>
          </p:cNvCxnSpPr>
          <p:nvPr/>
        </p:nvCxnSpPr>
        <p:spPr>
          <a:xfrm>
            <a:off x="7701390" y="1581780"/>
            <a:ext cx="248276" cy="40091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A19913-B278-D69C-9C9A-D0A2566F9D98}"/>
              </a:ext>
            </a:extLst>
          </p:cNvPr>
          <p:cNvCxnSpPr>
            <a:cxnSpLocks/>
          </p:cNvCxnSpPr>
          <p:nvPr/>
        </p:nvCxnSpPr>
        <p:spPr>
          <a:xfrm flipH="1">
            <a:off x="8384526" y="1569661"/>
            <a:ext cx="102466" cy="440327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39FC1B-035F-E7CE-F5EB-931CBFAC2EB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691279" y="1767272"/>
            <a:ext cx="5761440" cy="2092320"/>
          </a:xfrm>
        </p:spPr>
        <p:txBody>
          <a:bodyPr/>
          <a:lstStyle/>
          <a:p>
            <a:pPr marL="0" indent="0" algn="ctr">
              <a:buNone/>
            </a:pPr>
            <a:r>
              <a:rPr lang="ja-JP" altLang="en-US" dirty="0"/>
              <a:t>これからもっと学んで、チームに貢献したいです。</a:t>
            </a:r>
            <a:br>
              <a:rPr lang="ja-JP" alt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05588-FA9A-63E1-7A7E-5BA7C2C0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306" y="1146382"/>
            <a:ext cx="4749387" cy="549720"/>
          </a:xfrm>
        </p:spPr>
        <p:txBody>
          <a:bodyPr/>
          <a:lstStyle/>
          <a:p>
            <a:r>
              <a:rPr lang="ja-JP" altLang="en-US" sz="3200" dirty="0">
                <a:solidFill>
                  <a:schemeClr val="accent1"/>
                </a:solidFill>
              </a:rPr>
              <a:t>ありがとうございます</a:t>
            </a:r>
            <a:br>
              <a:rPr lang="ja-JP" alt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660520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1629</TotalTime>
  <Words>1623</Words>
  <Application>Microsoft Office PowerPoint</Application>
  <PresentationFormat>On-screen Show (16:9)</PresentationFormat>
  <Paragraphs>202</Paragraphs>
  <Slides>11</Slides>
  <Notes>8</Notes>
  <HiddenSlides>0</HiddenSlides>
  <MMClips>4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Commissioner</vt:lpstr>
      <vt:lpstr>Golos Text</vt:lpstr>
      <vt:lpstr>Hanken Grotesk</vt:lpstr>
      <vt:lpstr>OpenSymbol</vt:lpstr>
      <vt:lpstr>Aptos</vt:lpstr>
      <vt:lpstr>Arial</vt:lpstr>
      <vt:lpstr>Symbol</vt:lpstr>
      <vt:lpstr>Wingdings</vt:lpstr>
      <vt:lpstr>Formulating a Research Problem for University Students by Slidesgo</vt:lpstr>
      <vt:lpstr>Hello There  こんにちは！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projects(old)</vt:lpstr>
      <vt:lpstr>ありがとうございます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ＫＨＯＤＡＲＹ　ＰＡＮＳＩＥ　ＡＤＥＬ　ＭＯＨＡＭＥＤ</dc:creator>
  <cp:lastModifiedBy>Khodary, Pansieadelmohamedhelmy</cp:lastModifiedBy>
  <cp:revision>11</cp:revision>
  <dcterms:modified xsi:type="dcterms:W3CDTF">2026-06-08T07:57:30Z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2026-05-18T02:50:00Z</dcterms:created>
  <dc:creator>Unknown Creator</dc:creator>
  <dc:description/>
  <dc:language>en-US</dc:language>
  <cp:lastModifiedBy>Unknown Creator</cp:lastModifiedBy>
  <dcterms:modified xsi:type="dcterms:W3CDTF">2026-05-18T02:50:00Z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