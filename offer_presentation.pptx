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8"/>
  </p:notesMasterIdLst>
  <p:sldIdLst>
    <p:sldId id="256" r:id="rId2"/>
    <p:sldId id="259" r:id="rId3"/>
    <p:sldId id="297" r:id="rId4"/>
    <p:sldId id="298" r:id="rId5"/>
    <p:sldId id="275" r:id="rId6"/>
    <p:sldId id="276" r:id="rId7"/>
  </p:sldIdLst>
  <p:sldSz cx="9144000" cy="5143500" type="screen16x9"/>
  <p:notesSz cx="6858000" cy="9144000"/>
  <p:embeddedFontLst>
    <p:embeddedFont>
      <p:font typeface="Commissioner" panose="020B0604020202020204" charset="0"/>
      <p:regular r:id="rId9"/>
      <p:bold r:id="rId10"/>
    </p:embeddedFont>
    <p:embeddedFont>
      <p:font typeface="Nunito Light" pitchFamily="2" charset="0"/>
      <p:regular r:id="rId11"/>
      <p:italic r:id="rId12"/>
    </p:embeddedFont>
    <p:embeddedFont>
      <p:font typeface="Roboto Mono Medium" panose="00000009000000000000" pitchFamily="49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A076B9-A6CB-43A4-A82A-5C05021B2B21}">
  <a:tblStyle styleId="{74A076B9-A6CB-43A4-A82A-5C05021B2B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BDE200A-8734-4C92-A3CD-E86FD93498C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-17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42559E-1971-48C3-92BC-ACB07C352BE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51D62C-1434-4DE9-956A-5B4B95D1A832}">
      <dgm:prSet/>
      <dgm:spPr/>
      <dgm:t>
        <a:bodyPr/>
        <a:lstStyle/>
        <a:p>
          <a:r>
            <a:rPr lang="en-US" b="1" i="0"/>
            <a:t>I submitted the required documents for my FYP, along with a self-introductory video.</a:t>
          </a:r>
          <a:endParaRPr lang="en-US"/>
        </a:p>
      </dgm:t>
    </dgm:pt>
    <dgm:pt modelId="{08C121ED-F01F-4824-81D4-200861A27DAC}" type="parTrans" cxnId="{EA283918-6936-4C8A-A147-1F5BB430BF65}">
      <dgm:prSet/>
      <dgm:spPr/>
      <dgm:t>
        <a:bodyPr/>
        <a:lstStyle/>
        <a:p>
          <a:endParaRPr lang="en-US"/>
        </a:p>
      </dgm:t>
    </dgm:pt>
    <dgm:pt modelId="{52CA9877-18E0-4A29-84CD-6243FE77D329}" type="sibTrans" cxnId="{EA283918-6936-4C8A-A147-1F5BB430BF65}">
      <dgm:prSet/>
      <dgm:spPr/>
      <dgm:t>
        <a:bodyPr/>
        <a:lstStyle/>
        <a:p>
          <a:endParaRPr lang="en-US"/>
        </a:p>
      </dgm:t>
    </dgm:pt>
    <dgm:pt modelId="{C0DB7DC2-D90A-4A68-BF59-63AFBD59EF70}">
      <dgm:prSet/>
      <dgm:spPr/>
      <dgm:t>
        <a:bodyPr/>
        <a:lstStyle/>
        <a:p>
          <a:r>
            <a:rPr lang="en-US" b="1" i="0" dirty="0"/>
            <a:t>With the support of </a:t>
          </a:r>
          <a:r>
            <a:rPr lang="en-US" b="1" i="0" dirty="0" err="1"/>
            <a:t>AtoJ</a:t>
          </a:r>
          <a:r>
            <a:rPr lang="en-US" b="1" i="0" dirty="0"/>
            <a:t> representatives, I attended three interviews across different periods: one in February, one in May, and one in July.</a:t>
          </a:r>
          <a:endParaRPr lang="en-US" dirty="0"/>
        </a:p>
      </dgm:t>
    </dgm:pt>
    <dgm:pt modelId="{A2128114-445E-444C-86C8-783F55922C7B}" type="parTrans" cxnId="{3D0CF741-B7E3-450F-83CE-745609A3E5E9}">
      <dgm:prSet/>
      <dgm:spPr/>
      <dgm:t>
        <a:bodyPr/>
        <a:lstStyle/>
        <a:p>
          <a:endParaRPr lang="en-US"/>
        </a:p>
      </dgm:t>
    </dgm:pt>
    <dgm:pt modelId="{6CADC696-683A-4BE0-A9B0-C3091D83BF12}" type="sibTrans" cxnId="{3D0CF741-B7E3-450F-83CE-745609A3E5E9}">
      <dgm:prSet/>
      <dgm:spPr/>
      <dgm:t>
        <a:bodyPr/>
        <a:lstStyle/>
        <a:p>
          <a:endParaRPr lang="en-US"/>
        </a:p>
      </dgm:t>
    </dgm:pt>
    <dgm:pt modelId="{330F1E6D-277A-439E-9900-28D61E1878FA}">
      <dgm:prSet/>
      <dgm:spPr/>
      <dgm:t>
        <a:bodyPr/>
        <a:lstStyle/>
        <a:p>
          <a:r>
            <a:rPr lang="en-US" b="1" i="0" dirty="0"/>
            <a:t>Before each interview, I consistently received guidance from the representatives, including one-on-one meetings.</a:t>
          </a:r>
          <a:endParaRPr lang="en-US" dirty="0"/>
        </a:p>
      </dgm:t>
    </dgm:pt>
    <dgm:pt modelId="{E37B5D06-18C5-46B0-BEB0-64AE33E48565}" type="parTrans" cxnId="{85BE9574-C74B-4F99-ABC5-9A7FD09CD9C9}">
      <dgm:prSet/>
      <dgm:spPr/>
      <dgm:t>
        <a:bodyPr/>
        <a:lstStyle/>
        <a:p>
          <a:endParaRPr lang="en-US"/>
        </a:p>
      </dgm:t>
    </dgm:pt>
    <dgm:pt modelId="{05E4D808-25D8-4119-B707-54C9BAF3591B}" type="sibTrans" cxnId="{85BE9574-C74B-4F99-ABC5-9A7FD09CD9C9}">
      <dgm:prSet/>
      <dgm:spPr/>
      <dgm:t>
        <a:bodyPr/>
        <a:lstStyle/>
        <a:p>
          <a:endParaRPr lang="en-US"/>
        </a:p>
      </dgm:t>
    </dgm:pt>
    <dgm:pt modelId="{A2589121-BCCC-4DCD-8468-7659DA292FFB}">
      <dgm:prSet/>
      <dgm:spPr/>
      <dgm:t>
        <a:bodyPr/>
        <a:lstStyle/>
        <a:p>
          <a:r>
            <a:rPr lang="en-US" b="1" i="0"/>
            <a:t>I also had individual sessions with a Japanese mentor and practiced through mock interviews.</a:t>
          </a:r>
          <a:endParaRPr lang="en-US"/>
        </a:p>
      </dgm:t>
    </dgm:pt>
    <dgm:pt modelId="{68657D6C-30A3-4EBD-B155-3B4B61C522A4}" type="parTrans" cxnId="{909F2ED0-56C1-4622-B31C-1BA56E1F4B42}">
      <dgm:prSet/>
      <dgm:spPr/>
      <dgm:t>
        <a:bodyPr/>
        <a:lstStyle/>
        <a:p>
          <a:endParaRPr lang="en-US"/>
        </a:p>
      </dgm:t>
    </dgm:pt>
    <dgm:pt modelId="{D4509730-FBFF-459A-8BC2-F780E3E0A71A}" type="sibTrans" cxnId="{909F2ED0-56C1-4622-B31C-1BA56E1F4B42}">
      <dgm:prSet/>
      <dgm:spPr/>
      <dgm:t>
        <a:bodyPr/>
        <a:lstStyle/>
        <a:p>
          <a:endParaRPr lang="en-US"/>
        </a:p>
      </dgm:t>
    </dgm:pt>
    <dgm:pt modelId="{F8E452F7-CE80-47E1-B35C-39B03C2A7F32}" type="pres">
      <dgm:prSet presAssocID="{DD42559E-1971-48C3-92BC-ACB07C352BE1}" presName="outerComposite" presStyleCnt="0">
        <dgm:presLayoutVars>
          <dgm:chMax val="5"/>
          <dgm:dir/>
          <dgm:resizeHandles val="exact"/>
        </dgm:presLayoutVars>
      </dgm:prSet>
      <dgm:spPr/>
    </dgm:pt>
    <dgm:pt modelId="{D9AD533A-92F6-4D74-80B8-330D7788684B}" type="pres">
      <dgm:prSet presAssocID="{DD42559E-1971-48C3-92BC-ACB07C352BE1}" presName="dummyMaxCanvas" presStyleCnt="0">
        <dgm:presLayoutVars/>
      </dgm:prSet>
      <dgm:spPr/>
    </dgm:pt>
    <dgm:pt modelId="{08633F18-D19E-4F78-850D-094D767643D6}" type="pres">
      <dgm:prSet presAssocID="{DD42559E-1971-48C3-92BC-ACB07C352BE1}" presName="FourNodes_1" presStyleLbl="node1" presStyleIdx="0" presStyleCnt="4">
        <dgm:presLayoutVars>
          <dgm:bulletEnabled val="1"/>
        </dgm:presLayoutVars>
      </dgm:prSet>
      <dgm:spPr/>
    </dgm:pt>
    <dgm:pt modelId="{FE303E13-2232-4975-A735-F9E2E0F36BED}" type="pres">
      <dgm:prSet presAssocID="{DD42559E-1971-48C3-92BC-ACB07C352BE1}" presName="FourNodes_2" presStyleLbl="node1" presStyleIdx="1" presStyleCnt="4">
        <dgm:presLayoutVars>
          <dgm:bulletEnabled val="1"/>
        </dgm:presLayoutVars>
      </dgm:prSet>
      <dgm:spPr/>
    </dgm:pt>
    <dgm:pt modelId="{BCE451CB-8CA6-4291-A717-0648776B625F}" type="pres">
      <dgm:prSet presAssocID="{DD42559E-1971-48C3-92BC-ACB07C352BE1}" presName="FourNodes_3" presStyleLbl="node1" presStyleIdx="2" presStyleCnt="4">
        <dgm:presLayoutVars>
          <dgm:bulletEnabled val="1"/>
        </dgm:presLayoutVars>
      </dgm:prSet>
      <dgm:spPr/>
    </dgm:pt>
    <dgm:pt modelId="{B8FC525F-3CD2-4B21-A005-D56A47FDEDC3}" type="pres">
      <dgm:prSet presAssocID="{DD42559E-1971-48C3-92BC-ACB07C352BE1}" presName="FourNodes_4" presStyleLbl="node1" presStyleIdx="3" presStyleCnt="4">
        <dgm:presLayoutVars>
          <dgm:bulletEnabled val="1"/>
        </dgm:presLayoutVars>
      </dgm:prSet>
      <dgm:spPr/>
    </dgm:pt>
    <dgm:pt modelId="{B1B4155A-8A39-4F8B-BD7B-8DB1D1362100}" type="pres">
      <dgm:prSet presAssocID="{DD42559E-1971-48C3-92BC-ACB07C352BE1}" presName="FourConn_1-2" presStyleLbl="fgAccFollowNode1" presStyleIdx="0" presStyleCnt="3">
        <dgm:presLayoutVars>
          <dgm:bulletEnabled val="1"/>
        </dgm:presLayoutVars>
      </dgm:prSet>
      <dgm:spPr/>
    </dgm:pt>
    <dgm:pt modelId="{CDFFBB5C-5372-42C9-9AEA-6F81FE2A1A1D}" type="pres">
      <dgm:prSet presAssocID="{DD42559E-1971-48C3-92BC-ACB07C352BE1}" presName="FourConn_2-3" presStyleLbl="fgAccFollowNode1" presStyleIdx="1" presStyleCnt="3">
        <dgm:presLayoutVars>
          <dgm:bulletEnabled val="1"/>
        </dgm:presLayoutVars>
      </dgm:prSet>
      <dgm:spPr/>
    </dgm:pt>
    <dgm:pt modelId="{45DCBF0D-EBF4-4C53-A891-1DC980005537}" type="pres">
      <dgm:prSet presAssocID="{DD42559E-1971-48C3-92BC-ACB07C352BE1}" presName="FourConn_3-4" presStyleLbl="fgAccFollowNode1" presStyleIdx="2" presStyleCnt="3">
        <dgm:presLayoutVars>
          <dgm:bulletEnabled val="1"/>
        </dgm:presLayoutVars>
      </dgm:prSet>
      <dgm:spPr/>
    </dgm:pt>
    <dgm:pt modelId="{5B777061-1707-4B44-A4F4-0E717EFC0C25}" type="pres">
      <dgm:prSet presAssocID="{DD42559E-1971-48C3-92BC-ACB07C352BE1}" presName="FourNodes_1_text" presStyleLbl="node1" presStyleIdx="3" presStyleCnt="4">
        <dgm:presLayoutVars>
          <dgm:bulletEnabled val="1"/>
        </dgm:presLayoutVars>
      </dgm:prSet>
      <dgm:spPr/>
    </dgm:pt>
    <dgm:pt modelId="{190E757A-A3E9-4777-9E57-C29D760BBE55}" type="pres">
      <dgm:prSet presAssocID="{DD42559E-1971-48C3-92BC-ACB07C352BE1}" presName="FourNodes_2_text" presStyleLbl="node1" presStyleIdx="3" presStyleCnt="4">
        <dgm:presLayoutVars>
          <dgm:bulletEnabled val="1"/>
        </dgm:presLayoutVars>
      </dgm:prSet>
      <dgm:spPr/>
    </dgm:pt>
    <dgm:pt modelId="{AFFBFDE1-15B8-42BA-8685-666E5E9BC9D4}" type="pres">
      <dgm:prSet presAssocID="{DD42559E-1971-48C3-92BC-ACB07C352BE1}" presName="FourNodes_3_text" presStyleLbl="node1" presStyleIdx="3" presStyleCnt="4">
        <dgm:presLayoutVars>
          <dgm:bulletEnabled val="1"/>
        </dgm:presLayoutVars>
      </dgm:prSet>
      <dgm:spPr/>
    </dgm:pt>
    <dgm:pt modelId="{E206BD1C-7A16-40A1-9D32-B159081E804E}" type="pres">
      <dgm:prSet presAssocID="{DD42559E-1971-48C3-92BC-ACB07C352BE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A283918-6936-4C8A-A147-1F5BB430BF65}" srcId="{DD42559E-1971-48C3-92BC-ACB07C352BE1}" destId="{D151D62C-1434-4DE9-956A-5B4B95D1A832}" srcOrd="0" destOrd="0" parTransId="{08C121ED-F01F-4824-81D4-200861A27DAC}" sibTransId="{52CA9877-18E0-4A29-84CD-6243FE77D329}"/>
    <dgm:cxn modelId="{9D18731D-3E88-4296-AE67-3EBEB908818D}" type="presOf" srcId="{A2589121-BCCC-4DCD-8468-7659DA292FFB}" destId="{E206BD1C-7A16-40A1-9D32-B159081E804E}" srcOrd="1" destOrd="0" presId="urn:microsoft.com/office/officeart/2005/8/layout/vProcess5"/>
    <dgm:cxn modelId="{10A64223-182B-4D3E-A710-D3551089B9E3}" type="presOf" srcId="{05E4D808-25D8-4119-B707-54C9BAF3591B}" destId="{45DCBF0D-EBF4-4C53-A891-1DC980005537}" srcOrd="0" destOrd="0" presId="urn:microsoft.com/office/officeart/2005/8/layout/vProcess5"/>
    <dgm:cxn modelId="{02DFE926-171B-45ED-839B-BA418E37A686}" type="presOf" srcId="{C0DB7DC2-D90A-4A68-BF59-63AFBD59EF70}" destId="{190E757A-A3E9-4777-9E57-C29D760BBE55}" srcOrd="1" destOrd="0" presId="urn:microsoft.com/office/officeart/2005/8/layout/vProcess5"/>
    <dgm:cxn modelId="{5C594D2A-ECFE-443C-AEF9-B16EBBB8325D}" type="presOf" srcId="{C0DB7DC2-D90A-4A68-BF59-63AFBD59EF70}" destId="{FE303E13-2232-4975-A735-F9E2E0F36BED}" srcOrd="0" destOrd="0" presId="urn:microsoft.com/office/officeart/2005/8/layout/vProcess5"/>
    <dgm:cxn modelId="{3D0CF741-B7E3-450F-83CE-745609A3E5E9}" srcId="{DD42559E-1971-48C3-92BC-ACB07C352BE1}" destId="{C0DB7DC2-D90A-4A68-BF59-63AFBD59EF70}" srcOrd="1" destOrd="0" parTransId="{A2128114-445E-444C-86C8-783F55922C7B}" sibTransId="{6CADC696-683A-4BE0-A9B0-C3091D83BF12}"/>
    <dgm:cxn modelId="{6118ED46-B704-46F3-9490-1F64490FAD12}" type="presOf" srcId="{D151D62C-1434-4DE9-956A-5B4B95D1A832}" destId="{08633F18-D19E-4F78-850D-094D767643D6}" srcOrd="0" destOrd="0" presId="urn:microsoft.com/office/officeart/2005/8/layout/vProcess5"/>
    <dgm:cxn modelId="{52D57D6B-378C-47A6-B4C0-B75B27F39111}" type="presOf" srcId="{DD42559E-1971-48C3-92BC-ACB07C352BE1}" destId="{F8E452F7-CE80-47E1-B35C-39B03C2A7F32}" srcOrd="0" destOrd="0" presId="urn:microsoft.com/office/officeart/2005/8/layout/vProcess5"/>
    <dgm:cxn modelId="{AFA3936B-9153-4220-8EB2-BFCE1FAC93F0}" type="presOf" srcId="{A2589121-BCCC-4DCD-8468-7659DA292FFB}" destId="{B8FC525F-3CD2-4B21-A005-D56A47FDEDC3}" srcOrd="0" destOrd="0" presId="urn:microsoft.com/office/officeart/2005/8/layout/vProcess5"/>
    <dgm:cxn modelId="{85BE9574-C74B-4F99-ABC5-9A7FD09CD9C9}" srcId="{DD42559E-1971-48C3-92BC-ACB07C352BE1}" destId="{330F1E6D-277A-439E-9900-28D61E1878FA}" srcOrd="2" destOrd="0" parTransId="{E37B5D06-18C5-46B0-BEB0-64AE33E48565}" sibTransId="{05E4D808-25D8-4119-B707-54C9BAF3591B}"/>
    <dgm:cxn modelId="{642B0B79-421B-40A6-BA47-40AF7D84A6C8}" type="presOf" srcId="{D151D62C-1434-4DE9-956A-5B4B95D1A832}" destId="{5B777061-1707-4B44-A4F4-0E717EFC0C25}" srcOrd="1" destOrd="0" presId="urn:microsoft.com/office/officeart/2005/8/layout/vProcess5"/>
    <dgm:cxn modelId="{D41ACD9B-3DCA-4618-B24C-532B49900090}" type="presOf" srcId="{330F1E6D-277A-439E-9900-28D61E1878FA}" destId="{AFFBFDE1-15B8-42BA-8685-666E5E9BC9D4}" srcOrd="1" destOrd="0" presId="urn:microsoft.com/office/officeart/2005/8/layout/vProcess5"/>
    <dgm:cxn modelId="{87009BAA-CAA5-487C-BA08-989CD0972E7B}" type="presOf" srcId="{330F1E6D-277A-439E-9900-28D61E1878FA}" destId="{BCE451CB-8CA6-4291-A717-0648776B625F}" srcOrd="0" destOrd="0" presId="urn:microsoft.com/office/officeart/2005/8/layout/vProcess5"/>
    <dgm:cxn modelId="{214BA6B8-7C53-46F7-B479-3C7FC840CD11}" type="presOf" srcId="{6CADC696-683A-4BE0-A9B0-C3091D83BF12}" destId="{CDFFBB5C-5372-42C9-9AEA-6F81FE2A1A1D}" srcOrd="0" destOrd="0" presId="urn:microsoft.com/office/officeart/2005/8/layout/vProcess5"/>
    <dgm:cxn modelId="{909F2ED0-56C1-4622-B31C-1BA56E1F4B42}" srcId="{DD42559E-1971-48C3-92BC-ACB07C352BE1}" destId="{A2589121-BCCC-4DCD-8468-7659DA292FFB}" srcOrd="3" destOrd="0" parTransId="{68657D6C-30A3-4EBD-B155-3B4B61C522A4}" sibTransId="{D4509730-FBFF-459A-8BC2-F780E3E0A71A}"/>
    <dgm:cxn modelId="{5C3228EC-FA9D-4427-942C-BC9F6C42E358}" type="presOf" srcId="{52CA9877-18E0-4A29-84CD-6243FE77D329}" destId="{B1B4155A-8A39-4F8B-BD7B-8DB1D1362100}" srcOrd="0" destOrd="0" presId="urn:microsoft.com/office/officeart/2005/8/layout/vProcess5"/>
    <dgm:cxn modelId="{87FC38C8-E934-491C-BAC6-7448A66E0A2F}" type="presParOf" srcId="{F8E452F7-CE80-47E1-B35C-39B03C2A7F32}" destId="{D9AD533A-92F6-4D74-80B8-330D7788684B}" srcOrd="0" destOrd="0" presId="urn:microsoft.com/office/officeart/2005/8/layout/vProcess5"/>
    <dgm:cxn modelId="{C45E8699-77B8-4DC7-A0C4-95A17EBD0C0D}" type="presParOf" srcId="{F8E452F7-CE80-47E1-B35C-39B03C2A7F32}" destId="{08633F18-D19E-4F78-850D-094D767643D6}" srcOrd="1" destOrd="0" presId="urn:microsoft.com/office/officeart/2005/8/layout/vProcess5"/>
    <dgm:cxn modelId="{CBA8B003-1C2B-4F5D-9F48-1361ADD8A574}" type="presParOf" srcId="{F8E452F7-CE80-47E1-B35C-39B03C2A7F32}" destId="{FE303E13-2232-4975-A735-F9E2E0F36BED}" srcOrd="2" destOrd="0" presId="urn:microsoft.com/office/officeart/2005/8/layout/vProcess5"/>
    <dgm:cxn modelId="{D8351305-5BB3-45A8-A4DE-14204F7F3831}" type="presParOf" srcId="{F8E452F7-CE80-47E1-B35C-39B03C2A7F32}" destId="{BCE451CB-8CA6-4291-A717-0648776B625F}" srcOrd="3" destOrd="0" presId="urn:microsoft.com/office/officeart/2005/8/layout/vProcess5"/>
    <dgm:cxn modelId="{1D64F94A-0E53-4EAE-9ECE-08099FC78D47}" type="presParOf" srcId="{F8E452F7-CE80-47E1-B35C-39B03C2A7F32}" destId="{B8FC525F-3CD2-4B21-A005-D56A47FDEDC3}" srcOrd="4" destOrd="0" presId="urn:microsoft.com/office/officeart/2005/8/layout/vProcess5"/>
    <dgm:cxn modelId="{9996EB7E-2D16-4EDF-B3CC-02B40E90E0F1}" type="presParOf" srcId="{F8E452F7-CE80-47E1-B35C-39B03C2A7F32}" destId="{B1B4155A-8A39-4F8B-BD7B-8DB1D1362100}" srcOrd="5" destOrd="0" presId="urn:microsoft.com/office/officeart/2005/8/layout/vProcess5"/>
    <dgm:cxn modelId="{101126BF-7238-45ED-B489-973ECB05AC18}" type="presParOf" srcId="{F8E452F7-CE80-47E1-B35C-39B03C2A7F32}" destId="{CDFFBB5C-5372-42C9-9AEA-6F81FE2A1A1D}" srcOrd="6" destOrd="0" presId="urn:microsoft.com/office/officeart/2005/8/layout/vProcess5"/>
    <dgm:cxn modelId="{C7DF5C31-7DB7-45F3-BB96-5DEDFB365FE9}" type="presParOf" srcId="{F8E452F7-CE80-47E1-B35C-39B03C2A7F32}" destId="{45DCBF0D-EBF4-4C53-A891-1DC980005537}" srcOrd="7" destOrd="0" presId="urn:microsoft.com/office/officeart/2005/8/layout/vProcess5"/>
    <dgm:cxn modelId="{A01A5610-1806-4DD7-9E90-35ED5ADBCE02}" type="presParOf" srcId="{F8E452F7-CE80-47E1-B35C-39B03C2A7F32}" destId="{5B777061-1707-4B44-A4F4-0E717EFC0C25}" srcOrd="8" destOrd="0" presId="urn:microsoft.com/office/officeart/2005/8/layout/vProcess5"/>
    <dgm:cxn modelId="{BC4845A2-F6CE-4B2B-A70D-4E0D1E63F918}" type="presParOf" srcId="{F8E452F7-CE80-47E1-B35C-39B03C2A7F32}" destId="{190E757A-A3E9-4777-9E57-C29D760BBE55}" srcOrd="9" destOrd="0" presId="urn:microsoft.com/office/officeart/2005/8/layout/vProcess5"/>
    <dgm:cxn modelId="{1556A8C7-8291-475E-BD99-2A7DA8E0DAA3}" type="presParOf" srcId="{F8E452F7-CE80-47E1-B35C-39B03C2A7F32}" destId="{AFFBFDE1-15B8-42BA-8685-666E5E9BC9D4}" srcOrd="10" destOrd="0" presId="urn:microsoft.com/office/officeart/2005/8/layout/vProcess5"/>
    <dgm:cxn modelId="{1B785177-C662-46D8-AF46-9ED4CC03417E}" type="presParOf" srcId="{F8E452F7-CE80-47E1-B35C-39B03C2A7F32}" destId="{E206BD1C-7A16-40A1-9D32-B159081E804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33F18-D19E-4F78-850D-094D767643D6}">
      <dsp:nvSpPr>
        <dsp:cNvPr id="0" name=""/>
        <dsp:cNvSpPr/>
      </dsp:nvSpPr>
      <dsp:spPr>
        <a:xfrm>
          <a:off x="0" y="0"/>
          <a:ext cx="6342960" cy="7167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I submitted the required documents for my FYP, along with a self-introductory video.</a:t>
          </a:r>
          <a:endParaRPr lang="en-US" sz="1400" kern="1200"/>
        </a:p>
      </dsp:txBody>
      <dsp:txXfrm>
        <a:off x="20992" y="20992"/>
        <a:ext cx="5508997" cy="674739"/>
      </dsp:txXfrm>
    </dsp:sp>
    <dsp:sp modelId="{FE303E13-2232-4975-A735-F9E2E0F36BED}">
      <dsp:nvSpPr>
        <dsp:cNvPr id="0" name=""/>
        <dsp:cNvSpPr/>
      </dsp:nvSpPr>
      <dsp:spPr>
        <a:xfrm>
          <a:off x="531222" y="847036"/>
          <a:ext cx="6342960" cy="7167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With the support of </a:t>
          </a:r>
          <a:r>
            <a:rPr lang="en-US" sz="1400" b="1" i="0" kern="1200" dirty="0" err="1"/>
            <a:t>AtoJ</a:t>
          </a:r>
          <a:r>
            <a:rPr lang="en-US" sz="1400" b="1" i="0" kern="1200" dirty="0"/>
            <a:t> representatives, I attended three interviews across different periods: one in February, one in May, and one in July.</a:t>
          </a:r>
          <a:endParaRPr lang="en-US" sz="1400" kern="1200" dirty="0"/>
        </a:p>
      </dsp:txBody>
      <dsp:txXfrm>
        <a:off x="552214" y="868028"/>
        <a:ext cx="5303883" cy="674739"/>
      </dsp:txXfrm>
    </dsp:sp>
    <dsp:sp modelId="{BCE451CB-8CA6-4291-A717-0648776B625F}">
      <dsp:nvSpPr>
        <dsp:cNvPr id="0" name=""/>
        <dsp:cNvSpPr/>
      </dsp:nvSpPr>
      <dsp:spPr>
        <a:xfrm>
          <a:off x="1054517" y="1694073"/>
          <a:ext cx="6342960" cy="7167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Before each interview, I consistently received guidance from the representatives, including one-on-one meetings.</a:t>
          </a:r>
          <a:endParaRPr lang="en-US" sz="1400" kern="1200" dirty="0"/>
        </a:p>
      </dsp:txBody>
      <dsp:txXfrm>
        <a:off x="1075509" y="1715065"/>
        <a:ext cx="5311812" cy="674739"/>
      </dsp:txXfrm>
    </dsp:sp>
    <dsp:sp modelId="{B8FC525F-3CD2-4B21-A005-D56A47FDEDC3}">
      <dsp:nvSpPr>
        <dsp:cNvPr id="0" name=""/>
        <dsp:cNvSpPr/>
      </dsp:nvSpPr>
      <dsp:spPr>
        <a:xfrm>
          <a:off x="1585740" y="2541109"/>
          <a:ext cx="6342960" cy="7167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I also had individual sessions with a Japanese mentor and practiced through mock interviews.</a:t>
          </a:r>
          <a:endParaRPr lang="en-US" sz="1400" kern="1200"/>
        </a:p>
      </dsp:txBody>
      <dsp:txXfrm>
        <a:off x="1606732" y="2562101"/>
        <a:ext cx="5303883" cy="674739"/>
      </dsp:txXfrm>
    </dsp:sp>
    <dsp:sp modelId="{B1B4155A-8A39-4F8B-BD7B-8DB1D1362100}">
      <dsp:nvSpPr>
        <dsp:cNvPr id="0" name=""/>
        <dsp:cNvSpPr/>
      </dsp:nvSpPr>
      <dsp:spPr>
        <a:xfrm>
          <a:off x="5877090" y="548944"/>
          <a:ext cx="465870" cy="4658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981911" y="548944"/>
        <a:ext cx="256228" cy="350567"/>
      </dsp:txXfrm>
    </dsp:sp>
    <dsp:sp modelId="{CDFFBB5C-5372-42C9-9AEA-6F81FE2A1A1D}">
      <dsp:nvSpPr>
        <dsp:cNvPr id="0" name=""/>
        <dsp:cNvSpPr/>
      </dsp:nvSpPr>
      <dsp:spPr>
        <a:xfrm>
          <a:off x="6408313" y="1395981"/>
          <a:ext cx="465870" cy="4658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513134" y="1395981"/>
        <a:ext cx="256228" cy="350567"/>
      </dsp:txXfrm>
    </dsp:sp>
    <dsp:sp modelId="{45DCBF0D-EBF4-4C53-A891-1DC980005537}">
      <dsp:nvSpPr>
        <dsp:cNvPr id="0" name=""/>
        <dsp:cNvSpPr/>
      </dsp:nvSpPr>
      <dsp:spPr>
        <a:xfrm>
          <a:off x="6931607" y="2243018"/>
          <a:ext cx="465870" cy="4658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036428" y="2243018"/>
        <a:ext cx="256228" cy="3505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6debeea3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6debeea3a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>
          <a:extLst>
            <a:ext uri="{FF2B5EF4-FFF2-40B4-BE49-F238E27FC236}">
              <a16:creationId xmlns:a16="http://schemas.microsoft.com/office/drawing/2014/main" id="{50B72EB2-1FF6-EB73-CBDD-97A14279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54dda1946d_6_322:notes">
            <a:extLst>
              <a:ext uri="{FF2B5EF4-FFF2-40B4-BE49-F238E27FC236}">
                <a16:creationId xmlns:a16="http://schemas.microsoft.com/office/drawing/2014/main" id="{F3F4BC35-099A-91BC-3C91-0199A438C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54dda1946d_6_322:notes">
            <a:extLst>
              <a:ext uri="{FF2B5EF4-FFF2-40B4-BE49-F238E27FC236}">
                <a16:creationId xmlns:a16="http://schemas.microsoft.com/office/drawing/2014/main" id="{323F5364-C202-0E08-1F08-A55208A22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04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>
          <a:extLst>
            <a:ext uri="{FF2B5EF4-FFF2-40B4-BE49-F238E27FC236}">
              <a16:creationId xmlns:a16="http://schemas.microsoft.com/office/drawing/2014/main" id="{FEB42917-DC29-C7C1-8FCA-E8626E814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54dda1946d_6_322:notes">
            <a:extLst>
              <a:ext uri="{FF2B5EF4-FFF2-40B4-BE49-F238E27FC236}">
                <a16:creationId xmlns:a16="http://schemas.microsoft.com/office/drawing/2014/main" id="{812132C2-8D1D-F5AB-E08C-B89B1348B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54dda1946d_6_322:notes">
            <a:extLst>
              <a:ext uri="{FF2B5EF4-FFF2-40B4-BE49-F238E27FC236}">
                <a16:creationId xmlns:a16="http://schemas.microsoft.com/office/drawing/2014/main" id="{F62A263D-3794-9EA1-5363-EB7432030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514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7" name="Google Shape;243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Feel free to contact me: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1" dirty="0"/>
          </a:p>
          <a:p>
            <a:pPr marL="0" lvl="0" indent="0"/>
            <a:r>
              <a:rPr lang="en-US" sz="1100" b="1" dirty="0"/>
              <a:t>LinkedIn profile: https://www.linkedin.com/in/pansyhelmy/.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9" name="Google Shape;2629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5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57031" y="1194100"/>
            <a:ext cx="4838700" cy="219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157031" y="3577100"/>
            <a:ext cx="48387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5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391508" y="1909575"/>
            <a:ext cx="8961346" cy="3834900"/>
            <a:chOff x="391508" y="1909575"/>
            <a:chExt cx="8961346" cy="3834900"/>
          </a:xfrm>
        </p:grpSpPr>
        <p:grpSp>
          <p:nvGrpSpPr>
            <p:cNvPr id="60" name="Google Shape;60;p6"/>
            <p:cNvGrpSpPr/>
            <p:nvPr/>
          </p:nvGrpSpPr>
          <p:grpSpPr>
            <a:xfrm rot="5400000">
              <a:off x="-779063" y="3097943"/>
              <a:ext cx="2514490" cy="173346"/>
              <a:chOff x="2357533" y="3245275"/>
              <a:chExt cx="5658167" cy="251700"/>
            </a:xfrm>
          </p:grpSpPr>
          <p:cxnSp>
            <p:nvCxnSpPr>
              <p:cNvPr id="61" name="Google Shape;61;p6"/>
              <p:cNvCxnSpPr/>
              <p:nvPr/>
            </p:nvCxnSpPr>
            <p:spPr>
              <a:xfrm rot="-5400000">
                <a:off x="5190450" y="545863"/>
                <a:ext cx="600" cy="564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62" name="Google Shape;62;p6"/>
              <p:cNvCxnSpPr/>
              <p:nvPr/>
            </p:nvCxnSpPr>
            <p:spPr>
              <a:xfrm>
                <a:off x="2357533" y="3245275"/>
                <a:ext cx="0" cy="25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7997309" y="3245275"/>
                <a:ext cx="0" cy="25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4" name="Google Shape;64;p6"/>
            <p:cNvGrpSpPr/>
            <p:nvPr/>
          </p:nvGrpSpPr>
          <p:grpSpPr>
            <a:xfrm>
              <a:off x="7479005" y="1909575"/>
              <a:ext cx="1873850" cy="3834900"/>
              <a:chOff x="7479005" y="1909575"/>
              <a:chExt cx="1873850" cy="3834900"/>
            </a:xfrm>
          </p:grpSpPr>
          <p:sp>
            <p:nvSpPr>
              <p:cNvPr id="65" name="Google Shape;65;p6"/>
              <p:cNvSpPr/>
              <p:nvPr/>
            </p:nvSpPr>
            <p:spPr>
              <a:xfrm>
                <a:off x="8358750" y="4346850"/>
                <a:ext cx="572700" cy="4617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" name="Google Shape;66;p6"/>
              <p:cNvCxnSpPr/>
              <p:nvPr/>
            </p:nvCxnSpPr>
            <p:spPr>
              <a:xfrm rot="10800000">
                <a:off x="8423005" y="3878705"/>
                <a:ext cx="0" cy="185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 rot="10800000">
                <a:off x="8931442" y="1909575"/>
                <a:ext cx="0" cy="383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 rot="5400000">
                <a:off x="7359455" y="4808555"/>
                <a:ext cx="239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5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713225" y="676950"/>
            <a:ext cx="47391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subTitle" idx="1"/>
          </p:nvPr>
        </p:nvSpPr>
        <p:spPr>
          <a:xfrm>
            <a:off x="713225" y="1972200"/>
            <a:ext cx="4739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5681725" y="974525"/>
            <a:ext cx="2749200" cy="329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4" name="Google Shape;74;p7"/>
          <p:cNvGrpSpPr/>
          <p:nvPr/>
        </p:nvGrpSpPr>
        <p:grpSpPr>
          <a:xfrm>
            <a:off x="-938095" y="-150159"/>
            <a:ext cx="11040495" cy="5993609"/>
            <a:chOff x="-938095" y="-150159"/>
            <a:chExt cx="11040495" cy="5993609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681733" y="428100"/>
              <a:ext cx="4420667" cy="251700"/>
              <a:chOff x="2357533" y="3245275"/>
              <a:chExt cx="4420667" cy="2517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2365800" y="3371113"/>
                <a:ext cx="4412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2357533" y="3245275"/>
                <a:ext cx="0" cy="25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6777133" y="3245275"/>
                <a:ext cx="0" cy="25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5400000">
              <a:off x="6573908" y="1934325"/>
              <a:ext cx="4420667" cy="251700"/>
              <a:chOff x="2357533" y="3245275"/>
              <a:chExt cx="4420667" cy="2517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2365800" y="3371113"/>
                <a:ext cx="4412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2357533" y="3245275"/>
                <a:ext cx="0" cy="25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6777133" y="3245275"/>
                <a:ext cx="0" cy="25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3" name="Google Shape;83;p7"/>
            <p:cNvGrpSpPr/>
            <p:nvPr/>
          </p:nvGrpSpPr>
          <p:grpSpPr>
            <a:xfrm>
              <a:off x="-938095" y="4320650"/>
              <a:ext cx="3568445" cy="1522800"/>
              <a:chOff x="-70295" y="4194725"/>
              <a:chExt cx="3568445" cy="1522800"/>
            </a:xfrm>
          </p:grpSpPr>
          <p:cxnSp>
            <p:nvCxnSpPr>
              <p:cNvPr id="84" name="Google Shape;84;p7"/>
              <p:cNvCxnSpPr/>
              <p:nvPr/>
            </p:nvCxnSpPr>
            <p:spPr>
              <a:xfrm>
                <a:off x="-70295" y="4259063"/>
                <a:ext cx="163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85" name="Google Shape;85;p7"/>
              <p:cNvSpPr/>
              <p:nvPr/>
            </p:nvSpPr>
            <p:spPr>
              <a:xfrm rot="10800000">
                <a:off x="943075" y="4194725"/>
                <a:ext cx="591000" cy="591000"/>
              </a:xfrm>
              <a:prstGeom prst="pie">
                <a:avLst>
                  <a:gd name="adj1" fmla="val 10743844"/>
                  <a:gd name="adj2" fmla="val 1620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86" name="Google Shape;86;p7"/>
              <p:cNvCxnSpPr>
                <a:stCxn id="85" idx="3"/>
              </p:cNvCxnSpPr>
              <p:nvPr/>
            </p:nvCxnSpPr>
            <p:spPr>
              <a:xfrm>
                <a:off x="1238575" y="4785725"/>
                <a:ext cx="0" cy="93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7"/>
              <p:cNvCxnSpPr/>
              <p:nvPr/>
            </p:nvCxnSpPr>
            <p:spPr>
              <a:xfrm>
                <a:off x="1244250" y="4488325"/>
                <a:ext cx="2253900" cy="103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5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5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5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3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3"/>
          <p:cNvSpPr txBox="1">
            <a:spLocks noGrp="1"/>
          </p:cNvSpPr>
          <p:nvPr>
            <p:ph type="subTitle" idx="1"/>
          </p:nvPr>
        </p:nvSpPr>
        <p:spPr>
          <a:xfrm>
            <a:off x="2347900" y="1745009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</a:t>
            </a:r>
            <a:endParaRPr sz="1000" b="1" u="sng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5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24"/>
          <p:cNvGrpSpPr/>
          <p:nvPr/>
        </p:nvGrpSpPr>
        <p:grpSpPr>
          <a:xfrm>
            <a:off x="7254400" y="-119500"/>
            <a:ext cx="2501400" cy="1252800"/>
            <a:chOff x="7254400" y="-119500"/>
            <a:chExt cx="2501400" cy="1252800"/>
          </a:xfrm>
        </p:grpSpPr>
        <p:grpSp>
          <p:nvGrpSpPr>
            <p:cNvPr id="361" name="Google Shape;361;p24"/>
            <p:cNvGrpSpPr/>
            <p:nvPr/>
          </p:nvGrpSpPr>
          <p:grpSpPr>
            <a:xfrm>
              <a:off x="7254400" y="-119500"/>
              <a:ext cx="2501400" cy="1252800"/>
              <a:chOff x="229300" y="3438900"/>
              <a:chExt cx="2501400" cy="1252800"/>
            </a:xfrm>
          </p:grpSpPr>
          <p:cxnSp>
            <p:nvCxnSpPr>
              <p:cNvPr id="362" name="Google Shape;362;p24"/>
              <p:cNvCxnSpPr>
                <a:endCxn id="363" idx="4"/>
              </p:cNvCxnSpPr>
              <p:nvPr/>
            </p:nvCxnSpPr>
            <p:spPr>
              <a:xfrm>
                <a:off x="641800" y="3438900"/>
                <a:ext cx="0" cy="125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64" name="Google Shape;364;p24"/>
              <p:cNvCxnSpPr>
                <a:stCxn id="363" idx="2"/>
              </p:cNvCxnSpPr>
              <p:nvPr/>
            </p:nvCxnSpPr>
            <p:spPr>
              <a:xfrm>
                <a:off x="229300" y="4279200"/>
                <a:ext cx="250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363" name="Google Shape;363;p24"/>
            <p:cNvSpPr/>
            <p:nvPr/>
          </p:nvSpPr>
          <p:spPr>
            <a:xfrm>
              <a:off x="7254400" y="308300"/>
              <a:ext cx="825000" cy="8250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24"/>
          <p:cNvGrpSpPr/>
          <p:nvPr/>
        </p:nvGrpSpPr>
        <p:grpSpPr>
          <a:xfrm>
            <a:off x="5905" y="3492425"/>
            <a:ext cx="3568445" cy="2225100"/>
            <a:chOff x="-70295" y="3492425"/>
            <a:chExt cx="3568445" cy="2225100"/>
          </a:xfrm>
        </p:grpSpPr>
        <p:cxnSp>
          <p:nvCxnSpPr>
            <p:cNvPr id="366" name="Google Shape;366;p24"/>
            <p:cNvCxnSpPr/>
            <p:nvPr/>
          </p:nvCxnSpPr>
          <p:spPr>
            <a:xfrm>
              <a:off x="713225" y="3506575"/>
              <a:ext cx="0" cy="1859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367" name="Google Shape;367;p24"/>
            <p:cNvCxnSpPr/>
            <p:nvPr/>
          </p:nvCxnSpPr>
          <p:spPr>
            <a:xfrm>
              <a:off x="-70295" y="4259063"/>
              <a:ext cx="1983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368" name="Google Shape;368;p24"/>
            <p:cNvCxnSpPr/>
            <p:nvPr/>
          </p:nvCxnSpPr>
          <p:spPr>
            <a:xfrm rot="10800000">
              <a:off x="593675" y="3492425"/>
              <a:ext cx="23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9" name="Google Shape;369;p24"/>
            <p:cNvSpPr/>
            <p:nvPr/>
          </p:nvSpPr>
          <p:spPr>
            <a:xfrm rot="10800000">
              <a:off x="943075" y="4194725"/>
              <a:ext cx="591000" cy="591000"/>
            </a:xfrm>
            <a:prstGeom prst="pie">
              <a:avLst>
                <a:gd name="adj1" fmla="val 10743844"/>
                <a:gd name="adj2" fmla="val 1620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0" name="Google Shape;370;p24"/>
            <p:cNvCxnSpPr>
              <a:stCxn id="369" idx="3"/>
            </p:cNvCxnSpPr>
            <p:nvPr/>
          </p:nvCxnSpPr>
          <p:spPr>
            <a:xfrm>
              <a:off x="1238575" y="4785725"/>
              <a:ext cx="0" cy="93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24"/>
            <p:cNvCxnSpPr/>
            <p:nvPr/>
          </p:nvCxnSpPr>
          <p:spPr>
            <a:xfrm>
              <a:off x="1244250" y="4488325"/>
              <a:ext cx="2253900" cy="103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5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4" name="Google Shape;374;p25"/>
          <p:cNvGrpSpPr/>
          <p:nvPr/>
        </p:nvGrpSpPr>
        <p:grpSpPr>
          <a:xfrm>
            <a:off x="4412775" y="-518497"/>
            <a:ext cx="6244391" cy="6254940"/>
            <a:chOff x="4412775" y="-518497"/>
            <a:chExt cx="6244391" cy="6254940"/>
          </a:xfrm>
        </p:grpSpPr>
        <p:grpSp>
          <p:nvGrpSpPr>
            <p:cNvPr id="375" name="Google Shape;375;p25"/>
            <p:cNvGrpSpPr/>
            <p:nvPr/>
          </p:nvGrpSpPr>
          <p:grpSpPr>
            <a:xfrm rot="-5400000">
              <a:off x="6102135" y="-2207858"/>
              <a:ext cx="979555" cy="4358275"/>
              <a:chOff x="1217550" y="-534075"/>
              <a:chExt cx="2611450" cy="4358275"/>
            </a:xfrm>
          </p:grpSpPr>
          <p:cxnSp>
            <p:nvCxnSpPr>
              <p:cNvPr id="376" name="Google Shape;376;p25"/>
              <p:cNvCxnSpPr/>
              <p:nvPr/>
            </p:nvCxnSpPr>
            <p:spPr>
              <a:xfrm>
                <a:off x="1707286" y="-534075"/>
                <a:ext cx="1632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7" name="Google Shape;377;p25"/>
              <p:cNvCxnSpPr/>
              <p:nvPr/>
            </p:nvCxnSpPr>
            <p:spPr>
              <a:xfrm>
                <a:off x="1235200" y="2430250"/>
                <a:ext cx="2593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8" name="Google Shape;378;p25"/>
              <p:cNvCxnSpPr/>
              <p:nvPr/>
            </p:nvCxnSpPr>
            <p:spPr>
              <a:xfrm>
                <a:off x="1226375" y="3480125"/>
                <a:ext cx="136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9" name="Google Shape;379;p25"/>
              <p:cNvCxnSpPr/>
              <p:nvPr/>
            </p:nvCxnSpPr>
            <p:spPr>
              <a:xfrm>
                <a:off x="1217550" y="3824200"/>
                <a:ext cx="1376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0" name="Google Shape;380;p25"/>
              <p:cNvCxnSpPr/>
              <p:nvPr/>
            </p:nvCxnSpPr>
            <p:spPr>
              <a:xfrm rot="5400000">
                <a:off x="-254546" y="1469825"/>
                <a:ext cx="4002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81" name="Google Shape;381;p25"/>
              <p:cNvCxnSpPr/>
              <p:nvPr/>
            </p:nvCxnSpPr>
            <p:spPr>
              <a:xfrm>
                <a:off x="1349900" y="2456700"/>
                <a:ext cx="0" cy="136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</p:grpSp>
        <p:grpSp>
          <p:nvGrpSpPr>
            <p:cNvPr id="382" name="Google Shape;382;p25"/>
            <p:cNvGrpSpPr/>
            <p:nvPr/>
          </p:nvGrpSpPr>
          <p:grpSpPr>
            <a:xfrm>
              <a:off x="7671517" y="2507650"/>
              <a:ext cx="2985649" cy="3228792"/>
              <a:chOff x="-70295" y="2156728"/>
              <a:chExt cx="3254823" cy="3519887"/>
            </a:xfrm>
          </p:grpSpPr>
          <p:cxnSp>
            <p:nvCxnSpPr>
              <p:cNvPr id="383" name="Google Shape;383;p25"/>
              <p:cNvCxnSpPr/>
              <p:nvPr/>
            </p:nvCxnSpPr>
            <p:spPr>
              <a:xfrm>
                <a:off x="713236" y="2156728"/>
                <a:ext cx="0" cy="320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84" name="Google Shape;384;p25"/>
              <p:cNvCxnSpPr/>
              <p:nvPr/>
            </p:nvCxnSpPr>
            <p:spPr>
              <a:xfrm>
                <a:off x="-70295" y="4259063"/>
                <a:ext cx="23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385" name="Google Shape;385;p25"/>
              <p:cNvSpPr/>
              <p:nvPr/>
            </p:nvSpPr>
            <p:spPr>
              <a:xfrm rot="10800000">
                <a:off x="629453" y="4153815"/>
                <a:ext cx="591000" cy="591000"/>
              </a:xfrm>
              <a:prstGeom prst="pie">
                <a:avLst>
                  <a:gd name="adj1" fmla="val 10743844"/>
                  <a:gd name="adj2" fmla="val 1620000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6" name="Google Shape;386;p25"/>
              <p:cNvCxnSpPr>
                <a:stCxn id="385" idx="3"/>
              </p:cNvCxnSpPr>
              <p:nvPr/>
            </p:nvCxnSpPr>
            <p:spPr>
              <a:xfrm>
                <a:off x="924953" y="4744815"/>
                <a:ext cx="0" cy="93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25"/>
              <p:cNvCxnSpPr/>
              <p:nvPr/>
            </p:nvCxnSpPr>
            <p:spPr>
              <a:xfrm>
                <a:off x="930628" y="4447415"/>
                <a:ext cx="2253900" cy="103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●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○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■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●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○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■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●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○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■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9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hand-drawn-airplane-outline-illustration_41879198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29"/>
          <p:cNvGrpSpPr/>
          <p:nvPr/>
        </p:nvGrpSpPr>
        <p:grpSpPr>
          <a:xfrm>
            <a:off x="1064600" y="435099"/>
            <a:ext cx="6823908" cy="1482970"/>
            <a:chOff x="-4910689" y="310914"/>
            <a:chExt cx="6823908" cy="1482970"/>
          </a:xfrm>
        </p:grpSpPr>
        <p:grpSp>
          <p:nvGrpSpPr>
            <p:cNvPr id="401" name="Google Shape;401;p29"/>
            <p:cNvGrpSpPr/>
            <p:nvPr/>
          </p:nvGrpSpPr>
          <p:grpSpPr>
            <a:xfrm>
              <a:off x="-4910689" y="335105"/>
              <a:ext cx="6552636" cy="1458778"/>
              <a:chOff x="5829500" y="3446463"/>
              <a:chExt cx="1870525" cy="416425"/>
            </a:xfrm>
          </p:grpSpPr>
          <p:sp>
            <p:nvSpPr>
              <p:cNvPr id="402" name="Google Shape;402;p29"/>
              <p:cNvSpPr/>
              <p:nvPr/>
            </p:nvSpPr>
            <p:spPr>
              <a:xfrm>
                <a:off x="6446400" y="3632538"/>
                <a:ext cx="199175" cy="24175"/>
              </a:xfrm>
              <a:custGeom>
                <a:avLst/>
                <a:gdLst/>
                <a:ahLst/>
                <a:cxnLst/>
                <a:rect l="l" t="t" r="r" b="b"/>
                <a:pathLst>
                  <a:path w="7967" h="967" extrusionOk="0">
                    <a:moveTo>
                      <a:pt x="1355" y="1"/>
                    </a:moveTo>
                    <a:cubicBezTo>
                      <a:pt x="1114" y="1"/>
                      <a:pt x="872" y="95"/>
                      <a:pt x="698" y="269"/>
                    </a:cubicBezTo>
                    <a:lnTo>
                      <a:pt x="1" y="966"/>
                    </a:lnTo>
                    <a:lnTo>
                      <a:pt x="242" y="966"/>
                    </a:lnTo>
                    <a:lnTo>
                      <a:pt x="242" y="953"/>
                    </a:lnTo>
                    <a:lnTo>
                      <a:pt x="805" y="390"/>
                    </a:lnTo>
                    <a:cubicBezTo>
                      <a:pt x="926" y="282"/>
                      <a:pt x="1060" y="202"/>
                      <a:pt x="1208" y="175"/>
                    </a:cubicBezTo>
                    <a:lnTo>
                      <a:pt x="1234" y="148"/>
                    </a:lnTo>
                    <a:lnTo>
                      <a:pt x="1261" y="175"/>
                    </a:lnTo>
                    <a:cubicBezTo>
                      <a:pt x="1288" y="175"/>
                      <a:pt x="1315" y="162"/>
                      <a:pt x="1355" y="162"/>
                    </a:cubicBezTo>
                    <a:lnTo>
                      <a:pt x="5767" y="162"/>
                    </a:lnTo>
                    <a:cubicBezTo>
                      <a:pt x="6237" y="162"/>
                      <a:pt x="6679" y="296"/>
                      <a:pt x="7055" y="551"/>
                    </a:cubicBezTo>
                    <a:lnTo>
                      <a:pt x="7122" y="604"/>
                    </a:lnTo>
                    <a:lnTo>
                      <a:pt x="7175" y="604"/>
                    </a:lnTo>
                    <a:lnTo>
                      <a:pt x="7175" y="631"/>
                    </a:lnTo>
                    <a:lnTo>
                      <a:pt x="7658" y="966"/>
                    </a:lnTo>
                    <a:lnTo>
                      <a:pt x="7967" y="966"/>
                    </a:lnTo>
                    <a:lnTo>
                      <a:pt x="7149" y="416"/>
                    </a:lnTo>
                    <a:cubicBezTo>
                      <a:pt x="6746" y="148"/>
                      <a:pt x="6263" y="1"/>
                      <a:pt x="57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9"/>
              <p:cNvSpPr/>
              <p:nvPr/>
            </p:nvSpPr>
            <p:spPr>
              <a:xfrm>
                <a:off x="5968300" y="3633888"/>
                <a:ext cx="148965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59586" h="1704" extrusionOk="0">
                    <a:moveTo>
                      <a:pt x="59586" y="0"/>
                    </a:moveTo>
                    <a:lnTo>
                      <a:pt x="59586" y="0"/>
                    </a:lnTo>
                    <a:cubicBezTo>
                      <a:pt x="57279" y="590"/>
                      <a:pt x="54892" y="899"/>
                      <a:pt x="52505" y="899"/>
                    </a:cubicBezTo>
                    <a:lnTo>
                      <a:pt x="20814" y="899"/>
                    </a:lnTo>
                    <a:lnTo>
                      <a:pt x="20814" y="912"/>
                    </a:lnTo>
                    <a:lnTo>
                      <a:pt x="20774" y="912"/>
                    </a:lnTo>
                    <a:lnTo>
                      <a:pt x="20774" y="899"/>
                    </a:lnTo>
                    <a:lnTo>
                      <a:pt x="1918" y="899"/>
                    </a:lnTo>
                    <a:cubicBezTo>
                      <a:pt x="1214" y="899"/>
                      <a:pt x="523" y="1189"/>
                      <a:pt x="14" y="1690"/>
                    </a:cubicBezTo>
                    <a:lnTo>
                      <a:pt x="14" y="1690"/>
                    </a:lnTo>
                    <a:lnTo>
                      <a:pt x="188" y="1556"/>
                    </a:lnTo>
                    <a:lnTo>
                      <a:pt x="443" y="1556"/>
                    </a:lnTo>
                    <a:cubicBezTo>
                      <a:pt x="872" y="1248"/>
                      <a:pt x="1395" y="1073"/>
                      <a:pt x="1918" y="1073"/>
                    </a:cubicBezTo>
                    <a:lnTo>
                      <a:pt x="3863" y="1073"/>
                    </a:lnTo>
                    <a:lnTo>
                      <a:pt x="3863" y="1046"/>
                    </a:lnTo>
                    <a:lnTo>
                      <a:pt x="3903" y="1046"/>
                    </a:lnTo>
                    <a:lnTo>
                      <a:pt x="3903" y="1073"/>
                    </a:lnTo>
                    <a:lnTo>
                      <a:pt x="15249" y="1073"/>
                    </a:lnTo>
                    <a:cubicBezTo>
                      <a:pt x="15249" y="1046"/>
                      <a:pt x="15262" y="1020"/>
                      <a:pt x="15262" y="993"/>
                    </a:cubicBezTo>
                    <a:lnTo>
                      <a:pt x="15302" y="993"/>
                    </a:lnTo>
                    <a:cubicBezTo>
                      <a:pt x="15302" y="1020"/>
                      <a:pt x="15302" y="1046"/>
                      <a:pt x="15289" y="1073"/>
                    </a:cubicBezTo>
                    <a:lnTo>
                      <a:pt x="16818" y="1073"/>
                    </a:lnTo>
                    <a:cubicBezTo>
                      <a:pt x="16925" y="993"/>
                      <a:pt x="17059" y="952"/>
                      <a:pt x="17207" y="952"/>
                    </a:cubicBezTo>
                    <a:lnTo>
                      <a:pt x="32214" y="952"/>
                    </a:lnTo>
                    <a:lnTo>
                      <a:pt x="32643" y="1073"/>
                    </a:lnTo>
                    <a:lnTo>
                      <a:pt x="52505" y="1073"/>
                    </a:lnTo>
                    <a:cubicBezTo>
                      <a:pt x="54838" y="1073"/>
                      <a:pt x="57158" y="778"/>
                      <a:pt x="59411" y="215"/>
                    </a:cubicBezTo>
                    <a:lnTo>
                      <a:pt x="59586" y="0"/>
                    </a:lnTo>
                    <a:close/>
                    <a:moveTo>
                      <a:pt x="14" y="1690"/>
                    </a:moveTo>
                    <a:lnTo>
                      <a:pt x="14" y="1690"/>
                    </a:lnTo>
                    <a:lnTo>
                      <a:pt x="0" y="1703"/>
                    </a:lnTo>
                    <a:cubicBezTo>
                      <a:pt x="5" y="1699"/>
                      <a:pt x="10" y="1694"/>
                      <a:pt x="14" y="16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9"/>
              <p:cNvSpPr/>
              <p:nvPr/>
            </p:nvSpPr>
            <p:spPr>
              <a:xfrm>
                <a:off x="6916450" y="3837738"/>
                <a:ext cx="192825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336" extrusionOk="0">
                    <a:moveTo>
                      <a:pt x="7712" y="0"/>
                    </a:moveTo>
                    <a:lnTo>
                      <a:pt x="7712" y="0"/>
                    </a:lnTo>
                    <a:cubicBezTo>
                      <a:pt x="6586" y="107"/>
                      <a:pt x="5446" y="161"/>
                      <a:pt x="4306" y="161"/>
                    </a:cubicBezTo>
                    <a:lnTo>
                      <a:pt x="497" y="161"/>
                    </a:lnTo>
                    <a:lnTo>
                      <a:pt x="1" y="335"/>
                    </a:lnTo>
                    <a:lnTo>
                      <a:pt x="4306" y="335"/>
                    </a:lnTo>
                    <a:cubicBezTo>
                      <a:pt x="5419" y="335"/>
                      <a:pt x="6519" y="282"/>
                      <a:pt x="7605" y="175"/>
                    </a:cubicBezTo>
                    <a:cubicBezTo>
                      <a:pt x="7592" y="175"/>
                      <a:pt x="7592" y="161"/>
                      <a:pt x="7578" y="148"/>
                    </a:cubicBezTo>
                    <a:cubicBezTo>
                      <a:pt x="7565" y="107"/>
                      <a:pt x="7578" y="54"/>
                      <a:pt x="7618" y="40"/>
                    </a:cubicBez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9"/>
              <p:cNvSpPr/>
              <p:nvPr/>
            </p:nvSpPr>
            <p:spPr>
              <a:xfrm>
                <a:off x="7110250" y="3737138"/>
                <a:ext cx="350050" cy="104650"/>
              </a:xfrm>
              <a:custGeom>
                <a:avLst/>
                <a:gdLst/>
                <a:ahLst/>
                <a:cxnLst/>
                <a:rect l="l" t="t" r="r" b="b"/>
                <a:pathLst>
                  <a:path w="14002" h="4186" extrusionOk="0">
                    <a:moveTo>
                      <a:pt x="13586" y="1"/>
                    </a:moveTo>
                    <a:lnTo>
                      <a:pt x="12915" y="296"/>
                    </a:lnTo>
                    <a:lnTo>
                      <a:pt x="13184" y="296"/>
                    </a:lnTo>
                    <a:lnTo>
                      <a:pt x="13184" y="336"/>
                    </a:lnTo>
                    <a:lnTo>
                      <a:pt x="12808" y="336"/>
                    </a:lnTo>
                    <a:lnTo>
                      <a:pt x="10635" y="1275"/>
                    </a:lnTo>
                    <a:cubicBezTo>
                      <a:pt x="7819" y="2495"/>
                      <a:pt x="4909" y="3327"/>
                      <a:pt x="1932" y="3783"/>
                    </a:cubicBezTo>
                    <a:lnTo>
                      <a:pt x="1623" y="3930"/>
                    </a:lnTo>
                    <a:lnTo>
                      <a:pt x="1610" y="3890"/>
                    </a:lnTo>
                    <a:lnTo>
                      <a:pt x="1798" y="3796"/>
                    </a:lnTo>
                    <a:lnTo>
                      <a:pt x="1798" y="3796"/>
                    </a:lnTo>
                    <a:cubicBezTo>
                      <a:pt x="1355" y="3863"/>
                      <a:pt x="912" y="3930"/>
                      <a:pt x="456" y="3971"/>
                    </a:cubicBezTo>
                    <a:lnTo>
                      <a:pt x="0" y="4185"/>
                    </a:lnTo>
                    <a:cubicBezTo>
                      <a:pt x="3675" y="3836"/>
                      <a:pt x="7269" y="2911"/>
                      <a:pt x="10703" y="1436"/>
                    </a:cubicBezTo>
                    <a:lnTo>
                      <a:pt x="1400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9"/>
              <p:cNvSpPr/>
              <p:nvPr/>
            </p:nvSpPr>
            <p:spPr>
              <a:xfrm>
                <a:off x="7459600" y="3716363"/>
                <a:ext cx="4160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806" extrusionOk="0">
                    <a:moveTo>
                      <a:pt x="1557" y="0"/>
                    </a:moveTo>
                    <a:lnTo>
                      <a:pt x="1" y="671"/>
                    </a:lnTo>
                    <a:lnTo>
                      <a:pt x="41" y="671"/>
                    </a:lnTo>
                    <a:cubicBezTo>
                      <a:pt x="81" y="671"/>
                      <a:pt x="122" y="711"/>
                      <a:pt x="122" y="751"/>
                    </a:cubicBezTo>
                    <a:cubicBezTo>
                      <a:pt x="122" y="778"/>
                      <a:pt x="122" y="792"/>
                      <a:pt x="108" y="805"/>
                    </a:cubicBezTo>
                    <a:lnTo>
                      <a:pt x="1664" y="135"/>
                    </a:lnTo>
                    <a:lnTo>
                      <a:pt x="155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9"/>
              <p:cNvSpPr/>
              <p:nvPr/>
            </p:nvSpPr>
            <p:spPr>
              <a:xfrm>
                <a:off x="5829500" y="3700613"/>
                <a:ext cx="668900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26756" h="5821" extrusionOk="0">
                    <a:moveTo>
                      <a:pt x="4560" y="0"/>
                    </a:moveTo>
                    <a:lnTo>
                      <a:pt x="805" y="1837"/>
                    </a:lnTo>
                    <a:cubicBezTo>
                      <a:pt x="309" y="2092"/>
                      <a:pt x="0" y="2588"/>
                      <a:pt x="0" y="3138"/>
                    </a:cubicBezTo>
                    <a:cubicBezTo>
                      <a:pt x="0" y="3447"/>
                      <a:pt x="94" y="3742"/>
                      <a:pt x="268" y="3983"/>
                    </a:cubicBezTo>
                    <a:cubicBezTo>
                      <a:pt x="443" y="4238"/>
                      <a:pt x="697" y="4412"/>
                      <a:pt x="979" y="4520"/>
                    </a:cubicBezTo>
                    <a:cubicBezTo>
                      <a:pt x="1945" y="4841"/>
                      <a:pt x="2924" y="5096"/>
                      <a:pt x="3916" y="5284"/>
                    </a:cubicBezTo>
                    <a:cubicBezTo>
                      <a:pt x="4882" y="5472"/>
                      <a:pt x="5901" y="5606"/>
                      <a:pt x="6920" y="5660"/>
                    </a:cubicBezTo>
                    <a:lnTo>
                      <a:pt x="9468" y="5807"/>
                    </a:lnTo>
                    <a:cubicBezTo>
                      <a:pt x="9871" y="5807"/>
                      <a:pt x="10233" y="5820"/>
                      <a:pt x="10581" y="5820"/>
                    </a:cubicBezTo>
                    <a:lnTo>
                      <a:pt x="26755" y="5820"/>
                    </a:lnTo>
                    <a:cubicBezTo>
                      <a:pt x="26675" y="5767"/>
                      <a:pt x="26594" y="5713"/>
                      <a:pt x="26527" y="5646"/>
                    </a:cubicBezTo>
                    <a:lnTo>
                      <a:pt x="12003" y="5646"/>
                    </a:lnTo>
                    <a:lnTo>
                      <a:pt x="12003" y="5780"/>
                    </a:lnTo>
                    <a:lnTo>
                      <a:pt x="11963" y="5780"/>
                    </a:lnTo>
                    <a:lnTo>
                      <a:pt x="11963" y="5646"/>
                    </a:lnTo>
                    <a:lnTo>
                      <a:pt x="10581" y="5646"/>
                    </a:lnTo>
                    <a:cubicBezTo>
                      <a:pt x="10233" y="5646"/>
                      <a:pt x="9871" y="5646"/>
                      <a:pt x="9482" y="5633"/>
                    </a:cubicBezTo>
                    <a:lnTo>
                      <a:pt x="6920" y="5499"/>
                    </a:lnTo>
                    <a:cubicBezTo>
                      <a:pt x="5914" y="5432"/>
                      <a:pt x="4909" y="5311"/>
                      <a:pt x="3943" y="5123"/>
                    </a:cubicBezTo>
                    <a:cubicBezTo>
                      <a:pt x="3916" y="5123"/>
                      <a:pt x="3889" y="5110"/>
                      <a:pt x="3863" y="5096"/>
                    </a:cubicBezTo>
                    <a:lnTo>
                      <a:pt x="3822" y="5110"/>
                    </a:lnTo>
                    <a:lnTo>
                      <a:pt x="3822" y="5096"/>
                    </a:lnTo>
                    <a:cubicBezTo>
                      <a:pt x="3071" y="4949"/>
                      <a:pt x="2320" y="4748"/>
                      <a:pt x="1583" y="4520"/>
                    </a:cubicBezTo>
                    <a:cubicBezTo>
                      <a:pt x="1569" y="4546"/>
                      <a:pt x="1556" y="4573"/>
                      <a:pt x="1542" y="4600"/>
                    </a:cubicBezTo>
                    <a:cubicBezTo>
                      <a:pt x="1529" y="4627"/>
                      <a:pt x="1502" y="4654"/>
                      <a:pt x="1462" y="4654"/>
                    </a:cubicBezTo>
                    <a:cubicBezTo>
                      <a:pt x="1449" y="4654"/>
                      <a:pt x="1435" y="4640"/>
                      <a:pt x="1422" y="4640"/>
                    </a:cubicBezTo>
                    <a:cubicBezTo>
                      <a:pt x="1381" y="4613"/>
                      <a:pt x="1368" y="4573"/>
                      <a:pt x="1395" y="4533"/>
                    </a:cubicBezTo>
                    <a:cubicBezTo>
                      <a:pt x="1395" y="4506"/>
                      <a:pt x="1408" y="4493"/>
                      <a:pt x="1408" y="4479"/>
                    </a:cubicBezTo>
                    <a:cubicBezTo>
                      <a:pt x="1288" y="4439"/>
                      <a:pt x="1167" y="4399"/>
                      <a:pt x="1033" y="4359"/>
                    </a:cubicBezTo>
                    <a:cubicBezTo>
                      <a:pt x="778" y="4265"/>
                      <a:pt x="563" y="4104"/>
                      <a:pt x="402" y="3889"/>
                    </a:cubicBezTo>
                    <a:cubicBezTo>
                      <a:pt x="242" y="3675"/>
                      <a:pt x="161" y="3420"/>
                      <a:pt x="161" y="3138"/>
                    </a:cubicBezTo>
                    <a:cubicBezTo>
                      <a:pt x="161" y="2655"/>
                      <a:pt x="443" y="2199"/>
                      <a:pt x="872" y="1985"/>
                    </a:cubicBezTo>
                    <a:lnTo>
                      <a:pt x="1408" y="1730"/>
                    </a:lnTo>
                    <a:cubicBezTo>
                      <a:pt x="1395" y="1717"/>
                      <a:pt x="1395" y="1703"/>
                      <a:pt x="1395" y="1703"/>
                    </a:cubicBezTo>
                    <a:cubicBezTo>
                      <a:pt x="1368" y="1663"/>
                      <a:pt x="1381" y="1609"/>
                      <a:pt x="1422" y="1596"/>
                    </a:cubicBezTo>
                    <a:cubicBezTo>
                      <a:pt x="1436" y="1586"/>
                      <a:pt x="1452" y="1582"/>
                      <a:pt x="1468" y="1582"/>
                    </a:cubicBezTo>
                    <a:cubicBezTo>
                      <a:pt x="1497" y="1582"/>
                      <a:pt x="1525" y="1597"/>
                      <a:pt x="1542" y="1623"/>
                    </a:cubicBezTo>
                    <a:cubicBezTo>
                      <a:pt x="1542" y="1636"/>
                      <a:pt x="1542" y="1650"/>
                      <a:pt x="1556" y="1663"/>
                    </a:cubicBezTo>
                    <a:lnTo>
                      <a:pt x="1556" y="1623"/>
                    </a:lnTo>
                    <a:lnTo>
                      <a:pt x="1623" y="1623"/>
                    </a:lnTo>
                    <a:lnTo>
                      <a:pt x="4909" y="13"/>
                    </a:lnTo>
                    <a:lnTo>
                      <a:pt x="45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9"/>
              <p:cNvSpPr/>
              <p:nvPr/>
            </p:nvSpPr>
            <p:spPr>
              <a:xfrm>
                <a:off x="6129575" y="3808888"/>
                <a:ext cx="338300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13532" h="42" extrusionOk="0">
                    <a:moveTo>
                      <a:pt x="0" y="1"/>
                    </a:moveTo>
                    <a:lnTo>
                      <a:pt x="0" y="41"/>
                    </a:lnTo>
                    <a:lnTo>
                      <a:pt x="13532" y="41"/>
                    </a:lnTo>
                    <a:cubicBezTo>
                      <a:pt x="13518" y="28"/>
                      <a:pt x="13518" y="14"/>
                      <a:pt x="135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9"/>
              <p:cNvSpPr/>
              <p:nvPr/>
            </p:nvSpPr>
            <p:spPr>
              <a:xfrm>
                <a:off x="6993250" y="3808888"/>
                <a:ext cx="178050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7122" h="42" extrusionOk="0">
                    <a:moveTo>
                      <a:pt x="0" y="1"/>
                    </a:moveTo>
                    <a:cubicBezTo>
                      <a:pt x="0" y="14"/>
                      <a:pt x="0" y="28"/>
                      <a:pt x="0" y="41"/>
                    </a:cubicBezTo>
                    <a:lnTo>
                      <a:pt x="7027" y="41"/>
                    </a:lnTo>
                    <a:lnTo>
                      <a:pt x="71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9"/>
              <p:cNvSpPr/>
              <p:nvPr/>
            </p:nvSpPr>
            <p:spPr>
              <a:xfrm>
                <a:off x="6524850" y="3790113"/>
                <a:ext cx="63400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162" extrusionOk="0">
                    <a:moveTo>
                      <a:pt x="229" y="1"/>
                    </a:moveTo>
                    <a:cubicBezTo>
                      <a:pt x="188" y="81"/>
                      <a:pt x="108" y="135"/>
                      <a:pt x="1" y="162"/>
                    </a:cubicBezTo>
                    <a:lnTo>
                      <a:pt x="2535" y="162"/>
                    </a:lnTo>
                    <a:cubicBezTo>
                      <a:pt x="2535" y="108"/>
                      <a:pt x="2535" y="54"/>
                      <a:pt x="25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9"/>
              <p:cNvSpPr/>
              <p:nvPr/>
            </p:nvSpPr>
            <p:spPr>
              <a:xfrm>
                <a:off x="6466525" y="3790113"/>
                <a:ext cx="526725" cy="72775"/>
              </a:xfrm>
              <a:custGeom>
                <a:avLst/>
                <a:gdLst/>
                <a:ahLst/>
                <a:cxnLst/>
                <a:rect l="l" t="t" r="r" b="b"/>
                <a:pathLst>
                  <a:path w="21069" h="2911" extrusionOk="0">
                    <a:moveTo>
                      <a:pt x="16161" y="1"/>
                    </a:moveTo>
                    <a:cubicBezTo>
                      <a:pt x="16228" y="41"/>
                      <a:pt x="16268" y="95"/>
                      <a:pt x="16295" y="162"/>
                    </a:cubicBezTo>
                    <a:lnTo>
                      <a:pt x="20372" y="162"/>
                    </a:lnTo>
                    <a:cubicBezTo>
                      <a:pt x="20667" y="162"/>
                      <a:pt x="20908" y="403"/>
                      <a:pt x="20908" y="698"/>
                    </a:cubicBezTo>
                    <a:cubicBezTo>
                      <a:pt x="20908" y="926"/>
                      <a:pt x="20761" y="1141"/>
                      <a:pt x="20546" y="1208"/>
                    </a:cubicBezTo>
                    <a:lnTo>
                      <a:pt x="20184" y="1329"/>
                    </a:lnTo>
                    <a:lnTo>
                      <a:pt x="20184" y="1396"/>
                    </a:lnTo>
                    <a:lnTo>
                      <a:pt x="19969" y="1396"/>
                    </a:lnTo>
                    <a:lnTo>
                      <a:pt x="17824" y="2120"/>
                    </a:lnTo>
                    <a:cubicBezTo>
                      <a:pt x="16590" y="2536"/>
                      <a:pt x="15316" y="2737"/>
                      <a:pt x="14015" y="2737"/>
                    </a:cubicBezTo>
                    <a:lnTo>
                      <a:pt x="3246" y="2737"/>
                    </a:lnTo>
                    <a:lnTo>
                      <a:pt x="3246" y="2763"/>
                    </a:lnTo>
                    <a:lnTo>
                      <a:pt x="3205" y="2763"/>
                    </a:lnTo>
                    <a:lnTo>
                      <a:pt x="3205" y="2737"/>
                    </a:lnTo>
                    <a:cubicBezTo>
                      <a:pt x="1891" y="2670"/>
                      <a:pt x="738" y="1878"/>
                      <a:pt x="188" y="685"/>
                    </a:cubicBezTo>
                    <a:cubicBezTo>
                      <a:pt x="121" y="685"/>
                      <a:pt x="67" y="698"/>
                      <a:pt x="0" y="698"/>
                    </a:cubicBezTo>
                    <a:cubicBezTo>
                      <a:pt x="14" y="712"/>
                      <a:pt x="27" y="738"/>
                      <a:pt x="27" y="752"/>
                    </a:cubicBezTo>
                    <a:cubicBezTo>
                      <a:pt x="40" y="765"/>
                      <a:pt x="40" y="779"/>
                      <a:pt x="54" y="792"/>
                    </a:cubicBezTo>
                    <a:cubicBezTo>
                      <a:pt x="295" y="1302"/>
                      <a:pt x="631" y="1731"/>
                      <a:pt x="1046" y="2066"/>
                    </a:cubicBezTo>
                    <a:cubicBezTo>
                      <a:pt x="1113" y="2133"/>
                      <a:pt x="1194" y="2187"/>
                      <a:pt x="1274" y="2240"/>
                    </a:cubicBezTo>
                    <a:cubicBezTo>
                      <a:pt x="1878" y="2670"/>
                      <a:pt x="2602" y="2911"/>
                      <a:pt x="3380" y="2911"/>
                    </a:cubicBezTo>
                    <a:lnTo>
                      <a:pt x="14015" y="2911"/>
                    </a:lnTo>
                    <a:cubicBezTo>
                      <a:pt x="15329" y="2911"/>
                      <a:pt x="16630" y="2696"/>
                      <a:pt x="17877" y="2281"/>
                    </a:cubicBezTo>
                    <a:lnTo>
                      <a:pt x="17998" y="2240"/>
                    </a:lnTo>
                    <a:lnTo>
                      <a:pt x="18494" y="2066"/>
                    </a:lnTo>
                    <a:lnTo>
                      <a:pt x="20586" y="1369"/>
                    </a:lnTo>
                    <a:cubicBezTo>
                      <a:pt x="20854" y="1288"/>
                      <a:pt x="21029" y="1060"/>
                      <a:pt x="21069" y="792"/>
                    </a:cubicBezTo>
                    <a:cubicBezTo>
                      <a:pt x="21069" y="779"/>
                      <a:pt x="21069" y="765"/>
                      <a:pt x="21069" y="752"/>
                    </a:cubicBezTo>
                    <a:cubicBezTo>
                      <a:pt x="21069" y="738"/>
                      <a:pt x="21069" y="725"/>
                      <a:pt x="21069" y="698"/>
                    </a:cubicBezTo>
                    <a:cubicBezTo>
                      <a:pt x="21069" y="457"/>
                      <a:pt x="20948" y="256"/>
                      <a:pt x="20774" y="122"/>
                    </a:cubicBezTo>
                    <a:lnTo>
                      <a:pt x="1976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9"/>
              <p:cNvSpPr/>
              <p:nvPr/>
            </p:nvSpPr>
            <p:spPr>
              <a:xfrm>
                <a:off x="6969100" y="3823638"/>
                <a:ext cx="102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41" h="15" extrusionOk="0">
                    <a:moveTo>
                      <a:pt x="41" y="1"/>
                    </a:moveTo>
                    <a:lnTo>
                      <a:pt x="0" y="14"/>
                    </a:lnTo>
                    <a:lnTo>
                      <a:pt x="41" y="14"/>
                    </a:lnTo>
                    <a:lnTo>
                      <a:pt x="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9"/>
              <p:cNvSpPr/>
              <p:nvPr/>
            </p:nvSpPr>
            <p:spPr>
              <a:xfrm>
                <a:off x="6728700" y="3790113"/>
                <a:ext cx="30550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162" extrusionOk="0">
                    <a:moveTo>
                      <a:pt x="1" y="1"/>
                    </a:moveTo>
                    <a:lnTo>
                      <a:pt x="1" y="162"/>
                    </a:lnTo>
                    <a:lnTo>
                      <a:pt x="1221" y="162"/>
                    </a:lnTo>
                    <a:cubicBezTo>
                      <a:pt x="1208" y="108"/>
                      <a:pt x="1208" y="54"/>
                      <a:pt x="12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9"/>
              <p:cNvSpPr/>
              <p:nvPr/>
            </p:nvSpPr>
            <p:spPr>
              <a:xfrm>
                <a:off x="6668350" y="3823988"/>
                <a:ext cx="91225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3649" h="41" extrusionOk="0">
                    <a:moveTo>
                      <a:pt x="148" y="0"/>
                    </a:moveTo>
                    <a:cubicBezTo>
                      <a:pt x="135" y="14"/>
                      <a:pt x="135" y="14"/>
                      <a:pt x="121" y="14"/>
                    </a:cubicBezTo>
                    <a:cubicBezTo>
                      <a:pt x="81" y="27"/>
                      <a:pt x="41" y="41"/>
                      <a:pt x="1" y="41"/>
                    </a:cubicBezTo>
                    <a:lnTo>
                      <a:pt x="3648" y="41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9"/>
              <p:cNvSpPr/>
              <p:nvPr/>
            </p:nvSpPr>
            <p:spPr>
              <a:xfrm>
                <a:off x="6900025" y="3822988"/>
                <a:ext cx="71100" cy="2025"/>
              </a:xfrm>
              <a:custGeom>
                <a:avLst/>
                <a:gdLst/>
                <a:ahLst/>
                <a:cxnLst/>
                <a:rect l="l" t="t" r="r" b="b"/>
                <a:pathLst>
                  <a:path w="2844" h="81" extrusionOk="0">
                    <a:moveTo>
                      <a:pt x="2804" y="0"/>
                    </a:moveTo>
                    <a:lnTo>
                      <a:pt x="2804" y="27"/>
                    </a:lnTo>
                    <a:lnTo>
                      <a:pt x="2804" y="40"/>
                    </a:lnTo>
                    <a:lnTo>
                      <a:pt x="1" y="40"/>
                    </a:lnTo>
                    <a:lnTo>
                      <a:pt x="1" y="81"/>
                    </a:lnTo>
                    <a:lnTo>
                      <a:pt x="2844" y="81"/>
                    </a:lnTo>
                    <a:lnTo>
                      <a:pt x="2844" y="14"/>
                    </a:lnTo>
                    <a:lnTo>
                      <a:pt x="28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9"/>
              <p:cNvSpPr/>
              <p:nvPr/>
            </p:nvSpPr>
            <p:spPr>
              <a:xfrm>
                <a:off x="6547325" y="3823988"/>
                <a:ext cx="45275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41" extrusionOk="0">
                    <a:moveTo>
                      <a:pt x="0" y="0"/>
                    </a:moveTo>
                    <a:lnTo>
                      <a:pt x="14" y="14"/>
                    </a:lnTo>
                    <a:lnTo>
                      <a:pt x="14" y="41"/>
                    </a:lnTo>
                    <a:lnTo>
                      <a:pt x="1811" y="41"/>
                    </a:lnTo>
                    <a:cubicBezTo>
                      <a:pt x="1797" y="27"/>
                      <a:pt x="1784" y="14"/>
                      <a:pt x="17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9"/>
              <p:cNvSpPr/>
              <p:nvPr/>
            </p:nvSpPr>
            <p:spPr>
              <a:xfrm>
                <a:off x="7334550" y="3692213"/>
                <a:ext cx="2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5" extrusionOk="0">
                    <a:moveTo>
                      <a:pt x="0" y="14"/>
                    </a:moveTo>
                    <a:cubicBezTo>
                      <a:pt x="0" y="14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9"/>
              <p:cNvSpPr/>
              <p:nvPr/>
            </p:nvSpPr>
            <p:spPr>
              <a:xfrm>
                <a:off x="7335550" y="3691538"/>
                <a:ext cx="147225" cy="12450"/>
              </a:xfrm>
              <a:custGeom>
                <a:avLst/>
                <a:gdLst/>
                <a:ahLst/>
                <a:cxnLst/>
                <a:rect l="l" t="t" r="r" b="b"/>
                <a:pathLst>
                  <a:path w="5889" h="498" extrusionOk="0">
                    <a:moveTo>
                      <a:pt x="309" y="1"/>
                    </a:moveTo>
                    <a:lnTo>
                      <a:pt x="41" y="68"/>
                    </a:lnTo>
                    <a:lnTo>
                      <a:pt x="1" y="68"/>
                    </a:lnTo>
                    <a:lnTo>
                      <a:pt x="591" y="296"/>
                    </a:lnTo>
                    <a:cubicBezTo>
                      <a:pt x="940" y="417"/>
                      <a:pt x="1288" y="497"/>
                      <a:pt x="1664" y="497"/>
                    </a:cubicBezTo>
                    <a:cubicBezTo>
                      <a:pt x="1731" y="497"/>
                      <a:pt x="1811" y="484"/>
                      <a:pt x="1892" y="484"/>
                    </a:cubicBezTo>
                    <a:lnTo>
                      <a:pt x="5888" y="175"/>
                    </a:lnTo>
                    <a:lnTo>
                      <a:pt x="5767" y="28"/>
                    </a:lnTo>
                    <a:lnTo>
                      <a:pt x="2200" y="296"/>
                    </a:lnTo>
                    <a:lnTo>
                      <a:pt x="2281" y="363"/>
                    </a:lnTo>
                    <a:lnTo>
                      <a:pt x="2254" y="403"/>
                    </a:lnTo>
                    <a:lnTo>
                      <a:pt x="2146" y="296"/>
                    </a:lnTo>
                    <a:lnTo>
                      <a:pt x="1878" y="309"/>
                    </a:lnTo>
                    <a:cubicBezTo>
                      <a:pt x="1796" y="317"/>
                      <a:pt x="1714" y="321"/>
                      <a:pt x="1633" y="321"/>
                    </a:cubicBezTo>
                    <a:cubicBezTo>
                      <a:pt x="1290" y="321"/>
                      <a:pt x="959" y="254"/>
                      <a:pt x="644" y="135"/>
                    </a:cubicBezTo>
                    <a:lnTo>
                      <a:pt x="30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9"/>
              <p:cNvSpPr/>
              <p:nvPr/>
            </p:nvSpPr>
            <p:spPr>
              <a:xfrm>
                <a:off x="7333875" y="3649313"/>
                <a:ext cx="125075" cy="43950"/>
              </a:xfrm>
              <a:custGeom>
                <a:avLst/>
                <a:gdLst/>
                <a:ahLst/>
                <a:cxnLst/>
                <a:rect l="l" t="t" r="r" b="b"/>
                <a:pathLst>
                  <a:path w="5003" h="1758" extrusionOk="0">
                    <a:moveTo>
                      <a:pt x="4198" y="0"/>
                    </a:moveTo>
                    <a:lnTo>
                      <a:pt x="564" y="952"/>
                    </a:lnTo>
                    <a:cubicBezTo>
                      <a:pt x="229" y="1033"/>
                      <a:pt x="1" y="1328"/>
                      <a:pt x="1" y="1677"/>
                    </a:cubicBezTo>
                    <a:cubicBezTo>
                      <a:pt x="1" y="1690"/>
                      <a:pt x="14" y="1703"/>
                      <a:pt x="14" y="1717"/>
                    </a:cubicBezTo>
                    <a:lnTo>
                      <a:pt x="27" y="1717"/>
                    </a:lnTo>
                    <a:cubicBezTo>
                      <a:pt x="27" y="1730"/>
                      <a:pt x="27" y="1730"/>
                      <a:pt x="41" y="1730"/>
                    </a:cubicBezTo>
                    <a:cubicBezTo>
                      <a:pt x="41" y="1744"/>
                      <a:pt x="54" y="1744"/>
                      <a:pt x="54" y="1744"/>
                    </a:cubicBezTo>
                    <a:cubicBezTo>
                      <a:pt x="68" y="1757"/>
                      <a:pt x="81" y="1757"/>
                      <a:pt x="95" y="1757"/>
                    </a:cubicBezTo>
                    <a:lnTo>
                      <a:pt x="108" y="1757"/>
                    </a:lnTo>
                    <a:lnTo>
                      <a:pt x="376" y="1690"/>
                    </a:lnTo>
                    <a:lnTo>
                      <a:pt x="5003" y="631"/>
                    </a:lnTo>
                    <a:lnTo>
                      <a:pt x="4882" y="483"/>
                    </a:lnTo>
                    <a:lnTo>
                      <a:pt x="644" y="1462"/>
                    </a:lnTo>
                    <a:lnTo>
                      <a:pt x="604" y="1556"/>
                    </a:lnTo>
                    <a:lnTo>
                      <a:pt x="564" y="1542"/>
                    </a:lnTo>
                    <a:lnTo>
                      <a:pt x="591" y="1462"/>
                    </a:lnTo>
                    <a:lnTo>
                      <a:pt x="188" y="1556"/>
                    </a:lnTo>
                    <a:cubicBezTo>
                      <a:pt x="215" y="1382"/>
                      <a:pt x="336" y="1234"/>
                      <a:pt x="497" y="1154"/>
                    </a:cubicBezTo>
                    <a:lnTo>
                      <a:pt x="524" y="1113"/>
                    </a:lnTo>
                    <a:lnTo>
                      <a:pt x="537" y="1127"/>
                    </a:lnTo>
                    <a:cubicBezTo>
                      <a:pt x="564" y="1127"/>
                      <a:pt x="577" y="1113"/>
                      <a:pt x="604" y="1113"/>
                    </a:cubicBezTo>
                    <a:lnTo>
                      <a:pt x="4574" y="67"/>
                    </a:lnTo>
                    <a:lnTo>
                      <a:pt x="4534" y="27"/>
                    </a:lnTo>
                    <a:cubicBezTo>
                      <a:pt x="4534" y="14"/>
                      <a:pt x="4534" y="0"/>
                      <a:pt x="45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9"/>
              <p:cNvSpPr/>
              <p:nvPr/>
            </p:nvSpPr>
            <p:spPr>
              <a:xfrm>
                <a:off x="7442850" y="3646963"/>
                <a:ext cx="5050" cy="135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54" extrusionOk="0">
                    <a:moveTo>
                      <a:pt x="201" y="0"/>
                    </a:moveTo>
                    <a:lnTo>
                      <a:pt x="0" y="54"/>
                    </a:lnTo>
                    <a:lnTo>
                      <a:pt x="175" y="54"/>
                    </a:lnTo>
                    <a:cubicBezTo>
                      <a:pt x="175" y="41"/>
                      <a:pt x="175" y="27"/>
                      <a:pt x="175" y="14"/>
                    </a:cubicBez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9"/>
              <p:cNvSpPr/>
              <p:nvPr/>
            </p:nvSpPr>
            <p:spPr>
              <a:xfrm>
                <a:off x="7447200" y="3446463"/>
                <a:ext cx="215600" cy="201850"/>
              </a:xfrm>
              <a:custGeom>
                <a:avLst/>
                <a:gdLst/>
                <a:ahLst/>
                <a:cxnLst/>
                <a:rect l="l" t="t" r="r" b="b"/>
                <a:pathLst>
                  <a:path w="8624" h="8074" extrusionOk="0">
                    <a:moveTo>
                      <a:pt x="6264" y="1"/>
                    </a:moveTo>
                    <a:cubicBezTo>
                      <a:pt x="6250" y="1"/>
                      <a:pt x="6223" y="14"/>
                      <a:pt x="6197" y="27"/>
                    </a:cubicBezTo>
                    <a:lnTo>
                      <a:pt x="430" y="7484"/>
                    </a:lnTo>
                    <a:lnTo>
                      <a:pt x="255" y="7712"/>
                    </a:lnTo>
                    <a:lnTo>
                      <a:pt x="27" y="8020"/>
                    </a:lnTo>
                    <a:lnTo>
                      <a:pt x="14" y="8034"/>
                    </a:lnTo>
                    <a:cubicBezTo>
                      <a:pt x="1" y="8047"/>
                      <a:pt x="1" y="8061"/>
                      <a:pt x="1" y="8074"/>
                    </a:cubicBezTo>
                    <a:lnTo>
                      <a:pt x="202" y="8074"/>
                    </a:lnTo>
                    <a:lnTo>
                      <a:pt x="6304" y="175"/>
                    </a:lnTo>
                    <a:lnTo>
                      <a:pt x="6250" y="94"/>
                    </a:lnTo>
                    <a:lnTo>
                      <a:pt x="6290" y="68"/>
                    </a:lnTo>
                    <a:lnTo>
                      <a:pt x="6357" y="161"/>
                    </a:lnTo>
                    <a:lnTo>
                      <a:pt x="8409" y="161"/>
                    </a:lnTo>
                    <a:lnTo>
                      <a:pt x="8530" y="68"/>
                    </a:lnTo>
                    <a:lnTo>
                      <a:pt x="8557" y="94"/>
                    </a:lnTo>
                    <a:lnTo>
                      <a:pt x="8450" y="188"/>
                    </a:lnTo>
                    <a:lnTo>
                      <a:pt x="7712" y="7336"/>
                    </a:lnTo>
                    <a:lnTo>
                      <a:pt x="7712" y="7336"/>
                    </a:lnTo>
                    <a:lnTo>
                      <a:pt x="7886" y="7323"/>
                    </a:lnTo>
                    <a:lnTo>
                      <a:pt x="8624" y="81"/>
                    </a:lnTo>
                    <a:cubicBezTo>
                      <a:pt x="8624" y="68"/>
                      <a:pt x="8624" y="41"/>
                      <a:pt x="8611" y="27"/>
                    </a:cubicBezTo>
                    <a:cubicBezTo>
                      <a:pt x="8597" y="1"/>
                      <a:pt x="8570" y="1"/>
                      <a:pt x="8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9"/>
              <p:cNvSpPr/>
              <p:nvPr/>
            </p:nvSpPr>
            <p:spPr>
              <a:xfrm>
                <a:off x="7447200" y="3649313"/>
                <a:ext cx="210925" cy="127425"/>
              </a:xfrm>
              <a:custGeom>
                <a:avLst/>
                <a:gdLst/>
                <a:ahLst/>
                <a:cxnLst/>
                <a:rect l="l" t="t" r="r" b="b"/>
                <a:pathLst>
                  <a:path w="8437" h="5097" extrusionOk="0">
                    <a:moveTo>
                      <a:pt x="1" y="0"/>
                    </a:moveTo>
                    <a:cubicBezTo>
                      <a:pt x="1" y="0"/>
                      <a:pt x="1" y="14"/>
                      <a:pt x="1" y="27"/>
                    </a:cubicBezTo>
                    <a:lnTo>
                      <a:pt x="41" y="67"/>
                    </a:lnTo>
                    <a:lnTo>
                      <a:pt x="188" y="255"/>
                    </a:lnTo>
                    <a:lnTo>
                      <a:pt x="242" y="242"/>
                    </a:lnTo>
                    <a:lnTo>
                      <a:pt x="255" y="282"/>
                    </a:lnTo>
                    <a:lnTo>
                      <a:pt x="215" y="295"/>
                    </a:lnTo>
                    <a:lnTo>
                      <a:pt x="349" y="483"/>
                    </a:lnTo>
                    <a:lnTo>
                      <a:pt x="470" y="631"/>
                    </a:lnTo>
                    <a:lnTo>
                      <a:pt x="698" y="926"/>
                    </a:lnTo>
                    <a:lnTo>
                      <a:pt x="819" y="899"/>
                    </a:lnTo>
                    <a:lnTo>
                      <a:pt x="832" y="939"/>
                    </a:lnTo>
                    <a:lnTo>
                      <a:pt x="725" y="966"/>
                    </a:lnTo>
                    <a:lnTo>
                      <a:pt x="1301" y="1703"/>
                    </a:lnTo>
                    <a:lnTo>
                      <a:pt x="1422" y="1864"/>
                    </a:lnTo>
                    <a:lnTo>
                      <a:pt x="2053" y="2682"/>
                    </a:lnTo>
                    <a:lnTo>
                      <a:pt x="2160" y="2817"/>
                    </a:lnTo>
                    <a:lnTo>
                      <a:pt x="3890" y="5070"/>
                    </a:lnTo>
                    <a:cubicBezTo>
                      <a:pt x="3903" y="5083"/>
                      <a:pt x="3930" y="5096"/>
                      <a:pt x="3957" y="5096"/>
                    </a:cubicBezTo>
                    <a:lnTo>
                      <a:pt x="8342" y="5096"/>
                    </a:lnTo>
                    <a:cubicBezTo>
                      <a:pt x="8396" y="5096"/>
                      <a:pt x="8436" y="5070"/>
                      <a:pt x="8436" y="5016"/>
                    </a:cubicBezTo>
                    <a:cubicBezTo>
                      <a:pt x="8436" y="5003"/>
                      <a:pt x="8436" y="4989"/>
                      <a:pt x="8423" y="4989"/>
                    </a:cubicBezTo>
                    <a:lnTo>
                      <a:pt x="7967" y="309"/>
                    </a:lnTo>
                    <a:lnTo>
                      <a:pt x="7792" y="309"/>
                    </a:lnTo>
                    <a:lnTo>
                      <a:pt x="8248" y="4828"/>
                    </a:lnTo>
                    <a:lnTo>
                      <a:pt x="8369" y="5003"/>
                    </a:lnTo>
                    <a:lnTo>
                      <a:pt x="8329" y="5029"/>
                    </a:lnTo>
                    <a:lnTo>
                      <a:pt x="8248" y="4922"/>
                    </a:lnTo>
                    <a:lnTo>
                      <a:pt x="8248" y="4935"/>
                    </a:lnTo>
                    <a:lnTo>
                      <a:pt x="3997" y="4935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7574275" y="3657363"/>
                <a:ext cx="82175" cy="117700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4708" extrusionOk="0">
                    <a:moveTo>
                      <a:pt x="0" y="0"/>
                    </a:moveTo>
                    <a:lnTo>
                      <a:pt x="1905" y="2749"/>
                    </a:lnTo>
                    <a:lnTo>
                      <a:pt x="1945" y="2749"/>
                    </a:lnTo>
                    <a:lnTo>
                      <a:pt x="1945" y="2790"/>
                    </a:lnTo>
                    <a:lnTo>
                      <a:pt x="1932" y="2790"/>
                    </a:lnTo>
                    <a:lnTo>
                      <a:pt x="3165" y="4600"/>
                    </a:lnTo>
                    <a:lnTo>
                      <a:pt x="3246" y="4707"/>
                    </a:lnTo>
                    <a:lnTo>
                      <a:pt x="3286" y="4681"/>
                    </a:lnTo>
                    <a:lnTo>
                      <a:pt x="3165" y="4506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7569250" y="3448138"/>
                <a:ext cx="91875" cy="189125"/>
              </a:xfrm>
              <a:custGeom>
                <a:avLst/>
                <a:gdLst/>
                <a:ahLst/>
                <a:cxnLst/>
                <a:rect l="l" t="t" r="r" b="b"/>
                <a:pathLst>
                  <a:path w="3675" h="7565" extrusionOk="0">
                    <a:moveTo>
                      <a:pt x="3648" y="1"/>
                    </a:moveTo>
                    <a:lnTo>
                      <a:pt x="3527" y="94"/>
                    </a:lnTo>
                    <a:lnTo>
                      <a:pt x="2226" y="1208"/>
                    </a:lnTo>
                    <a:lnTo>
                      <a:pt x="2240" y="1221"/>
                    </a:lnTo>
                    <a:lnTo>
                      <a:pt x="2213" y="1248"/>
                    </a:lnTo>
                    <a:lnTo>
                      <a:pt x="2200" y="1234"/>
                    </a:lnTo>
                    <a:lnTo>
                      <a:pt x="0" y="7564"/>
                    </a:lnTo>
                    <a:lnTo>
                      <a:pt x="54" y="7564"/>
                    </a:lnTo>
                    <a:lnTo>
                      <a:pt x="2240" y="1248"/>
                    </a:lnTo>
                    <a:lnTo>
                      <a:pt x="3568" y="121"/>
                    </a:lnTo>
                    <a:lnTo>
                      <a:pt x="3675" y="27"/>
                    </a:lnTo>
                    <a:lnTo>
                      <a:pt x="36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7533700" y="3625163"/>
                <a:ext cx="166325" cy="32550"/>
              </a:xfrm>
              <a:custGeom>
                <a:avLst/>
                <a:gdLst/>
                <a:ahLst/>
                <a:cxnLst/>
                <a:rect l="l" t="t" r="r" b="b"/>
                <a:pathLst>
                  <a:path w="6653" h="1302" extrusionOk="0">
                    <a:moveTo>
                      <a:pt x="6156" y="148"/>
                    </a:moveTo>
                    <a:lnTo>
                      <a:pt x="6197" y="175"/>
                    </a:lnTo>
                    <a:lnTo>
                      <a:pt x="6183" y="202"/>
                    </a:lnTo>
                    <a:cubicBezTo>
                      <a:pt x="6358" y="255"/>
                      <a:pt x="6478" y="430"/>
                      <a:pt x="6492" y="631"/>
                    </a:cubicBezTo>
                    <a:cubicBezTo>
                      <a:pt x="6492" y="819"/>
                      <a:pt x="6384" y="980"/>
                      <a:pt x="6237" y="1060"/>
                    </a:cubicBezTo>
                    <a:cubicBezTo>
                      <a:pt x="6197" y="1073"/>
                      <a:pt x="6143" y="1087"/>
                      <a:pt x="6089" y="1100"/>
                    </a:cubicBezTo>
                    <a:lnTo>
                      <a:pt x="6036" y="1100"/>
                    </a:lnTo>
                    <a:lnTo>
                      <a:pt x="175" y="1127"/>
                    </a:lnTo>
                    <a:cubicBezTo>
                      <a:pt x="188" y="1073"/>
                      <a:pt x="215" y="1006"/>
                      <a:pt x="242" y="953"/>
                    </a:cubicBezTo>
                    <a:cubicBezTo>
                      <a:pt x="255" y="939"/>
                      <a:pt x="269" y="926"/>
                      <a:pt x="269" y="913"/>
                    </a:cubicBezTo>
                    <a:lnTo>
                      <a:pt x="255" y="913"/>
                    </a:lnTo>
                    <a:lnTo>
                      <a:pt x="255" y="872"/>
                    </a:lnTo>
                    <a:lnTo>
                      <a:pt x="309" y="872"/>
                    </a:lnTo>
                    <a:cubicBezTo>
                      <a:pt x="390" y="792"/>
                      <a:pt x="483" y="752"/>
                      <a:pt x="577" y="738"/>
                    </a:cubicBezTo>
                    <a:lnTo>
                      <a:pt x="6036" y="175"/>
                    </a:lnTo>
                    <a:cubicBezTo>
                      <a:pt x="6076" y="175"/>
                      <a:pt x="6103" y="175"/>
                      <a:pt x="6143" y="188"/>
                    </a:cubicBezTo>
                    <a:lnTo>
                      <a:pt x="6156" y="148"/>
                    </a:lnTo>
                    <a:close/>
                    <a:moveTo>
                      <a:pt x="6036" y="1"/>
                    </a:moveTo>
                    <a:lnTo>
                      <a:pt x="4426" y="175"/>
                    </a:lnTo>
                    <a:lnTo>
                      <a:pt x="4265" y="188"/>
                    </a:lnTo>
                    <a:lnTo>
                      <a:pt x="1476" y="483"/>
                    </a:lnTo>
                    <a:lnTo>
                      <a:pt x="1422" y="483"/>
                    </a:lnTo>
                    <a:lnTo>
                      <a:pt x="564" y="577"/>
                    </a:lnTo>
                    <a:cubicBezTo>
                      <a:pt x="403" y="591"/>
                      <a:pt x="269" y="671"/>
                      <a:pt x="162" y="778"/>
                    </a:cubicBezTo>
                    <a:cubicBezTo>
                      <a:pt x="148" y="805"/>
                      <a:pt x="121" y="832"/>
                      <a:pt x="108" y="859"/>
                    </a:cubicBezTo>
                    <a:cubicBezTo>
                      <a:pt x="41" y="966"/>
                      <a:pt x="1" y="1087"/>
                      <a:pt x="1" y="1221"/>
                    </a:cubicBezTo>
                    <a:cubicBezTo>
                      <a:pt x="1" y="1261"/>
                      <a:pt x="41" y="1301"/>
                      <a:pt x="95" y="1301"/>
                    </a:cubicBezTo>
                    <a:lnTo>
                      <a:pt x="162" y="1301"/>
                    </a:lnTo>
                    <a:lnTo>
                      <a:pt x="1623" y="1288"/>
                    </a:lnTo>
                    <a:lnTo>
                      <a:pt x="1677" y="1288"/>
                    </a:lnTo>
                    <a:lnTo>
                      <a:pt x="4332" y="1275"/>
                    </a:lnTo>
                    <a:lnTo>
                      <a:pt x="6049" y="1275"/>
                    </a:lnTo>
                    <a:cubicBezTo>
                      <a:pt x="6076" y="1275"/>
                      <a:pt x="6103" y="1275"/>
                      <a:pt x="6116" y="1261"/>
                    </a:cubicBezTo>
                    <a:cubicBezTo>
                      <a:pt x="6183" y="1261"/>
                      <a:pt x="6250" y="1234"/>
                      <a:pt x="6317" y="1208"/>
                    </a:cubicBezTo>
                    <a:cubicBezTo>
                      <a:pt x="6518" y="1100"/>
                      <a:pt x="6653" y="872"/>
                      <a:pt x="6653" y="631"/>
                    </a:cubicBezTo>
                    <a:cubicBezTo>
                      <a:pt x="6653" y="282"/>
                      <a:pt x="6384" y="1"/>
                      <a:pt x="60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9"/>
              <p:cNvSpPr/>
              <p:nvPr/>
            </p:nvSpPr>
            <p:spPr>
              <a:xfrm>
                <a:off x="5863700" y="3740163"/>
                <a:ext cx="16775" cy="764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3059" extrusionOk="0">
                    <a:moveTo>
                      <a:pt x="100" y="0"/>
                    </a:moveTo>
                    <a:cubicBezTo>
                      <a:pt x="84" y="0"/>
                      <a:pt x="68" y="4"/>
                      <a:pt x="54" y="14"/>
                    </a:cubicBezTo>
                    <a:cubicBezTo>
                      <a:pt x="13" y="27"/>
                      <a:pt x="0" y="81"/>
                      <a:pt x="27" y="121"/>
                    </a:cubicBezTo>
                    <a:cubicBezTo>
                      <a:pt x="27" y="121"/>
                      <a:pt x="27" y="135"/>
                      <a:pt x="40" y="148"/>
                    </a:cubicBezTo>
                    <a:cubicBezTo>
                      <a:pt x="121" y="349"/>
                      <a:pt x="671" y="1623"/>
                      <a:pt x="40" y="2897"/>
                    </a:cubicBezTo>
                    <a:cubicBezTo>
                      <a:pt x="40" y="2911"/>
                      <a:pt x="27" y="2924"/>
                      <a:pt x="27" y="2938"/>
                    </a:cubicBezTo>
                    <a:cubicBezTo>
                      <a:pt x="0" y="2991"/>
                      <a:pt x="13" y="3031"/>
                      <a:pt x="54" y="3058"/>
                    </a:cubicBezTo>
                    <a:lnTo>
                      <a:pt x="94" y="3058"/>
                    </a:lnTo>
                    <a:cubicBezTo>
                      <a:pt x="134" y="3058"/>
                      <a:pt x="161" y="3045"/>
                      <a:pt x="174" y="3018"/>
                    </a:cubicBezTo>
                    <a:cubicBezTo>
                      <a:pt x="188" y="2991"/>
                      <a:pt x="201" y="2964"/>
                      <a:pt x="215" y="2938"/>
                    </a:cubicBezTo>
                    <a:cubicBezTo>
                      <a:pt x="349" y="2656"/>
                      <a:pt x="429" y="2361"/>
                      <a:pt x="469" y="2093"/>
                    </a:cubicBezTo>
                    <a:lnTo>
                      <a:pt x="389" y="2093"/>
                    </a:lnTo>
                    <a:lnTo>
                      <a:pt x="389" y="2052"/>
                    </a:lnTo>
                    <a:lnTo>
                      <a:pt x="483" y="2052"/>
                    </a:lnTo>
                    <a:cubicBezTo>
                      <a:pt x="617" y="1060"/>
                      <a:pt x="268" y="242"/>
                      <a:pt x="188" y="81"/>
                    </a:cubicBezTo>
                    <a:cubicBezTo>
                      <a:pt x="188" y="54"/>
                      <a:pt x="174" y="54"/>
                      <a:pt x="174" y="41"/>
                    </a:cubicBezTo>
                    <a:cubicBezTo>
                      <a:pt x="157" y="15"/>
                      <a:pt x="129" y="0"/>
                      <a:pt x="1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9"/>
              <p:cNvSpPr/>
              <p:nvPr/>
            </p:nvSpPr>
            <p:spPr>
              <a:xfrm>
                <a:off x="6531225" y="3749563"/>
                <a:ext cx="25850" cy="3890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1556" extrusionOk="0">
                    <a:moveTo>
                      <a:pt x="1" y="0"/>
                    </a:moveTo>
                    <a:cubicBezTo>
                      <a:pt x="1" y="27"/>
                      <a:pt x="14" y="54"/>
                      <a:pt x="14" y="81"/>
                    </a:cubicBezTo>
                    <a:lnTo>
                      <a:pt x="14" y="121"/>
                    </a:lnTo>
                    <a:cubicBezTo>
                      <a:pt x="269" y="121"/>
                      <a:pt x="524" y="134"/>
                      <a:pt x="778" y="161"/>
                    </a:cubicBezTo>
                    <a:cubicBezTo>
                      <a:pt x="859" y="161"/>
                      <a:pt x="912" y="215"/>
                      <a:pt x="912" y="282"/>
                    </a:cubicBezTo>
                    <a:lnTo>
                      <a:pt x="912" y="1288"/>
                    </a:lnTo>
                    <a:cubicBezTo>
                      <a:pt x="912" y="1328"/>
                      <a:pt x="872" y="1381"/>
                      <a:pt x="819" y="1395"/>
                    </a:cubicBezTo>
                    <a:lnTo>
                      <a:pt x="819" y="1462"/>
                    </a:lnTo>
                    <a:lnTo>
                      <a:pt x="778" y="1462"/>
                    </a:lnTo>
                    <a:lnTo>
                      <a:pt x="778" y="1408"/>
                    </a:lnTo>
                    <a:cubicBezTo>
                      <a:pt x="524" y="1422"/>
                      <a:pt x="269" y="1435"/>
                      <a:pt x="14" y="1435"/>
                    </a:cubicBezTo>
                    <a:lnTo>
                      <a:pt x="14" y="1475"/>
                    </a:lnTo>
                    <a:cubicBezTo>
                      <a:pt x="14" y="1502"/>
                      <a:pt x="1" y="1529"/>
                      <a:pt x="1" y="1556"/>
                    </a:cubicBezTo>
                    <a:lnTo>
                      <a:pt x="14" y="1556"/>
                    </a:lnTo>
                    <a:cubicBezTo>
                      <a:pt x="269" y="1556"/>
                      <a:pt x="537" y="1556"/>
                      <a:pt x="792" y="1529"/>
                    </a:cubicBezTo>
                    <a:cubicBezTo>
                      <a:pt x="939" y="1516"/>
                      <a:pt x="1033" y="1408"/>
                      <a:pt x="1033" y="1288"/>
                    </a:cubicBezTo>
                    <a:lnTo>
                      <a:pt x="1033" y="282"/>
                    </a:lnTo>
                    <a:cubicBezTo>
                      <a:pt x="1033" y="148"/>
                      <a:pt x="939" y="40"/>
                      <a:pt x="792" y="27"/>
                    </a:cubicBezTo>
                    <a:cubicBezTo>
                      <a:pt x="537" y="14"/>
                      <a:pt x="269" y="0"/>
                      <a:pt x="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9"/>
              <p:cNvSpPr/>
              <p:nvPr/>
            </p:nvSpPr>
            <p:spPr>
              <a:xfrm>
                <a:off x="6507425" y="3795138"/>
                <a:ext cx="700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28" h="15" extrusionOk="0">
                    <a:moveTo>
                      <a:pt x="14" y="1"/>
                    </a:moveTo>
                    <a:cubicBezTo>
                      <a:pt x="14" y="1"/>
                      <a:pt x="0" y="1"/>
                      <a:pt x="0" y="14"/>
                    </a:cubicBezTo>
                    <a:lnTo>
                      <a:pt x="27" y="14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9"/>
              <p:cNvSpPr/>
              <p:nvPr/>
            </p:nvSpPr>
            <p:spPr>
              <a:xfrm>
                <a:off x="6507425" y="3742513"/>
                <a:ext cx="24150" cy="52650"/>
              </a:xfrm>
              <a:custGeom>
                <a:avLst/>
                <a:gdLst/>
                <a:ahLst/>
                <a:cxnLst/>
                <a:rect l="l" t="t" r="r" b="b"/>
                <a:pathLst>
                  <a:path w="966" h="2106" extrusionOk="0">
                    <a:moveTo>
                      <a:pt x="0" y="0"/>
                    </a:moveTo>
                    <a:cubicBezTo>
                      <a:pt x="0" y="14"/>
                      <a:pt x="0" y="14"/>
                      <a:pt x="14" y="14"/>
                    </a:cubicBezTo>
                    <a:cubicBezTo>
                      <a:pt x="14" y="27"/>
                      <a:pt x="14" y="41"/>
                      <a:pt x="14" y="54"/>
                    </a:cubicBezTo>
                    <a:cubicBezTo>
                      <a:pt x="14" y="68"/>
                      <a:pt x="27" y="81"/>
                      <a:pt x="27" y="94"/>
                    </a:cubicBezTo>
                    <a:cubicBezTo>
                      <a:pt x="27" y="108"/>
                      <a:pt x="27" y="108"/>
                      <a:pt x="27" y="121"/>
                    </a:cubicBezTo>
                    <a:lnTo>
                      <a:pt x="27" y="135"/>
                    </a:lnTo>
                    <a:cubicBezTo>
                      <a:pt x="148" y="135"/>
                      <a:pt x="269" y="148"/>
                      <a:pt x="389" y="148"/>
                    </a:cubicBezTo>
                    <a:lnTo>
                      <a:pt x="389" y="121"/>
                    </a:lnTo>
                    <a:lnTo>
                      <a:pt x="429" y="121"/>
                    </a:lnTo>
                    <a:lnTo>
                      <a:pt x="429" y="161"/>
                    </a:lnTo>
                    <a:cubicBezTo>
                      <a:pt x="497" y="161"/>
                      <a:pt x="564" y="161"/>
                      <a:pt x="631" y="175"/>
                    </a:cubicBezTo>
                    <a:cubicBezTo>
                      <a:pt x="751" y="175"/>
                      <a:pt x="832" y="269"/>
                      <a:pt x="832" y="363"/>
                    </a:cubicBezTo>
                    <a:lnTo>
                      <a:pt x="832" y="1757"/>
                    </a:lnTo>
                    <a:cubicBezTo>
                      <a:pt x="832" y="1865"/>
                      <a:pt x="751" y="1945"/>
                      <a:pt x="631" y="1945"/>
                    </a:cubicBezTo>
                    <a:cubicBezTo>
                      <a:pt x="564" y="1958"/>
                      <a:pt x="510" y="1958"/>
                      <a:pt x="443" y="1958"/>
                    </a:cubicBezTo>
                    <a:lnTo>
                      <a:pt x="443" y="2026"/>
                    </a:lnTo>
                    <a:lnTo>
                      <a:pt x="403" y="2026"/>
                    </a:lnTo>
                    <a:lnTo>
                      <a:pt x="403" y="1958"/>
                    </a:lnTo>
                    <a:cubicBezTo>
                      <a:pt x="282" y="1972"/>
                      <a:pt x="148" y="1985"/>
                      <a:pt x="27" y="1985"/>
                    </a:cubicBezTo>
                    <a:cubicBezTo>
                      <a:pt x="27" y="2012"/>
                      <a:pt x="27" y="2026"/>
                      <a:pt x="14" y="2052"/>
                    </a:cubicBezTo>
                    <a:lnTo>
                      <a:pt x="94" y="2106"/>
                    </a:lnTo>
                    <a:cubicBezTo>
                      <a:pt x="269" y="2106"/>
                      <a:pt x="456" y="2093"/>
                      <a:pt x="644" y="2079"/>
                    </a:cubicBezTo>
                    <a:cubicBezTo>
                      <a:pt x="657" y="2079"/>
                      <a:pt x="684" y="2066"/>
                      <a:pt x="698" y="2066"/>
                    </a:cubicBezTo>
                    <a:lnTo>
                      <a:pt x="711" y="2066"/>
                    </a:lnTo>
                    <a:cubicBezTo>
                      <a:pt x="805" y="2039"/>
                      <a:pt x="885" y="1985"/>
                      <a:pt x="926" y="1905"/>
                    </a:cubicBezTo>
                    <a:cubicBezTo>
                      <a:pt x="939" y="1878"/>
                      <a:pt x="939" y="1865"/>
                      <a:pt x="953" y="1851"/>
                    </a:cubicBezTo>
                    <a:cubicBezTo>
                      <a:pt x="953" y="1824"/>
                      <a:pt x="966" y="1784"/>
                      <a:pt x="966" y="1757"/>
                    </a:cubicBezTo>
                    <a:lnTo>
                      <a:pt x="966" y="550"/>
                    </a:lnTo>
                    <a:lnTo>
                      <a:pt x="912" y="550"/>
                    </a:lnTo>
                    <a:lnTo>
                      <a:pt x="912" y="510"/>
                    </a:lnTo>
                    <a:lnTo>
                      <a:pt x="966" y="510"/>
                    </a:lnTo>
                    <a:lnTo>
                      <a:pt x="966" y="363"/>
                    </a:lnTo>
                    <a:cubicBezTo>
                      <a:pt x="966" y="336"/>
                      <a:pt x="953" y="309"/>
                      <a:pt x="953" y="282"/>
                    </a:cubicBezTo>
                    <a:cubicBezTo>
                      <a:pt x="912" y="148"/>
                      <a:pt x="792" y="54"/>
                      <a:pt x="644" y="41"/>
                    </a:cubicBezTo>
                    <a:cubicBezTo>
                      <a:pt x="429" y="27"/>
                      <a:pt x="215" y="14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9"/>
              <p:cNvSpPr/>
              <p:nvPr/>
            </p:nvSpPr>
            <p:spPr>
              <a:xfrm>
                <a:off x="6447075" y="3724063"/>
                <a:ext cx="305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83" extrusionOk="0">
                    <a:moveTo>
                      <a:pt x="0" y="1"/>
                    </a:moveTo>
                    <a:lnTo>
                      <a:pt x="0" y="282"/>
                    </a:lnTo>
                    <a:lnTo>
                      <a:pt x="67" y="282"/>
                    </a:lnTo>
                    <a:cubicBezTo>
                      <a:pt x="81" y="282"/>
                      <a:pt x="108" y="282"/>
                      <a:pt x="121" y="269"/>
                    </a:cubicBezTo>
                    <a:lnTo>
                      <a:pt x="121" y="1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9"/>
              <p:cNvSpPr/>
              <p:nvPr/>
            </p:nvSpPr>
            <p:spPr>
              <a:xfrm>
                <a:off x="6462150" y="3726088"/>
                <a:ext cx="3050" cy="43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75" extrusionOk="0">
                    <a:moveTo>
                      <a:pt x="1" y="0"/>
                    </a:moveTo>
                    <a:lnTo>
                      <a:pt x="1" y="175"/>
                    </a:lnTo>
                    <a:lnTo>
                      <a:pt x="122" y="175"/>
                    </a:lnTo>
                    <a:lnTo>
                      <a:pt x="122" y="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9"/>
              <p:cNvSpPr/>
              <p:nvPr/>
            </p:nvSpPr>
            <p:spPr>
              <a:xfrm>
                <a:off x="6444050" y="3806888"/>
                <a:ext cx="472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4" extrusionOk="0">
                    <a:moveTo>
                      <a:pt x="188" y="14"/>
                    </a:moveTo>
                    <a:cubicBezTo>
                      <a:pt x="121" y="0"/>
                      <a:pt x="68" y="0"/>
                      <a:pt x="1" y="0"/>
                    </a:cubicBezTo>
                    <a:cubicBezTo>
                      <a:pt x="68" y="0"/>
                      <a:pt x="121" y="0"/>
                      <a:pt x="188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9"/>
              <p:cNvSpPr/>
              <p:nvPr/>
            </p:nvSpPr>
            <p:spPr>
              <a:xfrm>
                <a:off x="6424275" y="3733113"/>
                <a:ext cx="5725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42" extrusionOk="0">
                    <a:moveTo>
                      <a:pt x="228" y="1"/>
                    </a:moveTo>
                    <a:cubicBezTo>
                      <a:pt x="188" y="1"/>
                      <a:pt x="161" y="14"/>
                      <a:pt x="134" y="14"/>
                    </a:cubicBezTo>
                    <a:lnTo>
                      <a:pt x="0" y="41"/>
                    </a:lnTo>
                    <a:cubicBezTo>
                      <a:pt x="81" y="28"/>
                      <a:pt x="148" y="14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9"/>
              <p:cNvSpPr/>
              <p:nvPr/>
            </p:nvSpPr>
            <p:spPr>
              <a:xfrm>
                <a:off x="6453100" y="3807213"/>
                <a:ext cx="842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337" h="15" extrusionOk="0">
                    <a:moveTo>
                      <a:pt x="336" y="14"/>
                    </a:moveTo>
                    <a:cubicBezTo>
                      <a:pt x="229" y="14"/>
                      <a:pt x="108" y="14"/>
                      <a:pt x="1" y="1"/>
                    </a:cubicBezTo>
                    <a:cubicBezTo>
                      <a:pt x="108" y="14"/>
                      <a:pt x="229" y="14"/>
                      <a:pt x="336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6417575" y="3734813"/>
                <a:ext cx="470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48" extrusionOk="0">
                    <a:moveTo>
                      <a:pt x="148" y="13"/>
                    </a:moveTo>
                    <a:cubicBezTo>
                      <a:pt x="161" y="13"/>
                      <a:pt x="175" y="0"/>
                      <a:pt x="188" y="0"/>
                    </a:cubicBezTo>
                    <a:cubicBezTo>
                      <a:pt x="175" y="0"/>
                      <a:pt x="161" y="13"/>
                      <a:pt x="148" y="13"/>
                    </a:cubicBezTo>
                    <a:cubicBezTo>
                      <a:pt x="81" y="54"/>
                      <a:pt x="40" y="94"/>
                      <a:pt x="0" y="148"/>
                    </a:cubicBezTo>
                    <a:cubicBezTo>
                      <a:pt x="40" y="94"/>
                      <a:pt x="81" y="54"/>
                      <a:pt x="148" y="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9"/>
              <p:cNvSpPr/>
              <p:nvPr/>
            </p:nvSpPr>
            <p:spPr>
              <a:xfrm>
                <a:off x="6415900" y="3745938"/>
                <a:ext cx="1025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1" h="1983" extrusionOk="0">
                    <a:moveTo>
                      <a:pt x="5" y="0"/>
                    </a:moveTo>
                    <a:cubicBezTo>
                      <a:pt x="28" y="310"/>
                      <a:pt x="40" y="619"/>
                      <a:pt x="40" y="929"/>
                    </a:cubicBezTo>
                    <a:lnTo>
                      <a:pt x="40" y="929"/>
                    </a:lnTo>
                    <a:cubicBezTo>
                      <a:pt x="40" y="620"/>
                      <a:pt x="28" y="310"/>
                      <a:pt x="5" y="0"/>
                    </a:cubicBezTo>
                    <a:close/>
                    <a:moveTo>
                      <a:pt x="40" y="929"/>
                    </a:moveTo>
                    <a:lnTo>
                      <a:pt x="40" y="929"/>
                    </a:lnTo>
                    <a:cubicBezTo>
                      <a:pt x="40" y="1256"/>
                      <a:pt x="27" y="1580"/>
                      <a:pt x="0" y="1902"/>
                    </a:cubicBezTo>
                    <a:cubicBezTo>
                      <a:pt x="0" y="1906"/>
                      <a:pt x="0" y="1910"/>
                      <a:pt x="0" y="1915"/>
                    </a:cubicBezTo>
                    <a:lnTo>
                      <a:pt x="0" y="1915"/>
                    </a:lnTo>
                    <a:cubicBezTo>
                      <a:pt x="27" y="1586"/>
                      <a:pt x="40" y="1258"/>
                      <a:pt x="40" y="929"/>
                    </a:cubicBezTo>
                    <a:close/>
                    <a:moveTo>
                      <a:pt x="0" y="1915"/>
                    </a:moveTo>
                    <a:cubicBezTo>
                      <a:pt x="0" y="1915"/>
                      <a:pt x="0" y="1915"/>
                      <a:pt x="0" y="1915"/>
                    </a:cubicBezTo>
                    <a:lnTo>
                      <a:pt x="0" y="1929"/>
                    </a:lnTo>
                    <a:cubicBezTo>
                      <a:pt x="0" y="1942"/>
                      <a:pt x="0" y="1956"/>
                      <a:pt x="14" y="1982"/>
                    </a:cubicBezTo>
                    <a:cubicBezTo>
                      <a:pt x="2" y="1960"/>
                      <a:pt x="0" y="1937"/>
                      <a:pt x="0" y="19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9"/>
              <p:cNvSpPr/>
              <p:nvPr/>
            </p:nvSpPr>
            <p:spPr>
              <a:xfrm>
                <a:off x="6424275" y="3804213"/>
                <a:ext cx="6400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4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1" y="13"/>
                      <a:pt x="175" y="27"/>
                      <a:pt x="255" y="40"/>
                    </a:cubicBezTo>
                    <a:cubicBezTo>
                      <a:pt x="215" y="27"/>
                      <a:pt x="175" y="27"/>
                      <a:pt x="134" y="1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9"/>
              <p:cNvSpPr/>
              <p:nvPr/>
            </p:nvSpPr>
            <p:spPr>
              <a:xfrm>
                <a:off x="6416225" y="3796488"/>
                <a:ext cx="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68" extrusionOk="0">
                    <a:moveTo>
                      <a:pt x="27" y="68"/>
                    </a:moveTo>
                    <a:cubicBezTo>
                      <a:pt x="14" y="41"/>
                      <a:pt x="1" y="14"/>
                      <a:pt x="1" y="1"/>
                    </a:cubicBezTo>
                    <a:cubicBezTo>
                      <a:pt x="1" y="14"/>
                      <a:pt x="14" y="41"/>
                      <a:pt x="27" y="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9"/>
              <p:cNvSpPr/>
              <p:nvPr/>
            </p:nvSpPr>
            <p:spPr>
              <a:xfrm>
                <a:off x="6437350" y="3731788"/>
                <a:ext cx="337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4" extrusionOk="0">
                    <a:moveTo>
                      <a:pt x="0" y="14"/>
                    </a:moveTo>
                    <a:cubicBezTo>
                      <a:pt x="41" y="14"/>
                      <a:pt x="94" y="0"/>
                      <a:pt x="135" y="0"/>
                    </a:cubicBezTo>
                    <a:cubicBezTo>
                      <a:pt x="94" y="0"/>
                      <a:pt x="41" y="14"/>
                      <a:pt x="0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9"/>
              <p:cNvSpPr/>
              <p:nvPr/>
            </p:nvSpPr>
            <p:spPr>
              <a:xfrm>
                <a:off x="6417225" y="3798838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54" y="68"/>
                    </a:moveTo>
                    <a:cubicBezTo>
                      <a:pt x="28" y="54"/>
                      <a:pt x="14" y="27"/>
                      <a:pt x="1" y="1"/>
                    </a:cubicBezTo>
                    <a:cubicBezTo>
                      <a:pt x="14" y="27"/>
                      <a:pt x="28" y="54"/>
                      <a:pt x="54" y="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9"/>
              <p:cNvSpPr/>
              <p:nvPr/>
            </p:nvSpPr>
            <p:spPr>
              <a:xfrm>
                <a:off x="6418900" y="3801188"/>
                <a:ext cx="3375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95" extrusionOk="0">
                    <a:moveTo>
                      <a:pt x="1" y="0"/>
                    </a:moveTo>
                    <a:cubicBezTo>
                      <a:pt x="28" y="27"/>
                      <a:pt x="54" y="41"/>
                      <a:pt x="95" y="67"/>
                    </a:cubicBezTo>
                    <a:cubicBezTo>
                      <a:pt x="108" y="81"/>
                      <a:pt x="122" y="81"/>
                      <a:pt x="135" y="94"/>
                    </a:cubicBezTo>
                    <a:cubicBezTo>
                      <a:pt x="122" y="81"/>
                      <a:pt x="108" y="81"/>
                      <a:pt x="95" y="67"/>
                    </a:cubicBezTo>
                    <a:cubicBezTo>
                      <a:pt x="54" y="41"/>
                      <a:pt x="28" y="27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9"/>
              <p:cNvSpPr/>
              <p:nvPr/>
            </p:nvSpPr>
            <p:spPr>
              <a:xfrm>
                <a:off x="6435000" y="3805888"/>
                <a:ext cx="437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4" extrusionOk="0">
                    <a:moveTo>
                      <a:pt x="175" y="14"/>
                    </a:moveTo>
                    <a:cubicBezTo>
                      <a:pt x="121" y="14"/>
                      <a:pt x="54" y="0"/>
                      <a:pt x="1" y="0"/>
                    </a:cubicBezTo>
                    <a:cubicBezTo>
                      <a:pt x="54" y="0"/>
                      <a:pt x="121" y="14"/>
                      <a:pt x="175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9"/>
              <p:cNvSpPr/>
              <p:nvPr/>
            </p:nvSpPr>
            <p:spPr>
              <a:xfrm>
                <a:off x="6503400" y="3795138"/>
                <a:ext cx="437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29" extrusionOk="0">
                    <a:moveTo>
                      <a:pt x="175" y="1"/>
                    </a:moveTo>
                    <a:cubicBezTo>
                      <a:pt x="161" y="1"/>
                      <a:pt x="161" y="1"/>
                      <a:pt x="161" y="14"/>
                    </a:cubicBezTo>
                    <a:cubicBezTo>
                      <a:pt x="157" y="28"/>
                      <a:pt x="151" y="42"/>
                      <a:pt x="145" y="55"/>
                    </a:cubicBezTo>
                    <a:lnTo>
                      <a:pt x="145" y="55"/>
                    </a:lnTo>
                    <a:cubicBezTo>
                      <a:pt x="156" y="37"/>
                      <a:pt x="166" y="19"/>
                      <a:pt x="175" y="1"/>
                    </a:cubicBezTo>
                    <a:close/>
                    <a:moveTo>
                      <a:pt x="145" y="55"/>
                    </a:moveTo>
                    <a:cubicBezTo>
                      <a:pt x="109" y="117"/>
                      <a:pt x="63" y="177"/>
                      <a:pt x="0" y="229"/>
                    </a:cubicBezTo>
                    <a:cubicBezTo>
                      <a:pt x="67" y="184"/>
                      <a:pt x="116" y="121"/>
                      <a:pt x="145" y="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9"/>
              <p:cNvSpPr/>
              <p:nvPr/>
            </p:nvSpPr>
            <p:spPr>
              <a:xfrm>
                <a:off x="6465175" y="3806538"/>
                <a:ext cx="12775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511" h="42" extrusionOk="0">
                    <a:moveTo>
                      <a:pt x="510" y="1"/>
                    </a:moveTo>
                    <a:cubicBezTo>
                      <a:pt x="483" y="5"/>
                      <a:pt x="457" y="9"/>
                      <a:pt x="432" y="12"/>
                    </a:cubicBezTo>
                    <a:lnTo>
                      <a:pt x="432" y="12"/>
                    </a:lnTo>
                    <a:cubicBezTo>
                      <a:pt x="458" y="9"/>
                      <a:pt x="484" y="5"/>
                      <a:pt x="510" y="1"/>
                    </a:cubicBezTo>
                    <a:close/>
                    <a:moveTo>
                      <a:pt x="432" y="12"/>
                    </a:moveTo>
                    <a:lnTo>
                      <a:pt x="432" y="12"/>
                    </a:lnTo>
                    <a:cubicBezTo>
                      <a:pt x="403" y="16"/>
                      <a:pt x="375" y="19"/>
                      <a:pt x="347" y="22"/>
                    </a:cubicBezTo>
                    <a:lnTo>
                      <a:pt x="347" y="22"/>
                    </a:lnTo>
                    <a:cubicBezTo>
                      <a:pt x="375" y="20"/>
                      <a:pt x="403" y="16"/>
                      <a:pt x="432" y="12"/>
                    </a:cubicBezTo>
                    <a:close/>
                    <a:moveTo>
                      <a:pt x="347" y="22"/>
                    </a:moveTo>
                    <a:lnTo>
                      <a:pt x="347" y="22"/>
                    </a:lnTo>
                    <a:cubicBezTo>
                      <a:pt x="313" y="26"/>
                      <a:pt x="279" y="28"/>
                      <a:pt x="242" y="28"/>
                    </a:cubicBezTo>
                    <a:cubicBezTo>
                      <a:pt x="200" y="28"/>
                      <a:pt x="150" y="36"/>
                      <a:pt x="104" y="40"/>
                    </a:cubicBezTo>
                    <a:lnTo>
                      <a:pt x="104" y="40"/>
                    </a:lnTo>
                    <a:cubicBezTo>
                      <a:pt x="186" y="37"/>
                      <a:pt x="266" y="31"/>
                      <a:pt x="347" y="22"/>
                    </a:cubicBezTo>
                    <a:close/>
                    <a:moveTo>
                      <a:pt x="104" y="40"/>
                    </a:moveTo>
                    <a:cubicBezTo>
                      <a:pt x="70" y="41"/>
                      <a:pt x="36" y="41"/>
                      <a:pt x="1" y="41"/>
                    </a:cubicBezTo>
                    <a:lnTo>
                      <a:pt x="68" y="41"/>
                    </a:lnTo>
                    <a:cubicBezTo>
                      <a:pt x="79" y="41"/>
                      <a:pt x="92" y="41"/>
                      <a:pt x="104" y="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9"/>
              <p:cNvSpPr/>
              <p:nvPr/>
            </p:nvSpPr>
            <p:spPr>
              <a:xfrm>
                <a:off x="6507750" y="3793813"/>
                <a:ext cx="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" extrusionOk="0">
                    <a:moveTo>
                      <a:pt x="14" y="0"/>
                    </a:moveTo>
                    <a:lnTo>
                      <a:pt x="14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9"/>
              <p:cNvSpPr/>
              <p:nvPr/>
            </p:nvSpPr>
            <p:spPr>
              <a:xfrm>
                <a:off x="6448750" y="3730788"/>
                <a:ext cx="572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14" extrusionOk="0">
                    <a:moveTo>
                      <a:pt x="54" y="0"/>
                    </a:moveTo>
                    <a:cubicBezTo>
                      <a:pt x="41" y="0"/>
                      <a:pt x="14" y="0"/>
                      <a:pt x="0" y="13"/>
                    </a:cubicBezTo>
                    <a:cubicBezTo>
                      <a:pt x="67" y="0"/>
                      <a:pt x="148" y="0"/>
                      <a:pt x="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9"/>
              <p:cNvSpPr/>
              <p:nvPr/>
            </p:nvSpPr>
            <p:spPr>
              <a:xfrm>
                <a:off x="6455125" y="3730438"/>
                <a:ext cx="1007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5" extrusionOk="0">
                    <a:moveTo>
                      <a:pt x="156" y="5"/>
                    </a:moveTo>
                    <a:lnTo>
                      <a:pt x="156" y="5"/>
                    </a:lnTo>
                    <a:cubicBezTo>
                      <a:pt x="104" y="6"/>
                      <a:pt x="52" y="9"/>
                      <a:pt x="0" y="14"/>
                    </a:cubicBezTo>
                    <a:cubicBezTo>
                      <a:pt x="52" y="14"/>
                      <a:pt x="104" y="8"/>
                      <a:pt x="156" y="5"/>
                    </a:cubicBezTo>
                    <a:close/>
                    <a:moveTo>
                      <a:pt x="242" y="1"/>
                    </a:moveTo>
                    <a:cubicBezTo>
                      <a:pt x="213" y="1"/>
                      <a:pt x="185" y="2"/>
                      <a:pt x="156" y="5"/>
                    </a:cubicBezTo>
                    <a:lnTo>
                      <a:pt x="156" y="5"/>
                    </a:lnTo>
                    <a:cubicBezTo>
                      <a:pt x="171" y="4"/>
                      <a:pt x="186" y="4"/>
                      <a:pt x="201" y="4"/>
                    </a:cubicBezTo>
                    <a:cubicBezTo>
                      <a:pt x="268" y="4"/>
                      <a:pt x="335" y="7"/>
                      <a:pt x="403" y="14"/>
                    </a:cubicBez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9"/>
              <p:cNvSpPr/>
              <p:nvPr/>
            </p:nvSpPr>
            <p:spPr>
              <a:xfrm>
                <a:off x="6440025" y="3803188"/>
                <a:ext cx="10425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2" extrusionOk="0">
                    <a:moveTo>
                      <a:pt x="1" y="1"/>
                    </a:moveTo>
                    <a:cubicBezTo>
                      <a:pt x="135" y="14"/>
                      <a:pt x="282" y="28"/>
                      <a:pt x="416" y="41"/>
                    </a:cubicBezTo>
                    <a:cubicBezTo>
                      <a:pt x="282" y="28"/>
                      <a:pt x="135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9"/>
              <p:cNvSpPr/>
              <p:nvPr/>
            </p:nvSpPr>
            <p:spPr>
              <a:xfrm>
                <a:off x="6431650" y="3802188"/>
                <a:ext cx="437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5" extrusionOk="0">
                    <a:moveTo>
                      <a:pt x="0" y="1"/>
                    </a:moveTo>
                    <a:cubicBezTo>
                      <a:pt x="54" y="1"/>
                      <a:pt x="108" y="14"/>
                      <a:pt x="175" y="14"/>
                    </a:cubicBezTo>
                    <a:cubicBezTo>
                      <a:pt x="108" y="14"/>
                      <a:pt x="5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9"/>
              <p:cNvSpPr/>
              <p:nvPr/>
            </p:nvSpPr>
            <p:spPr>
              <a:xfrm>
                <a:off x="6453775" y="3804213"/>
                <a:ext cx="47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" extrusionOk="0">
                    <a:moveTo>
                      <a:pt x="1" y="0"/>
                    </a:moveTo>
                    <a:cubicBezTo>
                      <a:pt x="68" y="0"/>
                      <a:pt x="121" y="0"/>
                      <a:pt x="188" y="0"/>
                    </a:cubicBezTo>
                    <a:cubicBezTo>
                      <a:pt x="121" y="0"/>
                      <a:pt x="68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6441025" y="3734138"/>
                <a:ext cx="7400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7" extrusionOk="0">
                    <a:moveTo>
                      <a:pt x="1" y="27"/>
                    </a:moveTo>
                    <a:cubicBezTo>
                      <a:pt x="95" y="14"/>
                      <a:pt x="189" y="14"/>
                      <a:pt x="296" y="0"/>
                    </a:cubicBezTo>
                    <a:cubicBezTo>
                      <a:pt x="189" y="14"/>
                      <a:pt x="95" y="14"/>
                      <a:pt x="1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9"/>
              <p:cNvSpPr/>
              <p:nvPr/>
            </p:nvSpPr>
            <p:spPr>
              <a:xfrm>
                <a:off x="6418900" y="3747538"/>
                <a:ext cx="1375" cy="46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852" extrusionOk="0">
                    <a:moveTo>
                      <a:pt x="14" y="1"/>
                    </a:moveTo>
                    <a:cubicBezTo>
                      <a:pt x="54" y="618"/>
                      <a:pt x="54" y="1234"/>
                      <a:pt x="1" y="1851"/>
                    </a:cubicBezTo>
                    <a:cubicBezTo>
                      <a:pt x="54" y="1234"/>
                      <a:pt x="54" y="618"/>
                      <a:pt x="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9"/>
              <p:cNvSpPr/>
              <p:nvPr/>
            </p:nvSpPr>
            <p:spPr>
              <a:xfrm>
                <a:off x="6418900" y="3741163"/>
                <a:ext cx="7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5" extrusionOk="0">
                    <a:moveTo>
                      <a:pt x="1" y="135"/>
                    </a:moveTo>
                    <a:lnTo>
                      <a:pt x="1" y="135"/>
                    </a:lnTo>
                    <a:cubicBezTo>
                      <a:pt x="1" y="81"/>
                      <a:pt x="14" y="41"/>
                      <a:pt x="28" y="1"/>
                    </a:cubicBezTo>
                    <a:cubicBezTo>
                      <a:pt x="14" y="41"/>
                      <a:pt x="1" y="81"/>
                      <a:pt x="1" y="1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9"/>
              <p:cNvSpPr/>
              <p:nvPr/>
            </p:nvSpPr>
            <p:spPr>
              <a:xfrm>
                <a:off x="6429975" y="3735463"/>
                <a:ext cx="70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" extrusionOk="0">
                    <a:moveTo>
                      <a:pt x="282" y="1"/>
                    </a:moveTo>
                    <a:lnTo>
                      <a:pt x="282" y="1"/>
                    </a:lnTo>
                    <a:cubicBezTo>
                      <a:pt x="188" y="1"/>
                      <a:pt x="94" y="14"/>
                      <a:pt x="0" y="28"/>
                    </a:cubicBezTo>
                    <a:cubicBezTo>
                      <a:pt x="94" y="14"/>
                      <a:pt x="188" y="1"/>
                      <a:pt x="2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9"/>
              <p:cNvSpPr/>
              <p:nvPr/>
            </p:nvSpPr>
            <p:spPr>
              <a:xfrm>
                <a:off x="6420250" y="3797488"/>
                <a:ext cx="1025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41" h="55" extrusionOk="0">
                    <a:moveTo>
                      <a:pt x="41" y="55"/>
                    </a:moveTo>
                    <a:cubicBezTo>
                      <a:pt x="14" y="41"/>
                      <a:pt x="0" y="28"/>
                      <a:pt x="0" y="1"/>
                    </a:cubicBezTo>
                    <a:cubicBezTo>
                      <a:pt x="0" y="28"/>
                      <a:pt x="14" y="41"/>
                      <a:pt x="41" y="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9"/>
              <p:cNvSpPr/>
              <p:nvPr/>
            </p:nvSpPr>
            <p:spPr>
              <a:xfrm>
                <a:off x="6423925" y="3800513"/>
                <a:ext cx="1050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42" h="14" extrusionOk="0">
                    <a:moveTo>
                      <a:pt x="41" y="14"/>
                    </a:moveTo>
                    <a:lnTo>
                      <a:pt x="41" y="14"/>
                    </a:lnTo>
                    <a:cubicBezTo>
                      <a:pt x="28" y="14"/>
                      <a:pt x="14" y="14"/>
                      <a:pt x="1" y="1"/>
                    </a:cubicBezTo>
                    <a:cubicBezTo>
                      <a:pt x="14" y="14"/>
                      <a:pt x="28" y="14"/>
                      <a:pt x="41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9"/>
              <p:cNvSpPr/>
              <p:nvPr/>
            </p:nvSpPr>
            <p:spPr>
              <a:xfrm>
                <a:off x="6418900" y="3793813"/>
                <a:ext cx="105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42" h="148" extrusionOk="0">
                    <a:moveTo>
                      <a:pt x="1" y="0"/>
                    </a:moveTo>
                    <a:cubicBezTo>
                      <a:pt x="1" y="54"/>
                      <a:pt x="14" y="108"/>
                      <a:pt x="41" y="148"/>
                    </a:cubicBezTo>
                    <a:cubicBezTo>
                      <a:pt x="14" y="94"/>
                      <a:pt x="1" y="41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9"/>
              <p:cNvSpPr/>
              <p:nvPr/>
            </p:nvSpPr>
            <p:spPr>
              <a:xfrm>
                <a:off x="6476900" y="3803188"/>
                <a:ext cx="372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5" extrusionOk="0">
                    <a:moveTo>
                      <a:pt x="148" y="1"/>
                    </a:moveTo>
                    <a:lnTo>
                      <a:pt x="148" y="1"/>
                    </a:lnTo>
                    <a:cubicBezTo>
                      <a:pt x="95" y="1"/>
                      <a:pt x="55" y="14"/>
                      <a:pt x="1" y="14"/>
                    </a:cubicBezTo>
                    <a:cubicBezTo>
                      <a:pt x="55" y="14"/>
                      <a:pt x="95" y="1"/>
                      <a:pt x="1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9"/>
              <p:cNvSpPr/>
              <p:nvPr/>
            </p:nvSpPr>
            <p:spPr>
              <a:xfrm>
                <a:off x="6505750" y="3739838"/>
                <a:ext cx="700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28" h="27" extrusionOk="0">
                    <a:moveTo>
                      <a:pt x="0" y="0"/>
                    </a:moveTo>
                    <a:cubicBezTo>
                      <a:pt x="14" y="14"/>
                      <a:pt x="14" y="14"/>
                      <a:pt x="27" y="27"/>
                    </a:cubicBezTo>
                    <a:cubicBezTo>
                      <a:pt x="14" y="14"/>
                      <a:pt x="14" y="14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9"/>
              <p:cNvSpPr/>
              <p:nvPr/>
            </p:nvSpPr>
            <p:spPr>
              <a:xfrm>
                <a:off x="6506750" y="3741513"/>
                <a:ext cx="3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4" h="28" extrusionOk="0">
                    <a:moveTo>
                      <a:pt x="1" y="0"/>
                    </a:moveTo>
                    <a:cubicBezTo>
                      <a:pt x="14" y="0"/>
                      <a:pt x="14" y="14"/>
                      <a:pt x="14" y="27"/>
                    </a:cubicBezTo>
                    <a:cubicBezTo>
                      <a:pt x="14" y="14"/>
                      <a:pt x="14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9"/>
              <p:cNvSpPr/>
              <p:nvPr/>
            </p:nvSpPr>
            <p:spPr>
              <a:xfrm>
                <a:off x="6495350" y="3734463"/>
                <a:ext cx="5400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216" h="55" extrusionOk="0">
                    <a:moveTo>
                      <a:pt x="215" y="54"/>
                    </a:moveTo>
                    <a:cubicBezTo>
                      <a:pt x="202" y="54"/>
                      <a:pt x="188" y="54"/>
                      <a:pt x="175" y="41"/>
                    </a:cubicBezTo>
                    <a:cubicBezTo>
                      <a:pt x="121" y="27"/>
                      <a:pt x="54" y="14"/>
                      <a:pt x="1" y="1"/>
                    </a:cubicBezTo>
                    <a:cubicBezTo>
                      <a:pt x="54" y="14"/>
                      <a:pt x="121" y="27"/>
                      <a:pt x="175" y="41"/>
                    </a:cubicBezTo>
                    <a:cubicBezTo>
                      <a:pt x="188" y="54"/>
                      <a:pt x="202" y="54"/>
                      <a:pt x="215" y="5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9"/>
              <p:cNvSpPr/>
              <p:nvPr/>
            </p:nvSpPr>
            <p:spPr>
              <a:xfrm>
                <a:off x="6504750" y="3738488"/>
                <a:ext cx="3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4" h="28" extrusionOk="0">
                    <a:moveTo>
                      <a:pt x="0" y="1"/>
                    </a:moveTo>
                    <a:cubicBezTo>
                      <a:pt x="0" y="1"/>
                      <a:pt x="13" y="14"/>
                      <a:pt x="13" y="27"/>
                    </a:cubicBezTo>
                    <a:cubicBezTo>
                      <a:pt x="13" y="14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9"/>
              <p:cNvSpPr/>
              <p:nvPr/>
            </p:nvSpPr>
            <p:spPr>
              <a:xfrm>
                <a:off x="6501725" y="3736138"/>
                <a:ext cx="70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"/>
                    </a:moveTo>
                    <a:cubicBezTo>
                      <a:pt x="0" y="14"/>
                      <a:pt x="14" y="14"/>
                      <a:pt x="27" y="27"/>
                    </a:cubicBezTo>
                    <a:cubicBezTo>
                      <a:pt x="14" y="14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9"/>
              <p:cNvSpPr/>
              <p:nvPr/>
            </p:nvSpPr>
            <p:spPr>
              <a:xfrm>
                <a:off x="6503075" y="3737138"/>
                <a:ext cx="6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8" extrusionOk="0">
                    <a:moveTo>
                      <a:pt x="0" y="1"/>
                    </a:moveTo>
                    <a:cubicBezTo>
                      <a:pt x="13" y="14"/>
                      <a:pt x="13" y="14"/>
                      <a:pt x="27" y="28"/>
                    </a:cubicBezTo>
                    <a:cubicBezTo>
                      <a:pt x="27" y="14"/>
                      <a:pt x="13" y="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9"/>
              <p:cNvSpPr/>
              <p:nvPr/>
            </p:nvSpPr>
            <p:spPr>
              <a:xfrm>
                <a:off x="6507075" y="3746863"/>
                <a:ext cx="105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42" h="1704" extrusionOk="0">
                    <a:moveTo>
                      <a:pt x="41" y="1"/>
                    </a:moveTo>
                    <a:lnTo>
                      <a:pt x="41" y="1"/>
                    </a:lnTo>
                    <a:lnTo>
                      <a:pt x="41" y="1"/>
                    </a:lnTo>
                    <a:cubicBezTo>
                      <a:pt x="1" y="564"/>
                      <a:pt x="1" y="1141"/>
                      <a:pt x="41" y="1704"/>
                    </a:cubicBezTo>
                    <a:cubicBezTo>
                      <a:pt x="1" y="1141"/>
                      <a:pt x="1" y="564"/>
                      <a:pt x="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9"/>
              <p:cNvSpPr/>
              <p:nvPr/>
            </p:nvSpPr>
            <p:spPr>
              <a:xfrm>
                <a:off x="6507750" y="3742838"/>
                <a:ext cx="25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42" extrusionOk="0">
                    <a:moveTo>
                      <a:pt x="1" y="1"/>
                    </a:moveTo>
                    <a:cubicBezTo>
                      <a:pt x="1" y="14"/>
                      <a:pt x="1" y="28"/>
                      <a:pt x="1" y="41"/>
                    </a:cubicBezTo>
                    <a:cubicBezTo>
                      <a:pt x="1" y="28"/>
                      <a:pt x="1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9"/>
              <p:cNvSpPr/>
              <p:nvPr/>
            </p:nvSpPr>
            <p:spPr>
              <a:xfrm>
                <a:off x="6508100" y="3744863"/>
                <a:ext cx="2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8" extrusionOk="0">
                    <a:moveTo>
                      <a:pt x="0" y="0"/>
                    </a:moveTo>
                    <a:cubicBezTo>
                      <a:pt x="0" y="14"/>
                      <a:pt x="0" y="14"/>
                      <a:pt x="0" y="27"/>
                    </a:cubicBezTo>
                    <a:cubicBezTo>
                      <a:pt x="0" y="14"/>
                      <a:pt x="0" y="14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9"/>
              <p:cNvSpPr/>
              <p:nvPr/>
            </p:nvSpPr>
            <p:spPr>
              <a:xfrm>
                <a:off x="6464850" y="3803188"/>
                <a:ext cx="157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8" extrusionOk="0">
                    <a:moveTo>
                      <a:pt x="630" y="1"/>
                    </a:moveTo>
                    <a:cubicBezTo>
                      <a:pt x="577" y="1"/>
                      <a:pt x="537" y="14"/>
                      <a:pt x="483" y="14"/>
                    </a:cubicBezTo>
                    <a:cubicBezTo>
                      <a:pt x="429" y="14"/>
                      <a:pt x="389" y="28"/>
                      <a:pt x="349" y="28"/>
                    </a:cubicBezTo>
                    <a:cubicBezTo>
                      <a:pt x="242" y="41"/>
                      <a:pt x="121" y="41"/>
                      <a:pt x="14" y="41"/>
                    </a:cubicBezTo>
                    <a:lnTo>
                      <a:pt x="0" y="41"/>
                    </a:lnTo>
                    <a:lnTo>
                      <a:pt x="0" y="68"/>
                    </a:lnTo>
                    <a:lnTo>
                      <a:pt x="14" y="68"/>
                    </a:lnTo>
                    <a:cubicBezTo>
                      <a:pt x="228" y="68"/>
                      <a:pt x="429" y="54"/>
                      <a:pt x="630" y="14"/>
                    </a:cubicBez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9"/>
              <p:cNvSpPr/>
              <p:nvPr/>
            </p:nvSpPr>
            <p:spPr>
              <a:xfrm>
                <a:off x="6482275" y="3804863"/>
                <a:ext cx="7725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55" extrusionOk="0">
                    <a:moveTo>
                      <a:pt x="1" y="55"/>
                    </a:moveTo>
                    <a:lnTo>
                      <a:pt x="1" y="55"/>
                    </a:lnTo>
                    <a:cubicBezTo>
                      <a:pt x="108" y="41"/>
                      <a:pt x="202" y="14"/>
                      <a:pt x="309" y="1"/>
                    </a:cubicBezTo>
                    <a:cubicBezTo>
                      <a:pt x="202" y="14"/>
                      <a:pt x="108" y="41"/>
                      <a:pt x="1" y="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9"/>
              <p:cNvSpPr/>
              <p:nvPr/>
            </p:nvSpPr>
            <p:spPr>
              <a:xfrm>
                <a:off x="6499700" y="3795138"/>
                <a:ext cx="7750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297" extrusionOk="0">
                    <a:moveTo>
                      <a:pt x="309" y="1"/>
                    </a:moveTo>
                    <a:cubicBezTo>
                      <a:pt x="291" y="55"/>
                      <a:pt x="261" y="109"/>
                      <a:pt x="219" y="159"/>
                    </a:cubicBezTo>
                    <a:lnTo>
                      <a:pt x="219" y="159"/>
                    </a:lnTo>
                    <a:cubicBezTo>
                      <a:pt x="261" y="112"/>
                      <a:pt x="292" y="58"/>
                      <a:pt x="309" y="1"/>
                    </a:cubicBezTo>
                    <a:close/>
                    <a:moveTo>
                      <a:pt x="219" y="159"/>
                    </a:moveTo>
                    <a:cubicBezTo>
                      <a:pt x="162" y="223"/>
                      <a:pt x="86" y="273"/>
                      <a:pt x="1" y="296"/>
                    </a:cubicBezTo>
                    <a:cubicBezTo>
                      <a:pt x="55" y="283"/>
                      <a:pt x="108" y="256"/>
                      <a:pt x="148" y="229"/>
                    </a:cubicBezTo>
                    <a:cubicBezTo>
                      <a:pt x="175" y="207"/>
                      <a:pt x="198" y="184"/>
                      <a:pt x="219" y="15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9"/>
              <p:cNvSpPr/>
              <p:nvPr/>
            </p:nvSpPr>
            <p:spPr>
              <a:xfrm>
                <a:off x="6415900" y="3730438"/>
                <a:ext cx="64725" cy="76800"/>
              </a:xfrm>
              <a:custGeom>
                <a:avLst/>
                <a:gdLst/>
                <a:ahLst/>
                <a:cxnLst/>
                <a:rect l="l" t="t" r="r" b="b"/>
                <a:pathLst>
                  <a:path w="2589" h="3072" extrusionOk="0">
                    <a:moveTo>
                      <a:pt x="1542" y="1"/>
                    </a:moveTo>
                    <a:cubicBezTo>
                      <a:pt x="1462" y="1"/>
                      <a:pt x="1395" y="14"/>
                      <a:pt x="1314" y="14"/>
                    </a:cubicBezTo>
                    <a:lnTo>
                      <a:pt x="1247" y="14"/>
                    </a:lnTo>
                    <a:cubicBezTo>
                      <a:pt x="1167" y="27"/>
                      <a:pt x="1086" y="41"/>
                      <a:pt x="993" y="41"/>
                    </a:cubicBezTo>
                    <a:cubicBezTo>
                      <a:pt x="952" y="54"/>
                      <a:pt x="912" y="54"/>
                      <a:pt x="858" y="54"/>
                    </a:cubicBezTo>
                    <a:cubicBezTo>
                      <a:pt x="765" y="68"/>
                      <a:pt x="671" y="81"/>
                      <a:pt x="563" y="108"/>
                    </a:cubicBezTo>
                    <a:cubicBezTo>
                      <a:pt x="496" y="108"/>
                      <a:pt x="416" y="121"/>
                      <a:pt x="349" y="135"/>
                    </a:cubicBezTo>
                    <a:cubicBezTo>
                      <a:pt x="335" y="135"/>
                      <a:pt x="322" y="148"/>
                      <a:pt x="322" y="148"/>
                    </a:cubicBezTo>
                    <a:cubicBezTo>
                      <a:pt x="295" y="148"/>
                      <a:pt x="282" y="162"/>
                      <a:pt x="255" y="162"/>
                    </a:cubicBezTo>
                    <a:cubicBezTo>
                      <a:pt x="242" y="175"/>
                      <a:pt x="228" y="175"/>
                      <a:pt x="215" y="188"/>
                    </a:cubicBezTo>
                    <a:cubicBezTo>
                      <a:pt x="161" y="215"/>
                      <a:pt x="107" y="269"/>
                      <a:pt x="81" y="323"/>
                    </a:cubicBezTo>
                    <a:cubicBezTo>
                      <a:pt x="27" y="390"/>
                      <a:pt x="0" y="483"/>
                      <a:pt x="0" y="564"/>
                    </a:cubicBezTo>
                    <a:cubicBezTo>
                      <a:pt x="54" y="1208"/>
                      <a:pt x="54" y="1865"/>
                      <a:pt x="0" y="2522"/>
                    </a:cubicBezTo>
                    <a:cubicBezTo>
                      <a:pt x="0" y="2549"/>
                      <a:pt x="0" y="2562"/>
                      <a:pt x="14" y="2602"/>
                    </a:cubicBezTo>
                    <a:cubicBezTo>
                      <a:pt x="14" y="2616"/>
                      <a:pt x="14" y="2629"/>
                      <a:pt x="14" y="2629"/>
                    </a:cubicBezTo>
                    <a:cubicBezTo>
                      <a:pt x="27" y="2656"/>
                      <a:pt x="27" y="2683"/>
                      <a:pt x="40" y="2696"/>
                    </a:cubicBezTo>
                    <a:cubicBezTo>
                      <a:pt x="40" y="2710"/>
                      <a:pt x="54" y="2723"/>
                      <a:pt x="54" y="2737"/>
                    </a:cubicBezTo>
                    <a:cubicBezTo>
                      <a:pt x="67" y="2763"/>
                      <a:pt x="94" y="2777"/>
                      <a:pt x="107" y="2804"/>
                    </a:cubicBezTo>
                    <a:cubicBezTo>
                      <a:pt x="107" y="2817"/>
                      <a:pt x="121" y="2817"/>
                      <a:pt x="121" y="2817"/>
                    </a:cubicBezTo>
                    <a:cubicBezTo>
                      <a:pt x="148" y="2844"/>
                      <a:pt x="174" y="2871"/>
                      <a:pt x="215" y="2897"/>
                    </a:cubicBezTo>
                    <a:cubicBezTo>
                      <a:pt x="228" y="2897"/>
                      <a:pt x="242" y="2911"/>
                      <a:pt x="255" y="2911"/>
                    </a:cubicBezTo>
                    <a:cubicBezTo>
                      <a:pt x="282" y="2924"/>
                      <a:pt x="309" y="2938"/>
                      <a:pt x="335" y="2938"/>
                    </a:cubicBezTo>
                    <a:cubicBezTo>
                      <a:pt x="416" y="2951"/>
                      <a:pt x="510" y="2964"/>
                      <a:pt x="590" y="2978"/>
                    </a:cubicBezTo>
                    <a:cubicBezTo>
                      <a:pt x="644" y="2991"/>
                      <a:pt x="711" y="3005"/>
                      <a:pt x="765" y="3005"/>
                    </a:cubicBezTo>
                    <a:cubicBezTo>
                      <a:pt x="818" y="3018"/>
                      <a:pt x="885" y="3018"/>
                      <a:pt x="939" y="3032"/>
                    </a:cubicBezTo>
                    <a:cubicBezTo>
                      <a:pt x="1006" y="3032"/>
                      <a:pt x="1060" y="3045"/>
                      <a:pt x="1127" y="3045"/>
                    </a:cubicBezTo>
                    <a:cubicBezTo>
                      <a:pt x="1194" y="3045"/>
                      <a:pt x="1247" y="3058"/>
                      <a:pt x="1314" y="3058"/>
                    </a:cubicBezTo>
                    <a:cubicBezTo>
                      <a:pt x="1368" y="3058"/>
                      <a:pt x="1435" y="3072"/>
                      <a:pt x="1489" y="3072"/>
                    </a:cubicBezTo>
                    <a:lnTo>
                      <a:pt x="1972" y="3072"/>
                    </a:lnTo>
                    <a:cubicBezTo>
                      <a:pt x="2146" y="3072"/>
                      <a:pt x="2307" y="3058"/>
                      <a:pt x="2481" y="3045"/>
                    </a:cubicBezTo>
                    <a:cubicBezTo>
                      <a:pt x="2521" y="3045"/>
                      <a:pt x="2548" y="3032"/>
                      <a:pt x="2588" y="3032"/>
                    </a:cubicBezTo>
                    <a:lnTo>
                      <a:pt x="2588" y="3018"/>
                    </a:lnTo>
                    <a:cubicBezTo>
                      <a:pt x="2387" y="3045"/>
                      <a:pt x="2173" y="3058"/>
                      <a:pt x="1972" y="3058"/>
                    </a:cubicBezTo>
                    <a:lnTo>
                      <a:pt x="1851" y="3058"/>
                    </a:lnTo>
                    <a:cubicBezTo>
                      <a:pt x="1381" y="3058"/>
                      <a:pt x="912" y="3018"/>
                      <a:pt x="469" y="2938"/>
                    </a:cubicBezTo>
                    <a:lnTo>
                      <a:pt x="429" y="2938"/>
                    </a:lnTo>
                    <a:lnTo>
                      <a:pt x="429" y="2897"/>
                    </a:lnTo>
                    <a:lnTo>
                      <a:pt x="429" y="2884"/>
                    </a:lnTo>
                    <a:cubicBezTo>
                      <a:pt x="429" y="2857"/>
                      <a:pt x="429" y="2844"/>
                      <a:pt x="429" y="2830"/>
                    </a:cubicBezTo>
                    <a:cubicBezTo>
                      <a:pt x="416" y="2830"/>
                      <a:pt x="389" y="2830"/>
                      <a:pt x="362" y="2817"/>
                    </a:cubicBezTo>
                    <a:cubicBezTo>
                      <a:pt x="349" y="2817"/>
                      <a:pt x="335" y="2817"/>
                      <a:pt x="322" y="2804"/>
                    </a:cubicBezTo>
                    <a:cubicBezTo>
                      <a:pt x="309" y="2804"/>
                      <a:pt x="295" y="2790"/>
                      <a:pt x="268" y="2790"/>
                    </a:cubicBezTo>
                    <a:cubicBezTo>
                      <a:pt x="268" y="2777"/>
                      <a:pt x="268" y="2777"/>
                      <a:pt x="255" y="2777"/>
                    </a:cubicBezTo>
                    <a:cubicBezTo>
                      <a:pt x="255" y="2790"/>
                      <a:pt x="255" y="2817"/>
                      <a:pt x="255" y="2830"/>
                    </a:cubicBezTo>
                    <a:lnTo>
                      <a:pt x="215" y="2830"/>
                    </a:lnTo>
                    <a:cubicBezTo>
                      <a:pt x="215" y="2804"/>
                      <a:pt x="215" y="2777"/>
                      <a:pt x="228" y="2750"/>
                    </a:cubicBezTo>
                    <a:cubicBezTo>
                      <a:pt x="215" y="2737"/>
                      <a:pt x="215" y="2737"/>
                      <a:pt x="215" y="2737"/>
                    </a:cubicBezTo>
                    <a:cubicBezTo>
                      <a:pt x="188" y="2723"/>
                      <a:pt x="174" y="2696"/>
                      <a:pt x="174" y="2683"/>
                    </a:cubicBezTo>
                    <a:lnTo>
                      <a:pt x="161" y="2683"/>
                    </a:lnTo>
                    <a:cubicBezTo>
                      <a:pt x="134" y="2629"/>
                      <a:pt x="121" y="2576"/>
                      <a:pt x="121" y="2535"/>
                    </a:cubicBezTo>
                    <a:cubicBezTo>
                      <a:pt x="174" y="1918"/>
                      <a:pt x="174" y="1302"/>
                      <a:pt x="134" y="685"/>
                    </a:cubicBezTo>
                    <a:cubicBezTo>
                      <a:pt x="134" y="644"/>
                      <a:pt x="134" y="604"/>
                      <a:pt x="121" y="551"/>
                    </a:cubicBezTo>
                    <a:cubicBezTo>
                      <a:pt x="121" y="510"/>
                      <a:pt x="134" y="470"/>
                      <a:pt x="148" y="430"/>
                    </a:cubicBezTo>
                    <a:cubicBezTo>
                      <a:pt x="161" y="403"/>
                      <a:pt x="188" y="363"/>
                      <a:pt x="215" y="336"/>
                    </a:cubicBezTo>
                    <a:cubicBezTo>
                      <a:pt x="215" y="323"/>
                      <a:pt x="215" y="309"/>
                      <a:pt x="215" y="296"/>
                    </a:cubicBezTo>
                    <a:lnTo>
                      <a:pt x="255" y="296"/>
                    </a:lnTo>
                    <a:lnTo>
                      <a:pt x="255" y="309"/>
                    </a:lnTo>
                    <a:cubicBezTo>
                      <a:pt x="255" y="309"/>
                      <a:pt x="268" y="296"/>
                      <a:pt x="268" y="296"/>
                    </a:cubicBezTo>
                    <a:cubicBezTo>
                      <a:pt x="295" y="282"/>
                      <a:pt x="335" y="269"/>
                      <a:pt x="362" y="269"/>
                    </a:cubicBezTo>
                    <a:cubicBezTo>
                      <a:pt x="389" y="255"/>
                      <a:pt x="416" y="255"/>
                      <a:pt x="429" y="255"/>
                    </a:cubicBezTo>
                    <a:cubicBezTo>
                      <a:pt x="429" y="229"/>
                      <a:pt x="429" y="215"/>
                      <a:pt x="429" y="202"/>
                    </a:cubicBezTo>
                    <a:lnTo>
                      <a:pt x="429" y="175"/>
                    </a:lnTo>
                    <a:lnTo>
                      <a:pt x="429" y="148"/>
                    </a:lnTo>
                    <a:lnTo>
                      <a:pt x="469" y="135"/>
                    </a:lnTo>
                    <a:cubicBezTo>
                      <a:pt x="751" y="95"/>
                      <a:pt x="1046" y="54"/>
                      <a:pt x="1341" y="41"/>
                    </a:cubicBezTo>
                    <a:lnTo>
                      <a:pt x="1395" y="27"/>
                    </a:lnTo>
                    <a:cubicBezTo>
                      <a:pt x="1516" y="27"/>
                      <a:pt x="1650" y="14"/>
                      <a:pt x="1811" y="14"/>
                    </a:cubicBezTo>
                    <a:lnTo>
                      <a:pt x="1851" y="14"/>
                    </a:lnTo>
                    <a:lnTo>
                      <a:pt x="1851" y="27"/>
                    </a:lnTo>
                    <a:cubicBezTo>
                      <a:pt x="1878" y="27"/>
                      <a:pt x="1904" y="22"/>
                      <a:pt x="1931" y="22"/>
                    </a:cubicBezTo>
                    <a:cubicBezTo>
                      <a:pt x="1945" y="22"/>
                      <a:pt x="1958" y="23"/>
                      <a:pt x="1972" y="27"/>
                    </a:cubicBezTo>
                    <a:cubicBezTo>
                      <a:pt x="2173" y="27"/>
                      <a:pt x="2387" y="41"/>
                      <a:pt x="2588" y="68"/>
                    </a:cubicBezTo>
                    <a:lnTo>
                      <a:pt x="2588" y="41"/>
                    </a:lnTo>
                    <a:cubicBezTo>
                      <a:pt x="2387" y="14"/>
                      <a:pt x="2173" y="1"/>
                      <a:pt x="19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9"/>
              <p:cNvSpPr/>
              <p:nvPr/>
            </p:nvSpPr>
            <p:spPr>
              <a:xfrm>
                <a:off x="6507750" y="3791138"/>
                <a:ext cx="375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08" extrusionOk="0">
                    <a:moveTo>
                      <a:pt x="14" y="0"/>
                    </a:moveTo>
                    <a:cubicBezTo>
                      <a:pt x="14" y="40"/>
                      <a:pt x="14" y="81"/>
                      <a:pt x="1" y="107"/>
                    </a:cubicBezTo>
                    <a:lnTo>
                      <a:pt x="14" y="107"/>
                    </a:lnTo>
                    <a:cubicBezTo>
                      <a:pt x="14" y="81"/>
                      <a:pt x="14" y="67"/>
                      <a:pt x="14" y="40"/>
                    </a:cubicBezTo>
                    <a:cubicBezTo>
                      <a:pt x="14" y="27"/>
                      <a:pt x="14" y="13"/>
                      <a:pt x="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9"/>
              <p:cNvSpPr/>
              <p:nvPr/>
            </p:nvSpPr>
            <p:spPr>
              <a:xfrm>
                <a:off x="6428975" y="3734813"/>
                <a:ext cx="805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68" extrusionOk="0">
                    <a:moveTo>
                      <a:pt x="322" y="0"/>
                    </a:moveTo>
                    <a:cubicBezTo>
                      <a:pt x="215" y="13"/>
                      <a:pt x="107" y="27"/>
                      <a:pt x="0" y="40"/>
                    </a:cubicBezTo>
                    <a:lnTo>
                      <a:pt x="0" y="67"/>
                    </a:lnTo>
                    <a:cubicBezTo>
                      <a:pt x="14" y="67"/>
                      <a:pt x="27" y="67"/>
                      <a:pt x="40" y="54"/>
                    </a:cubicBezTo>
                    <a:cubicBezTo>
                      <a:pt x="134" y="40"/>
                      <a:pt x="228" y="27"/>
                      <a:pt x="322" y="27"/>
                    </a:cubicBezTo>
                    <a:lnTo>
                      <a:pt x="32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9"/>
              <p:cNvSpPr/>
              <p:nvPr/>
            </p:nvSpPr>
            <p:spPr>
              <a:xfrm>
                <a:off x="6428975" y="3801513"/>
                <a:ext cx="3487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35" extrusionOk="0">
                    <a:moveTo>
                      <a:pt x="0" y="1"/>
                    </a:moveTo>
                    <a:lnTo>
                      <a:pt x="0" y="28"/>
                    </a:lnTo>
                    <a:cubicBezTo>
                      <a:pt x="443" y="108"/>
                      <a:pt x="926" y="135"/>
                      <a:pt x="1395" y="135"/>
                    </a:cubicBezTo>
                    <a:lnTo>
                      <a:pt x="1395" y="108"/>
                    </a:lnTo>
                    <a:lnTo>
                      <a:pt x="993" y="108"/>
                    </a:lnTo>
                    <a:cubicBezTo>
                      <a:pt x="952" y="108"/>
                      <a:pt x="912" y="108"/>
                      <a:pt x="858" y="95"/>
                    </a:cubicBezTo>
                    <a:cubicBezTo>
                      <a:pt x="724" y="95"/>
                      <a:pt x="590" y="81"/>
                      <a:pt x="443" y="68"/>
                    </a:cubicBezTo>
                    <a:cubicBezTo>
                      <a:pt x="389" y="54"/>
                      <a:pt x="335" y="54"/>
                      <a:pt x="282" y="41"/>
                    </a:cubicBezTo>
                    <a:cubicBezTo>
                      <a:pt x="215" y="41"/>
                      <a:pt x="161" y="28"/>
                      <a:pt x="107" y="28"/>
                    </a:cubicBezTo>
                    <a:cubicBezTo>
                      <a:pt x="67" y="14"/>
                      <a:pt x="27" y="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9"/>
              <p:cNvSpPr/>
              <p:nvPr/>
            </p:nvSpPr>
            <p:spPr>
              <a:xfrm>
                <a:off x="6462500" y="3733113"/>
                <a:ext cx="181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68" extrusionOk="0">
                    <a:moveTo>
                      <a:pt x="0" y="1"/>
                    </a:moveTo>
                    <a:cubicBezTo>
                      <a:pt x="0" y="14"/>
                      <a:pt x="0" y="14"/>
                      <a:pt x="0" y="28"/>
                    </a:cubicBezTo>
                    <a:lnTo>
                      <a:pt x="108" y="28"/>
                    </a:lnTo>
                    <a:cubicBezTo>
                      <a:pt x="309" y="28"/>
                      <a:pt x="523" y="41"/>
                      <a:pt x="724" y="68"/>
                    </a:cubicBezTo>
                    <a:lnTo>
                      <a:pt x="724" y="55"/>
                    </a:lnTo>
                    <a:cubicBezTo>
                      <a:pt x="523" y="14"/>
                      <a:pt x="309" y="1"/>
                      <a:pt x="1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9"/>
              <p:cNvSpPr/>
              <p:nvPr/>
            </p:nvSpPr>
            <p:spPr>
              <a:xfrm>
                <a:off x="6438025" y="3733463"/>
                <a:ext cx="1175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470" h="68" extrusionOk="0">
                    <a:moveTo>
                      <a:pt x="470" y="0"/>
                    </a:moveTo>
                    <a:cubicBezTo>
                      <a:pt x="309" y="14"/>
                      <a:pt x="148" y="27"/>
                      <a:pt x="0" y="41"/>
                    </a:cubicBezTo>
                    <a:lnTo>
                      <a:pt x="0" y="67"/>
                    </a:lnTo>
                    <a:cubicBezTo>
                      <a:pt x="40" y="67"/>
                      <a:pt x="81" y="54"/>
                      <a:pt x="108" y="54"/>
                    </a:cubicBezTo>
                    <a:cubicBezTo>
                      <a:pt x="215" y="41"/>
                      <a:pt x="309" y="41"/>
                      <a:pt x="416" y="27"/>
                    </a:cubicBezTo>
                    <a:lnTo>
                      <a:pt x="470" y="27"/>
                    </a:lnTo>
                    <a:cubicBezTo>
                      <a:pt x="470" y="27"/>
                      <a:pt x="470" y="14"/>
                      <a:pt x="4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9"/>
              <p:cNvSpPr/>
              <p:nvPr/>
            </p:nvSpPr>
            <p:spPr>
              <a:xfrm>
                <a:off x="6462150" y="3731113"/>
                <a:ext cx="1847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135" extrusionOk="0">
                    <a:moveTo>
                      <a:pt x="1" y="0"/>
                    </a:moveTo>
                    <a:lnTo>
                      <a:pt x="1" y="27"/>
                    </a:lnTo>
                    <a:cubicBezTo>
                      <a:pt x="14" y="54"/>
                      <a:pt x="14" y="68"/>
                      <a:pt x="14" y="81"/>
                    </a:cubicBezTo>
                    <a:lnTo>
                      <a:pt x="122" y="81"/>
                    </a:lnTo>
                    <a:cubicBezTo>
                      <a:pt x="323" y="81"/>
                      <a:pt x="537" y="108"/>
                      <a:pt x="738" y="135"/>
                    </a:cubicBezTo>
                    <a:lnTo>
                      <a:pt x="738" y="94"/>
                    </a:lnTo>
                    <a:lnTo>
                      <a:pt x="738" y="41"/>
                    </a:lnTo>
                    <a:cubicBezTo>
                      <a:pt x="537" y="14"/>
                      <a:pt x="336" y="0"/>
                      <a:pt x="1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9"/>
              <p:cNvSpPr/>
              <p:nvPr/>
            </p:nvSpPr>
            <p:spPr>
              <a:xfrm>
                <a:off x="6426625" y="3731438"/>
                <a:ext cx="5400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3032" extrusionOk="0">
                    <a:moveTo>
                      <a:pt x="912" y="1"/>
                    </a:moveTo>
                    <a:cubicBezTo>
                      <a:pt x="617" y="28"/>
                      <a:pt x="322" y="55"/>
                      <a:pt x="40" y="108"/>
                    </a:cubicBezTo>
                    <a:lnTo>
                      <a:pt x="0" y="108"/>
                    </a:lnTo>
                    <a:lnTo>
                      <a:pt x="0" y="148"/>
                    </a:lnTo>
                    <a:lnTo>
                      <a:pt x="0" y="162"/>
                    </a:lnTo>
                    <a:cubicBezTo>
                      <a:pt x="0" y="189"/>
                      <a:pt x="0" y="202"/>
                      <a:pt x="0" y="215"/>
                    </a:cubicBezTo>
                    <a:cubicBezTo>
                      <a:pt x="67" y="1074"/>
                      <a:pt x="67" y="1945"/>
                      <a:pt x="0" y="2790"/>
                    </a:cubicBezTo>
                    <a:cubicBezTo>
                      <a:pt x="0" y="2817"/>
                      <a:pt x="0" y="2831"/>
                      <a:pt x="0" y="2844"/>
                    </a:cubicBezTo>
                    <a:lnTo>
                      <a:pt x="0" y="2871"/>
                    </a:lnTo>
                    <a:lnTo>
                      <a:pt x="0" y="2898"/>
                    </a:lnTo>
                    <a:lnTo>
                      <a:pt x="40" y="2911"/>
                    </a:lnTo>
                    <a:cubicBezTo>
                      <a:pt x="483" y="2992"/>
                      <a:pt x="952" y="3032"/>
                      <a:pt x="1422" y="3032"/>
                    </a:cubicBezTo>
                    <a:lnTo>
                      <a:pt x="1543" y="3032"/>
                    </a:lnTo>
                    <a:cubicBezTo>
                      <a:pt x="1744" y="3018"/>
                      <a:pt x="1958" y="3005"/>
                      <a:pt x="2159" y="2978"/>
                    </a:cubicBezTo>
                    <a:lnTo>
                      <a:pt x="2159" y="2924"/>
                    </a:lnTo>
                    <a:lnTo>
                      <a:pt x="2159" y="2898"/>
                    </a:lnTo>
                    <a:cubicBezTo>
                      <a:pt x="1958" y="2924"/>
                      <a:pt x="1744" y="2938"/>
                      <a:pt x="1543" y="2938"/>
                    </a:cubicBezTo>
                    <a:lnTo>
                      <a:pt x="1529" y="2938"/>
                    </a:lnTo>
                    <a:lnTo>
                      <a:pt x="1529" y="2978"/>
                    </a:lnTo>
                    <a:lnTo>
                      <a:pt x="1489" y="2978"/>
                    </a:lnTo>
                    <a:lnTo>
                      <a:pt x="1489" y="2938"/>
                    </a:lnTo>
                    <a:cubicBezTo>
                      <a:pt x="1006" y="2938"/>
                      <a:pt x="537" y="2911"/>
                      <a:pt x="94" y="2831"/>
                    </a:cubicBezTo>
                    <a:lnTo>
                      <a:pt x="94" y="2804"/>
                    </a:lnTo>
                    <a:cubicBezTo>
                      <a:pt x="148" y="1945"/>
                      <a:pt x="148" y="1074"/>
                      <a:pt x="94" y="202"/>
                    </a:cubicBezTo>
                    <a:lnTo>
                      <a:pt x="94" y="175"/>
                    </a:lnTo>
                    <a:cubicBezTo>
                      <a:pt x="201" y="162"/>
                      <a:pt x="309" y="148"/>
                      <a:pt x="416" y="135"/>
                    </a:cubicBezTo>
                    <a:lnTo>
                      <a:pt x="416" y="108"/>
                    </a:lnTo>
                    <a:lnTo>
                      <a:pt x="456" y="108"/>
                    </a:lnTo>
                    <a:lnTo>
                      <a:pt x="456" y="135"/>
                    </a:lnTo>
                    <a:cubicBezTo>
                      <a:pt x="604" y="108"/>
                      <a:pt x="765" y="95"/>
                      <a:pt x="926" y="95"/>
                    </a:cubicBezTo>
                    <a:lnTo>
                      <a:pt x="926" y="55"/>
                    </a:lnTo>
                    <a:lnTo>
                      <a:pt x="9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9"/>
              <p:cNvSpPr/>
              <p:nvPr/>
            </p:nvSpPr>
            <p:spPr>
              <a:xfrm>
                <a:off x="6481275" y="3771013"/>
                <a:ext cx="1025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06" extrusionOk="0">
                    <a:moveTo>
                      <a:pt x="27" y="0"/>
                    </a:moveTo>
                    <a:cubicBezTo>
                      <a:pt x="27" y="269"/>
                      <a:pt x="14" y="537"/>
                      <a:pt x="0" y="805"/>
                    </a:cubicBezTo>
                    <a:lnTo>
                      <a:pt x="27" y="805"/>
                    </a:lnTo>
                    <a:cubicBezTo>
                      <a:pt x="41" y="537"/>
                      <a:pt x="41" y="269"/>
                      <a:pt x="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9"/>
              <p:cNvSpPr/>
              <p:nvPr/>
            </p:nvSpPr>
            <p:spPr>
              <a:xfrm>
                <a:off x="6480600" y="3792138"/>
                <a:ext cx="27175" cy="141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564" extrusionOk="0">
                    <a:moveTo>
                      <a:pt x="27" y="0"/>
                    </a:moveTo>
                    <a:cubicBezTo>
                      <a:pt x="27" y="148"/>
                      <a:pt x="14" y="295"/>
                      <a:pt x="0" y="443"/>
                    </a:cubicBezTo>
                    <a:lnTo>
                      <a:pt x="0" y="470"/>
                    </a:lnTo>
                    <a:lnTo>
                      <a:pt x="0" y="496"/>
                    </a:lnTo>
                    <a:lnTo>
                      <a:pt x="0" y="550"/>
                    </a:lnTo>
                    <a:lnTo>
                      <a:pt x="0" y="564"/>
                    </a:lnTo>
                    <a:lnTo>
                      <a:pt x="81" y="564"/>
                    </a:lnTo>
                    <a:cubicBezTo>
                      <a:pt x="175" y="550"/>
                      <a:pt x="282" y="523"/>
                      <a:pt x="376" y="510"/>
                    </a:cubicBezTo>
                    <a:lnTo>
                      <a:pt x="523" y="483"/>
                    </a:lnTo>
                    <a:cubicBezTo>
                      <a:pt x="604" y="456"/>
                      <a:pt x="684" y="443"/>
                      <a:pt x="778" y="416"/>
                    </a:cubicBezTo>
                    <a:cubicBezTo>
                      <a:pt x="926" y="376"/>
                      <a:pt x="1033" y="255"/>
                      <a:pt x="1087" y="121"/>
                    </a:cubicBezTo>
                    <a:lnTo>
                      <a:pt x="1073" y="108"/>
                    </a:lnTo>
                    <a:cubicBezTo>
                      <a:pt x="1020" y="242"/>
                      <a:pt x="912" y="349"/>
                      <a:pt x="765" y="389"/>
                    </a:cubicBezTo>
                    <a:cubicBezTo>
                      <a:pt x="537" y="456"/>
                      <a:pt x="309" y="510"/>
                      <a:pt x="68" y="537"/>
                    </a:cubicBezTo>
                    <a:lnTo>
                      <a:pt x="14" y="550"/>
                    </a:lnTo>
                    <a:lnTo>
                      <a:pt x="27" y="496"/>
                    </a:lnTo>
                    <a:cubicBezTo>
                      <a:pt x="41" y="322"/>
                      <a:pt x="41" y="161"/>
                      <a:pt x="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9"/>
              <p:cNvSpPr/>
              <p:nvPr/>
            </p:nvSpPr>
            <p:spPr>
              <a:xfrm>
                <a:off x="6480600" y="3731788"/>
                <a:ext cx="27525" cy="62375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2495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0" y="81"/>
                    </a:lnTo>
                    <a:lnTo>
                      <a:pt x="0" y="108"/>
                    </a:lnTo>
                    <a:lnTo>
                      <a:pt x="0" y="134"/>
                    </a:lnTo>
                    <a:cubicBezTo>
                      <a:pt x="27" y="590"/>
                      <a:pt x="54" y="1060"/>
                      <a:pt x="41" y="1529"/>
                    </a:cubicBezTo>
                    <a:lnTo>
                      <a:pt x="68" y="1529"/>
                    </a:lnTo>
                    <a:cubicBezTo>
                      <a:pt x="68" y="1046"/>
                      <a:pt x="54" y="564"/>
                      <a:pt x="14" y="81"/>
                    </a:cubicBezTo>
                    <a:lnTo>
                      <a:pt x="14" y="27"/>
                    </a:lnTo>
                    <a:lnTo>
                      <a:pt x="68" y="27"/>
                    </a:lnTo>
                    <a:cubicBezTo>
                      <a:pt x="295" y="67"/>
                      <a:pt x="537" y="121"/>
                      <a:pt x="751" y="175"/>
                    </a:cubicBezTo>
                    <a:cubicBezTo>
                      <a:pt x="939" y="228"/>
                      <a:pt x="1073" y="403"/>
                      <a:pt x="1073" y="590"/>
                    </a:cubicBezTo>
                    <a:lnTo>
                      <a:pt x="1073" y="617"/>
                    </a:lnTo>
                    <a:cubicBezTo>
                      <a:pt x="1033" y="1194"/>
                      <a:pt x="1033" y="1797"/>
                      <a:pt x="1073" y="2387"/>
                    </a:cubicBezTo>
                    <a:cubicBezTo>
                      <a:pt x="1073" y="2411"/>
                      <a:pt x="1073" y="2446"/>
                      <a:pt x="1073" y="2481"/>
                    </a:cubicBezTo>
                    <a:lnTo>
                      <a:pt x="1087" y="2495"/>
                    </a:lnTo>
                    <a:cubicBezTo>
                      <a:pt x="1100" y="2455"/>
                      <a:pt x="1100" y="2414"/>
                      <a:pt x="1100" y="2374"/>
                    </a:cubicBezTo>
                    <a:cubicBezTo>
                      <a:pt x="1100" y="2347"/>
                      <a:pt x="1100" y="2334"/>
                      <a:pt x="1100" y="2307"/>
                    </a:cubicBezTo>
                    <a:cubicBezTo>
                      <a:pt x="1060" y="1744"/>
                      <a:pt x="1060" y="1167"/>
                      <a:pt x="1100" y="604"/>
                    </a:cubicBezTo>
                    <a:lnTo>
                      <a:pt x="1100" y="577"/>
                    </a:lnTo>
                    <a:lnTo>
                      <a:pt x="1100" y="564"/>
                    </a:lnTo>
                    <a:lnTo>
                      <a:pt x="1100" y="550"/>
                    </a:lnTo>
                    <a:cubicBezTo>
                      <a:pt x="1100" y="550"/>
                      <a:pt x="1100" y="537"/>
                      <a:pt x="1100" y="523"/>
                    </a:cubicBezTo>
                    <a:cubicBezTo>
                      <a:pt x="1100" y="510"/>
                      <a:pt x="1100" y="497"/>
                      <a:pt x="1087" y="483"/>
                    </a:cubicBezTo>
                    <a:cubicBezTo>
                      <a:pt x="1087" y="470"/>
                      <a:pt x="1087" y="470"/>
                      <a:pt x="1087" y="456"/>
                    </a:cubicBezTo>
                    <a:cubicBezTo>
                      <a:pt x="1087" y="443"/>
                      <a:pt x="1087" y="443"/>
                      <a:pt x="1073" y="443"/>
                    </a:cubicBezTo>
                    <a:cubicBezTo>
                      <a:pt x="1073" y="429"/>
                      <a:pt x="1073" y="416"/>
                      <a:pt x="1073" y="416"/>
                    </a:cubicBezTo>
                    <a:cubicBezTo>
                      <a:pt x="1060" y="403"/>
                      <a:pt x="1060" y="389"/>
                      <a:pt x="1060" y="389"/>
                    </a:cubicBezTo>
                    <a:cubicBezTo>
                      <a:pt x="1047" y="376"/>
                      <a:pt x="1033" y="362"/>
                      <a:pt x="1033" y="349"/>
                    </a:cubicBezTo>
                    <a:cubicBezTo>
                      <a:pt x="1033" y="336"/>
                      <a:pt x="1020" y="336"/>
                      <a:pt x="1020" y="322"/>
                    </a:cubicBezTo>
                    <a:cubicBezTo>
                      <a:pt x="1006" y="309"/>
                      <a:pt x="993" y="295"/>
                      <a:pt x="979" y="282"/>
                    </a:cubicBezTo>
                    <a:cubicBezTo>
                      <a:pt x="979" y="282"/>
                      <a:pt x="966" y="269"/>
                      <a:pt x="966" y="269"/>
                    </a:cubicBezTo>
                    <a:cubicBezTo>
                      <a:pt x="953" y="255"/>
                      <a:pt x="939" y="242"/>
                      <a:pt x="926" y="242"/>
                    </a:cubicBezTo>
                    <a:cubicBezTo>
                      <a:pt x="926" y="228"/>
                      <a:pt x="912" y="228"/>
                      <a:pt x="912" y="215"/>
                    </a:cubicBezTo>
                    <a:cubicBezTo>
                      <a:pt x="899" y="215"/>
                      <a:pt x="886" y="201"/>
                      <a:pt x="872" y="201"/>
                    </a:cubicBezTo>
                    <a:cubicBezTo>
                      <a:pt x="859" y="188"/>
                      <a:pt x="845" y="188"/>
                      <a:pt x="845" y="188"/>
                    </a:cubicBezTo>
                    <a:cubicBezTo>
                      <a:pt x="832" y="175"/>
                      <a:pt x="819" y="175"/>
                      <a:pt x="805" y="175"/>
                    </a:cubicBezTo>
                    <a:cubicBezTo>
                      <a:pt x="792" y="161"/>
                      <a:pt x="778" y="161"/>
                      <a:pt x="765" y="161"/>
                    </a:cubicBezTo>
                    <a:cubicBezTo>
                      <a:pt x="711" y="134"/>
                      <a:pt x="644" y="121"/>
                      <a:pt x="591" y="108"/>
                    </a:cubicBezTo>
                    <a:cubicBezTo>
                      <a:pt x="416" y="67"/>
                      <a:pt x="242" y="41"/>
                      <a:pt x="68" y="1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9"/>
              <p:cNvSpPr/>
              <p:nvPr/>
            </p:nvSpPr>
            <p:spPr>
              <a:xfrm>
                <a:off x="6480925" y="3732113"/>
                <a:ext cx="2685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2952" extrusionOk="0">
                    <a:moveTo>
                      <a:pt x="95" y="108"/>
                    </a:moveTo>
                    <a:lnTo>
                      <a:pt x="95" y="108"/>
                    </a:lnTo>
                    <a:cubicBezTo>
                      <a:pt x="309" y="135"/>
                      <a:pt x="524" y="188"/>
                      <a:pt x="725" y="242"/>
                    </a:cubicBezTo>
                    <a:cubicBezTo>
                      <a:pt x="873" y="282"/>
                      <a:pt x="980" y="416"/>
                      <a:pt x="980" y="564"/>
                    </a:cubicBezTo>
                    <a:lnTo>
                      <a:pt x="980" y="577"/>
                    </a:lnTo>
                    <a:cubicBezTo>
                      <a:pt x="940" y="1181"/>
                      <a:pt x="940" y="1771"/>
                      <a:pt x="980" y="2374"/>
                    </a:cubicBezTo>
                    <a:cubicBezTo>
                      <a:pt x="993" y="2522"/>
                      <a:pt x="886" y="2670"/>
                      <a:pt x="725" y="2710"/>
                    </a:cubicBezTo>
                    <a:cubicBezTo>
                      <a:pt x="685" y="2723"/>
                      <a:pt x="645" y="2737"/>
                      <a:pt x="591" y="2750"/>
                    </a:cubicBezTo>
                    <a:lnTo>
                      <a:pt x="591" y="2790"/>
                    </a:lnTo>
                    <a:lnTo>
                      <a:pt x="551" y="2790"/>
                    </a:lnTo>
                    <a:lnTo>
                      <a:pt x="551" y="2750"/>
                    </a:lnTo>
                    <a:cubicBezTo>
                      <a:pt x="403" y="2790"/>
                      <a:pt x="242" y="2830"/>
                      <a:pt x="95" y="2844"/>
                    </a:cubicBezTo>
                    <a:cubicBezTo>
                      <a:pt x="148" y="2093"/>
                      <a:pt x="148" y="1342"/>
                      <a:pt x="122" y="591"/>
                    </a:cubicBezTo>
                    <a:lnTo>
                      <a:pt x="95" y="591"/>
                    </a:lnTo>
                    <a:lnTo>
                      <a:pt x="95" y="551"/>
                    </a:lnTo>
                    <a:lnTo>
                      <a:pt x="122" y="551"/>
                    </a:lnTo>
                    <a:cubicBezTo>
                      <a:pt x="108" y="403"/>
                      <a:pt x="108" y="256"/>
                      <a:pt x="95" y="108"/>
                    </a:cubicBezTo>
                    <a:close/>
                    <a:moveTo>
                      <a:pt x="1" y="1"/>
                    </a:moveTo>
                    <a:lnTo>
                      <a:pt x="14" y="54"/>
                    </a:lnTo>
                    <a:cubicBezTo>
                      <a:pt x="41" y="537"/>
                      <a:pt x="55" y="1020"/>
                      <a:pt x="55" y="1516"/>
                    </a:cubicBezTo>
                    <a:lnTo>
                      <a:pt x="95" y="1516"/>
                    </a:lnTo>
                    <a:lnTo>
                      <a:pt x="95" y="1556"/>
                    </a:lnTo>
                    <a:lnTo>
                      <a:pt x="55" y="1556"/>
                    </a:lnTo>
                    <a:cubicBezTo>
                      <a:pt x="55" y="1825"/>
                      <a:pt x="55" y="2093"/>
                      <a:pt x="41" y="2361"/>
                    </a:cubicBezTo>
                    <a:lnTo>
                      <a:pt x="55" y="2361"/>
                    </a:lnTo>
                    <a:lnTo>
                      <a:pt x="55" y="2401"/>
                    </a:lnTo>
                    <a:lnTo>
                      <a:pt x="41" y="2401"/>
                    </a:lnTo>
                    <a:cubicBezTo>
                      <a:pt x="28" y="2562"/>
                      <a:pt x="14" y="2723"/>
                      <a:pt x="14" y="2897"/>
                    </a:cubicBezTo>
                    <a:lnTo>
                      <a:pt x="1" y="2951"/>
                    </a:lnTo>
                    <a:lnTo>
                      <a:pt x="55" y="2938"/>
                    </a:lnTo>
                    <a:cubicBezTo>
                      <a:pt x="296" y="2911"/>
                      <a:pt x="524" y="2857"/>
                      <a:pt x="752" y="2790"/>
                    </a:cubicBezTo>
                    <a:cubicBezTo>
                      <a:pt x="899" y="2750"/>
                      <a:pt x="1007" y="2643"/>
                      <a:pt x="1047" y="2509"/>
                    </a:cubicBezTo>
                    <a:lnTo>
                      <a:pt x="1034" y="2495"/>
                    </a:lnTo>
                    <a:lnTo>
                      <a:pt x="1060" y="2468"/>
                    </a:lnTo>
                    <a:cubicBezTo>
                      <a:pt x="1060" y="2442"/>
                      <a:pt x="1074" y="2401"/>
                      <a:pt x="1074" y="2361"/>
                    </a:cubicBezTo>
                    <a:cubicBezTo>
                      <a:pt x="1034" y="1771"/>
                      <a:pt x="1034" y="1181"/>
                      <a:pt x="1074" y="591"/>
                    </a:cubicBezTo>
                    <a:lnTo>
                      <a:pt x="1074" y="564"/>
                    </a:lnTo>
                    <a:cubicBezTo>
                      <a:pt x="1074" y="390"/>
                      <a:pt x="940" y="215"/>
                      <a:pt x="752" y="162"/>
                    </a:cubicBezTo>
                    <a:cubicBezTo>
                      <a:pt x="524" y="95"/>
                      <a:pt x="296" y="41"/>
                      <a:pt x="55" y="14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9"/>
              <p:cNvSpPr/>
              <p:nvPr/>
            </p:nvSpPr>
            <p:spPr>
              <a:xfrm>
                <a:off x="6449425" y="3731113"/>
                <a:ext cx="15100" cy="32200"/>
              </a:xfrm>
              <a:custGeom>
                <a:avLst/>
                <a:gdLst/>
                <a:ahLst/>
                <a:cxnLst/>
                <a:rect l="l" t="t" r="r" b="b"/>
                <a:pathLst>
                  <a:path w="604" h="1288" extrusionOk="0">
                    <a:moveTo>
                      <a:pt x="443" y="81"/>
                    </a:moveTo>
                    <a:cubicBezTo>
                      <a:pt x="496" y="456"/>
                      <a:pt x="510" y="819"/>
                      <a:pt x="510" y="1194"/>
                    </a:cubicBezTo>
                    <a:lnTo>
                      <a:pt x="175" y="1194"/>
                    </a:lnTo>
                    <a:cubicBezTo>
                      <a:pt x="175" y="832"/>
                      <a:pt x="161" y="456"/>
                      <a:pt x="108" y="94"/>
                    </a:cubicBezTo>
                    <a:cubicBezTo>
                      <a:pt x="201" y="94"/>
                      <a:pt x="309" y="81"/>
                      <a:pt x="443" y="81"/>
                    </a:cubicBezTo>
                    <a:close/>
                    <a:moveTo>
                      <a:pt x="470" y="0"/>
                    </a:moveTo>
                    <a:cubicBezTo>
                      <a:pt x="309" y="0"/>
                      <a:pt x="175" y="0"/>
                      <a:pt x="54" y="14"/>
                    </a:cubicBezTo>
                    <a:lnTo>
                      <a:pt x="0" y="14"/>
                    </a:lnTo>
                    <a:lnTo>
                      <a:pt x="0" y="27"/>
                    </a:lnTo>
                    <a:lnTo>
                      <a:pt x="14" y="68"/>
                    </a:lnTo>
                    <a:lnTo>
                      <a:pt x="14" y="94"/>
                    </a:lnTo>
                    <a:cubicBezTo>
                      <a:pt x="14" y="108"/>
                      <a:pt x="14" y="108"/>
                      <a:pt x="14" y="121"/>
                    </a:cubicBezTo>
                    <a:cubicBezTo>
                      <a:pt x="67" y="483"/>
                      <a:pt x="94" y="859"/>
                      <a:pt x="94" y="1248"/>
                    </a:cubicBezTo>
                    <a:lnTo>
                      <a:pt x="94" y="1288"/>
                    </a:lnTo>
                    <a:lnTo>
                      <a:pt x="590" y="1288"/>
                    </a:lnTo>
                    <a:lnTo>
                      <a:pt x="590" y="1248"/>
                    </a:lnTo>
                    <a:cubicBezTo>
                      <a:pt x="604" y="859"/>
                      <a:pt x="577" y="483"/>
                      <a:pt x="523" y="108"/>
                    </a:cubicBezTo>
                    <a:cubicBezTo>
                      <a:pt x="523" y="94"/>
                      <a:pt x="523" y="94"/>
                      <a:pt x="523" y="94"/>
                    </a:cubicBezTo>
                    <a:cubicBezTo>
                      <a:pt x="523" y="68"/>
                      <a:pt x="523" y="54"/>
                      <a:pt x="523" y="41"/>
                    </a:cubicBezTo>
                    <a:lnTo>
                      <a:pt x="5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9"/>
              <p:cNvSpPr/>
              <p:nvPr/>
            </p:nvSpPr>
            <p:spPr>
              <a:xfrm>
                <a:off x="6421250" y="3737813"/>
                <a:ext cx="3050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549" extrusionOk="0">
                    <a:moveTo>
                      <a:pt x="1" y="1"/>
                    </a:moveTo>
                    <a:cubicBezTo>
                      <a:pt x="1" y="14"/>
                      <a:pt x="1" y="28"/>
                      <a:pt x="1" y="54"/>
                    </a:cubicBezTo>
                    <a:cubicBezTo>
                      <a:pt x="28" y="390"/>
                      <a:pt x="81" y="1664"/>
                      <a:pt x="14" y="2455"/>
                    </a:cubicBezTo>
                    <a:cubicBezTo>
                      <a:pt x="1" y="2482"/>
                      <a:pt x="1" y="2509"/>
                      <a:pt x="1" y="2535"/>
                    </a:cubicBezTo>
                    <a:lnTo>
                      <a:pt x="41" y="2549"/>
                    </a:lnTo>
                    <a:lnTo>
                      <a:pt x="41" y="2482"/>
                    </a:lnTo>
                    <a:cubicBezTo>
                      <a:pt x="121" y="1677"/>
                      <a:pt x="54" y="323"/>
                      <a:pt x="41" y="14"/>
                    </a:cubicBezTo>
                    <a:lnTo>
                      <a:pt x="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9"/>
              <p:cNvSpPr/>
              <p:nvPr/>
            </p:nvSpPr>
            <p:spPr>
              <a:xfrm>
                <a:off x="6437025" y="3734138"/>
                <a:ext cx="46275" cy="36900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476" extrusionOk="0">
                    <a:moveTo>
                      <a:pt x="0" y="0"/>
                    </a:moveTo>
                    <a:lnTo>
                      <a:pt x="0" y="40"/>
                    </a:lnTo>
                    <a:lnTo>
                      <a:pt x="0" y="1140"/>
                    </a:lnTo>
                    <a:cubicBezTo>
                      <a:pt x="0" y="1328"/>
                      <a:pt x="148" y="1475"/>
                      <a:pt x="349" y="1475"/>
                    </a:cubicBezTo>
                    <a:lnTo>
                      <a:pt x="1851" y="1475"/>
                    </a:lnTo>
                    <a:lnTo>
                      <a:pt x="1851" y="1435"/>
                    </a:lnTo>
                    <a:lnTo>
                      <a:pt x="349" y="1435"/>
                    </a:lnTo>
                    <a:cubicBezTo>
                      <a:pt x="174" y="1435"/>
                      <a:pt x="40" y="1301"/>
                      <a:pt x="40" y="1140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9"/>
              <p:cNvSpPr/>
              <p:nvPr/>
            </p:nvSpPr>
            <p:spPr>
              <a:xfrm>
                <a:off x="6483275" y="3745863"/>
                <a:ext cx="12425" cy="5635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2254" extrusionOk="0">
                    <a:moveTo>
                      <a:pt x="1" y="1"/>
                    </a:moveTo>
                    <a:lnTo>
                      <a:pt x="1" y="41"/>
                    </a:lnTo>
                    <a:lnTo>
                      <a:pt x="309" y="41"/>
                    </a:lnTo>
                    <a:cubicBezTo>
                      <a:pt x="390" y="41"/>
                      <a:pt x="457" y="108"/>
                      <a:pt x="457" y="188"/>
                    </a:cubicBezTo>
                    <a:lnTo>
                      <a:pt x="457" y="2254"/>
                    </a:lnTo>
                    <a:lnTo>
                      <a:pt x="497" y="2254"/>
                    </a:lnTo>
                    <a:lnTo>
                      <a:pt x="497" y="2200"/>
                    </a:lnTo>
                    <a:lnTo>
                      <a:pt x="497" y="188"/>
                    </a:lnTo>
                    <a:cubicBezTo>
                      <a:pt x="497" y="81"/>
                      <a:pt x="416" y="1"/>
                      <a:pt x="3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9"/>
              <p:cNvSpPr/>
              <p:nvPr/>
            </p:nvSpPr>
            <p:spPr>
              <a:xfrm>
                <a:off x="6512775" y="3745538"/>
                <a:ext cx="5725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1918" extrusionOk="0">
                    <a:moveTo>
                      <a:pt x="175" y="0"/>
                    </a:moveTo>
                    <a:lnTo>
                      <a:pt x="175" y="40"/>
                    </a:lnTo>
                    <a:lnTo>
                      <a:pt x="175" y="644"/>
                    </a:lnTo>
                    <a:lnTo>
                      <a:pt x="1" y="644"/>
                    </a:lnTo>
                    <a:lnTo>
                      <a:pt x="1" y="1180"/>
                    </a:lnTo>
                    <a:lnTo>
                      <a:pt x="189" y="1180"/>
                    </a:lnTo>
                    <a:lnTo>
                      <a:pt x="189" y="1851"/>
                    </a:lnTo>
                    <a:lnTo>
                      <a:pt x="189" y="1918"/>
                    </a:lnTo>
                    <a:lnTo>
                      <a:pt x="229" y="1918"/>
                    </a:lnTo>
                    <a:lnTo>
                      <a:pt x="229" y="1837"/>
                    </a:lnTo>
                    <a:lnTo>
                      <a:pt x="229" y="1140"/>
                    </a:lnTo>
                    <a:lnTo>
                      <a:pt x="41" y="1140"/>
                    </a:lnTo>
                    <a:lnTo>
                      <a:pt x="41" y="684"/>
                    </a:lnTo>
                    <a:lnTo>
                      <a:pt x="229" y="684"/>
                    </a:lnTo>
                    <a:lnTo>
                      <a:pt x="229" y="40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9"/>
              <p:cNvSpPr/>
              <p:nvPr/>
            </p:nvSpPr>
            <p:spPr>
              <a:xfrm>
                <a:off x="6530225" y="3755263"/>
                <a:ext cx="21475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1234" extrusionOk="0">
                    <a:moveTo>
                      <a:pt x="0" y="0"/>
                    </a:moveTo>
                    <a:lnTo>
                      <a:pt x="0" y="40"/>
                    </a:lnTo>
                    <a:lnTo>
                      <a:pt x="54" y="40"/>
                    </a:lnTo>
                    <a:lnTo>
                      <a:pt x="818" y="67"/>
                    </a:lnTo>
                    <a:lnTo>
                      <a:pt x="818" y="1180"/>
                    </a:lnTo>
                    <a:lnTo>
                      <a:pt x="818" y="1234"/>
                    </a:lnTo>
                    <a:lnTo>
                      <a:pt x="859" y="1234"/>
                    </a:lnTo>
                    <a:lnTo>
                      <a:pt x="859" y="1167"/>
                    </a:lnTo>
                    <a:lnTo>
                      <a:pt x="859" y="27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9"/>
              <p:cNvSpPr/>
              <p:nvPr/>
            </p:nvSpPr>
            <p:spPr>
              <a:xfrm>
                <a:off x="6463825" y="3791138"/>
                <a:ext cx="18475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591" extrusionOk="0">
                    <a:moveTo>
                      <a:pt x="175" y="0"/>
                    </a:moveTo>
                    <a:cubicBezTo>
                      <a:pt x="81" y="0"/>
                      <a:pt x="1" y="67"/>
                      <a:pt x="1" y="174"/>
                    </a:cubicBezTo>
                    <a:lnTo>
                      <a:pt x="1" y="590"/>
                    </a:lnTo>
                    <a:lnTo>
                      <a:pt x="41" y="590"/>
                    </a:lnTo>
                    <a:lnTo>
                      <a:pt x="41" y="174"/>
                    </a:lnTo>
                    <a:cubicBezTo>
                      <a:pt x="41" y="94"/>
                      <a:pt x="108" y="40"/>
                      <a:pt x="175" y="40"/>
                    </a:cubicBezTo>
                    <a:lnTo>
                      <a:pt x="739" y="40"/>
                    </a:lnTo>
                    <a:lnTo>
                      <a:pt x="73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9"/>
              <p:cNvSpPr/>
              <p:nvPr/>
            </p:nvSpPr>
            <p:spPr>
              <a:xfrm>
                <a:off x="6702550" y="3771338"/>
                <a:ext cx="26175" cy="39250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1570" extrusionOk="0">
                    <a:moveTo>
                      <a:pt x="1" y="1"/>
                    </a:moveTo>
                    <a:cubicBezTo>
                      <a:pt x="14" y="28"/>
                      <a:pt x="14" y="54"/>
                      <a:pt x="14" y="95"/>
                    </a:cubicBezTo>
                    <a:lnTo>
                      <a:pt x="14" y="135"/>
                    </a:lnTo>
                    <a:cubicBezTo>
                      <a:pt x="269" y="135"/>
                      <a:pt x="537" y="135"/>
                      <a:pt x="792" y="162"/>
                    </a:cubicBezTo>
                    <a:cubicBezTo>
                      <a:pt x="859" y="175"/>
                      <a:pt x="913" y="215"/>
                      <a:pt x="913" y="282"/>
                    </a:cubicBezTo>
                    <a:lnTo>
                      <a:pt x="913" y="1288"/>
                    </a:lnTo>
                    <a:cubicBezTo>
                      <a:pt x="913" y="1342"/>
                      <a:pt x="886" y="1382"/>
                      <a:pt x="832" y="1396"/>
                    </a:cubicBezTo>
                    <a:lnTo>
                      <a:pt x="832" y="1463"/>
                    </a:lnTo>
                    <a:lnTo>
                      <a:pt x="778" y="1463"/>
                    </a:lnTo>
                    <a:lnTo>
                      <a:pt x="778" y="1409"/>
                    </a:lnTo>
                    <a:cubicBezTo>
                      <a:pt x="524" y="1436"/>
                      <a:pt x="269" y="1449"/>
                      <a:pt x="14" y="1449"/>
                    </a:cubicBezTo>
                    <a:lnTo>
                      <a:pt x="14" y="1489"/>
                    </a:lnTo>
                    <a:cubicBezTo>
                      <a:pt x="14" y="1516"/>
                      <a:pt x="14" y="1543"/>
                      <a:pt x="1" y="1570"/>
                    </a:cubicBezTo>
                    <a:lnTo>
                      <a:pt x="14" y="1570"/>
                    </a:lnTo>
                    <a:cubicBezTo>
                      <a:pt x="269" y="1570"/>
                      <a:pt x="537" y="1556"/>
                      <a:pt x="805" y="1530"/>
                    </a:cubicBezTo>
                    <a:cubicBezTo>
                      <a:pt x="939" y="1530"/>
                      <a:pt x="1047" y="1422"/>
                      <a:pt x="1047" y="1288"/>
                    </a:cubicBezTo>
                    <a:lnTo>
                      <a:pt x="1047" y="282"/>
                    </a:lnTo>
                    <a:cubicBezTo>
                      <a:pt x="1047" y="162"/>
                      <a:pt x="939" y="54"/>
                      <a:pt x="805" y="41"/>
                    </a:cubicBezTo>
                    <a:cubicBezTo>
                      <a:pt x="537" y="14"/>
                      <a:pt x="269" y="1"/>
                      <a:pt x="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9"/>
              <p:cNvSpPr/>
              <p:nvPr/>
            </p:nvSpPr>
            <p:spPr>
              <a:xfrm>
                <a:off x="6678750" y="3764638"/>
                <a:ext cx="24150" cy="52675"/>
              </a:xfrm>
              <a:custGeom>
                <a:avLst/>
                <a:gdLst/>
                <a:ahLst/>
                <a:cxnLst/>
                <a:rect l="l" t="t" r="r" b="b"/>
                <a:pathLst>
                  <a:path w="966" h="2107" extrusionOk="0">
                    <a:moveTo>
                      <a:pt x="14" y="1"/>
                    </a:moveTo>
                    <a:cubicBezTo>
                      <a:pt x="14" y="1"/>
                      <a:pt x="14" y="14"/>
                      <a:pt x="14" y="14"/>
                    </a:cubicBezTo>
                    <a:cubicBezTo>
                      <a:pt x="14" y="27"/>
                      <a:pt x="14" y="41"/>
                      <a:pt x="14" y="41"/>
                    </a:cubicBezTo>
                    <a:lnTo>
                      <a:pt x="27" y="54"/>
                    </a:lnTo>
                    <a:cubicBezTo>
                      <a:pt x="27" y="68"/>
                      <a:pt x="27" y="68"/>
                      <a:pt x="27" y="81"/>
                    </a:cubicBezTo>
                    <a:cubicBezTo>
                      <a:pt x="27" y="94"/>
                      <a:pt x="27" y="108"/>
                      <a:pt x="27" y="121"/>
                    </a:cubicBezTo>
                    <a:lnTo>
                      <a:pt x="27" y="135"/>
                    </a:lnTo>
                    <a:cubicBezTo>
                      <a:pt x="161" y="135"/>
                      <a:pt x="282" y="148"/>
                      <a:pt x="403" y="148"/>
                    </a:cubicBezTo>
                    <a:lnTo>
                      <a:pt x="403" y="121"/>
                    </a:lnTo>
                    <a:lnTo>
                      <a:pt x="443" y="121"/>
                    </a:lnTo>
                    <a:lnTo>
                      <a:pt x="443" y="162"/>
                    </a:lnTo>
                    <a:cubicBezTo>
                      <a:pt x="510" y="162"/>
                      <a:pt x="577" y="162"/>
                      <a:pt x="631" y="175"/>
                    </a:cubicBezTo>
                    <a:cubicBezTo>
                      <a:pt x="751" y="175"/>
                      <a:pt x="832" y="255"/>
                      <a:pt x="832" y="363"/>
                    </a:cubicBezTo>
                    <a:lnTo>
                      <a:pt x="832" y="1757"/>
                    </a:lnTo>
                    <a:cubicBezTo>
                      <a:pt x="832" y="1851"/>
                      <a:pt x="751" y="1945"/>
                      <a:pt x="631" y="1945"/>
                    </a:cubicBezTo>
                    <a:cubicBezTo>
                      <a:pt x="577" y="1959"/>
                      <a:pt x="510" y="1959"/>
                      <a:pt x="443" y="1959"/>
                    </a:cubicBezTo>
                    <a:lnTo>
                      <a:pt x="443" y="2026"/>
                    </a:lnTo>
                    <a:lnTo>
                      <a:pt x="403" y="2026"/>
                    </a:lnTo>
                    <a:lnTo>
                      <a:pt x="403" y="1959"/>
                    </a:lnTo>
                    <a:cubicBezTo>
                      <a:pt x="282" y="1972"/>
                      <a:pt x="161" y="1985"/>
                      <a:pt x="27" y="1985"/>
                    </a:cubicBezTo>
                    <a:cubicBezTo>
                      <a:pt x="27" y="1999"/>
                      <a:pt x="27" y="2026"/>
                      <a:pt x="27" y="2039"/>
                    </a:cubicBezTo>
                    <a:cubicBezTo>
                      <a:pt x="14" y="2066"/>
                      <a:pt x="14" y="2093"/>
                      <a:pt x="0" y="2106"/>
                    </a:cubicBezTo>
                    <a:cubicBezTo>
                      <a:pt x="215" y="2106"/>
                      <a:pt x="430" y="2093"/>
                      <a:pt x="644" y="2079"/>
                    </a:cubicBezTo>
                    <a:cubicBezTo>
                      <a:pt x="792" y="2066"/>
                      <a:pt x="912" y="1972"/>
                      <a:pt x="953" y="1838"/>
                    </a:cubicBezTo>
                    <a:cubicBezTo>
                      <a:pt x="953" y="1811"/>
                      <a:pt x="966" y="1784"/>
                      <a:pt x="966" y="1757"/>
                    </a:cubicBezTo>
                    <a:lnTo>
                      <a:pt x="966" y="550"/>
                    </a:lnTo>
                    <a:lnTo>
                      <a:pt x="912" y="550"/>
                    </a:lnTo>
                    <a:lnTo>
                      <a:pt x="912" y="510"/>
                    </a:lnTo>
                    <a:lnTo>
                      <a:pt x="966" y="510"/>
                    </a:lnTo>
                    <a:lnTo>
                      <a:pt x="966" y="363"/>
                    </a:lnTo>
                    <a:cubicBezTo>
                      <a:pt x="966" y="322"/>
                      <a:pt x="953" y="296"/>
                      <a:pt x="953" y="269"/>
                    </a:cubicBezTo>
                    <a:cubicBezTo>
                      <a:pt x="912" y="148"/>
                      <a:pt x="792" y="54"/>
                      <a:pt x="644" y="41"/>
                    </a:cubicBezTo>
                    <a:cubicBezTo>
                      <a:pt x="443" y="27"/>
                      <a:pt x="228" y="14"/>
                      <a:pt x="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9"/>
              <p:cNvSpPr/>
              <p:nvPr/>
            </p:nvSpPr>
            <p:spPr>
              <a:xfrm>
                <a:off x="6618400" y="3746188"/>
                <a:ext cx="3375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83" extrusionOk="0">
                    <a:moveTo>
                      <a:pt x="0" y="1"/>
                    </a:moveTo>
                    <a:lnTo>
                      <a:pt x="0" y="283"/>
                    </a:lnTo>
                    <a:cubicBezTo>
                      <a:pt x="14" y="283"/>
                      <a:pt x="27" y="283"/>
                      <a:pt x="41" y="269"/>
                    </a:cubicBezTo>
                    <a:lnTo>
                      <a:pt x="135" y="269"/>
                    </a:lnTo>
                    <a:lnTo>
                      <a:pt x="135" y="1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9"/>
              <p:cNvSpPr/>
              <p:nvPr/>
            </p:nvSpPr>
            <p:spPr>
              <a:xfrm>
                <a:off x="6633475" y="3747888"/>
                <a:ext cx="3375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88" extrusionOk="0">
                    <a:moveTo>
                      <a:pt x="1" y="0"/>
                    </a:moveTo>
                    <a:lnTo>
                      <a:pt x="1" y="188"/>
                    </a:lnTo>
                    <a:lnTo>
                      <a:pt x="135" y="188"/>
                    </a:lnTo>
                    <a:lnTo>
                      <a:pt x="135" y="2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9"/>
              <p:cNvSpPr/>
              <p:nvPr/>
            </p:nvSpPr>
            <p:spPr>
              <a:xfrm>
                <a:off x="6676725" y="3761288"/>
                <a:ext cx="70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" y="0"/>
                      <a:pt x="9" y="3"/>
                      <a:pt x="12" y="6"/>
                    </a:cubicBezTo>
                    <a:lnTo>
                      <a:pt x="12" y="6"/>
                    </a:lnTo>
                    <a:cubicBezTo>
                      <a:pt x="9" y="2"/>
                      <a:pt x="6" y="0"/>
                      <a:pt x="1" y="0"/>
                    </a:cubicBezTo>
                    <a:close/>
                    <a:moveTo>
                      <a:pt x="12" y="6"/>
                    </a:moveTo>
                    <a:lnTo>
                      <a:pt x="12" y="6"/>
                    </a:lnTo>
                    <a:cubicBezTo>
                      <a:pt x="16" y="11"/>
                      <a:pt x="20" y="19"/>
                      <a:pt x="28" y="27"/>
                    </a:cubicBezTo>
                    <a:cubicBezTo>
                      <a:pt x="28" y="27"/>
                      <a:pt x="21" y="14"/>
                      <a:pt x="12" y="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9"/>
              <p:cNvSpPr/>
              <p:nvPr/>
            </p:nvSpPr>
            <p:spPr>
              <a:xfrm>
                <a:off x="6595600" y="3755913"/>
                <a:ext cx="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4" h="1" extrusionOk="0">
                    <a:moveTo>
                      <a:pt x="14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9"/>
              <p:cNvSpPr/>
              <p:nvPr/>
            </p:nvSpPr>
            <p:spPr>
              <a:xfrm>
                <a:off x="6588900" y="3757263"/>
                <a:ext cx="3700" cy="3725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49" extrusionOk="0">
                    <a:moveTo>
                      <a:pt x="148" y="1"/>
                    </a:moveTo>
                    <a:cubicBezTo>
                      <a:pt x="148" y="1"/>
                      <a:pt x="148" y="1"/>
                      <a:pt x="148" y="1"/>
                    </a:cubicBezTo>
                    <a:cubicBezTo>
                      <a:pt x="148" y="1"/>
                      <a:pt x="148" y="1"/>
                      <a:pt x="148" y="1"/>
                    </a:cubicBezTo>
                    <a:cubicBezTo>
                      <a:pt x="81" y="41"/>
                      <a:pt x="40" y="81"/>
                      <a:pt x="0" y="148"/>
                    </a:cubicBezTo>
                    <a:cubicBezTo>
                      <a:pt x="40" y="81"/>
                      <a:pt x="81" y="41"/>
                      <a:pt x="1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9"/>
              <p:cNvSpPr/>
              <p:nvPr/>
            </p:nvSpPr>
            <p:spPr>
              <a:xfrm>
                <a:off x="6677750" y="3762638"/>
                <a:ext cx="675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27" extrusionOk="0">
                    <a:moveTo>
                      <a:pt x="27" y="27"/>
                    </a:moveTo>
                    <a:lnTo>
                      <a:pt x="27" y="27"/>
                    </a:lnTo>
                    <a:cubicBezTo>
                      <a:pt x="14" y="14"/>
                      <a:pt x="14" y="0"/>
                      <a:pt x="0" y="0"/>
                    </a:cubicBezTo>
                    <a:lnTo>
                      <a:pt x="0" y="0"/>
                    </a:lnTo>
                    <a:cubicBezTo>
                      <a:pt x="14" y="0"/>
                      <a:pt x="14" y="14"/>
                      <a:pt x="27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9"/>
              <p:cNvSpPr/>
              <p:nvPr/>
            </p:nvSpPr>
            <p:spPr>
              <a:xfrm>
                <a:off x="6608675" y="3753588"/>
                <a:ext cx="4050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7" extrusionOk="0">
                    <a:moveTo>
                      <a:pt x="0" y="27"/>
                    </a:moveTo>
                    <a:cubicBezTo>
                      <a:pt x="54" y="13"/>
                      <a:pt x="108" y="13"/>
                      <a:pt x="161" y="0"/>
                    </a:cubicBezTo>
                    <a:cubicBezTo>
                      <a:pt x="108" y="13"/>
                      <a:pt x="54" y="13"/>
                      <a:pt x="0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9"/>
              <p:cNvSpPr/>
              <p:nvPr/>
            </p:nvSpPr>
            <p:spPr>
              <a:xfrm>
                <a:off x="6595925" y="3754913"/>
                <a:ext cx="5725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229" h="41" extrusionOk="0">
                    <a:moveTo>
                      <a:pt x="229" y="1"/>
                    </a:moveTo>
                    <a:lnTo>
                      <a:pt x="229" y="1"/>
                    </a:lnTo>
                    <a:cubicBezTo>
                      <a:pt x="148" y="14"/>
                      <a:pt x="81" y="27"/>
                      <a:pt x="1" y="41"/>
                    </a:cubicBezTo>
                    <a:lnTo>
                      <a:pt x="122" y="27"/>
                    </a:lnTo>
                    <a:cubicBezTo>
                      <a:pt x="162" y="14"/>
                      <a:pt x="189" y="14"/>
                      <a:pt x="2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9"/>
              <p:cNvSpPr/>
              <p:nvPr/>
            </p:nvSpPr>
            <p:spPr>
              <a:xfrm>
                <a:off x="6678750" y="3763963"/>
                <a:ext cx="350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14" h="41" extrusionOk="0">
                    <a:moveTo>
                      <a:pt x="0" y="1"/>
                    </a:moveTo>
                    <a:cubicBezTo>
                      <a:pt x="0" y="13"/>
                      <a:pt x="0" y="25"/>
                      <a:pt x="10" y="27"/>
                    </a:cubicBezTo>
                    <a:lnTo>
                      <a:pt x="10" y="27"/>
                    </a:lnTo>
                    <a:cubicBezTo>
                      <a:pt x="6" y="18"/>
                      <a:pt x="0" y="10"/>
                      <a:pt x="0" y="1"/>
                    </a:cubicBezTo>
                    <a:close/>
                    <a:moveTo>
                      <a:pt x="10" y="27"/>
                    </a:moveTo>
                    <a:cubicBezTo>
                      <a:pt x="12" y="32"/>
                      <a:pt x="14" y="36"/>
                      <a:pt x="14" y="41"/>
                    </a:cubicBezTo>
                    <a:cubicBezTo>
                      <a:pt x="14" y="41"/>
                      <a:pt x="14" y="28"/>
                      <a:pt x="14" y="28"/>
                    </a:cubicBezTo>
                    <a:cubicBezTo>
                      <a:pt x="12" y="28"/>
                      <a:pt x="11" y="27"/>
                      <a:pt x="10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9"/>
              <p:cNvSpPr/>
              <p:nvPr/>
            </p:nvSpPr>
            <p:spPr>
              <a:xfrm>
                <a:off x="6660300" y="3754913"/>
                <a:ext cx="23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8" extrusionOk="0">
                    <a:moveTo>
                      <a:pt x="1" y="1"/>
                    </a:moveTo>
                    <a:cubicBezTo>
                      <a:pt x="28" y="14"/>
                      <a:pt x="54" y="14"/>
                      <a:pt x="95" y="27"/>
                    </a:cubicBezTo>
                    <a:cubicBezTo>
                      <a:pt x="68" y="14"/>
                      <a:pt x="28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9"/>
              <p:cNvSpPr/>
              <p:nvPr/>
            </p:nvSpPr>
            <p:spPr>
              <a:xfrm>
                <a:off x="6633825" y="3828688"/>
                <a:ext cx="16125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7" extrusionOk="0">
                    <a:moveTo>
                      <a:pt x="0" y="27"/>
                    </a:moveTo>
                    <a:lnTo>
                      <a:pt x="0" y="27"/>
                    </a:lnTo>
                    <a:lnTo>
                      <a:pt x="121" y="27"/>
                    </a:lnTo>
                    <a:cubicBezTo>
                      <a:pt x="295" y="27"/>
                      <a:pt x="470" y="13"/>
                      <a:pt x="644" y="0"/>
                    </a:cubicBezTo>
                    <a:cubicBezTo>
                      <a:pt x="470" y="13"/>
                      <a:pt x="295" y="27"/>
                      <a:pt x="121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9"/>
              <p:cNvSpPr/>
              <p:nvPr/>
            </p:nvSpPr>
            <p:spPr>
              <a:xfrm>
                <a:off x="6615375" y="3828688"/>
                <a:ext cx="472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4" extrusionOk="0">
                    <a:moveTo>
                      <a:pt x="188" y="13"/>
                    </a:moveTo>
                    <a:cubicBezTo>
                      <a:pt x="121" y="13"/>
                      <a:pt x="68" y="13"/>
                      <a:pt x="1" y="0"/>
                    </a:cubicBezTo>
                    <a:cubicBezTo>
                      <a:pt x="68" y="13"/>
                      <a:pt x="121" y="13"/>
                      <a:pt x="188" y="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9"/>
              <p:cNvSpPr/>
              <p:nvPr/>
            </p:nvSpPr>
            <p:spPr>
              <a:xfrm>
                <a:off x="6590225" y="3822988"/>
                <a:ext cx="2375" cy="2025"/>
              </a:xfrm>
              <a:custGeom>
                <a:avLst/>
                <a:gdLst/>
                <a:ahLst/>
                <a:cxnLst/>
                <a:rect l="l" t="t" r="r" b="b"/>
                <a:pathLst>
                  <a:path w="95" h="81" extrusionOk="0">
                    <a:moveTo>
                      <a:pt x="1" y="0"/>
                    </a:moveTo>
                    <a:cubicBezTo>
                      <a:pt x="28" y="27"/>
                      <a:pt x="68" y="54"/>
                      <a:pt x="95" y="81"/>
                    </a:cubicBezTo>
                    <a:cubicBezTo>
                      <a:pt x="81" y="67"/>
                      <a:pt x="68" y="54"/>
                      <a:pt x="55" y="40"/>
                    </a:cubicBezTo>
                    <a:cubicBezTo>
                      <a:pt x="41" y="27"/>
                      <a:pt x="14" y="14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9"/>
              <p:cNvSpPr/>
              <p:nvPr/>
            </p:nvSpPr>
            <p:spPr>
              <a:xfrm>
                <a:off x="6624775" y="3829338"/>
                <a:ext cx="7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" extrusionOk="0">
                    <a:moveTo>
                      <a:pt x="282" y="1"/>
                    </a:moveTo>
                    <a:cubicBezTo>
                      <a:pt x="188" y="1"/>
                      <a:pt x="94" y="1"/>
                      <a:pt x="0" y="1"/>
                    </a:cubicBezTo>
                    <a:cubicBezTo>
                      <a:pt x="94" y="1"/>
                      <a:pt x="175" y="1"/>
                      <a:pt x="2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9"/>
              <p:cNvSpPr/>
              <p:nvPr/>
            </p:nvSpPr>
            <p:spPr>
              <a:xfrm>
                <a:off x="6653925" y="3828013"/>
                <a:ext cx="7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" h="1" extrusionOk="0">
                    <a:moveTo>
                      <a:pt x="28" y="0"/>
                    </a:moveTo>
                    <a:cubicBezTo>
                      <a:pt x="28" y="0"/>
                      <a:pt x="14" y="0"/>
                      <a:pt x="1" y="0"/>
                    </a:cubicBezTo>
                    <a:cubicBezTo>
                      <a:pt x="14" y="0"/>
                      <a:pt x="14" y="0"/>
                      <a:pt x="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9"/>
              <p:cNvSpPr/>
              <p:nvPr/>
            </p:nvSpPr>
            <p:spPr>
              <a:xfrm>
                <a:off x="6606325" y="3827663"/>
                <a:ext cx="472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8" extrusionOk="0">
                    <a:moveTo>
                      <a:pt x="1" y="1"/>
                    </a:moveTo>
                    <a:cubicBezTo>
                      <a:pt x="34" y="8"/>
                      <a:pt x="64" y="11"/>
                      <a:pt x="94" y="14"/>
                    </a:cubicBezTo>
                    <a:lnTo>
                      <a:pt x="94" y="14"/>
                    </a:lnTo>
                    <a:lnTo>
                      <a:pt x="1" y="1"/>
                    </a:lnTo>
                    <a:close/>
                    <a:moveTo>
                      <a:pt x="94" y="14"/>
                    </a:moveTo>
                    <a:lnTo>
                      <a:pt x="188" y="28"/>
                    </a:lnTo>
                    <a:cubicBezTo>
                      <a:pt x="155" y="21"/>
                      <a:pt x="125" y="18"/>
                      <a:pt x="94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9"/>
              <p:cNvSpPr/>
              <p:nvPr/>
            </p:nvSpPr>
            <p:spPr>
              <a:xfrm>
                <a:off x="6588550" y="3820963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1"/>
                    </a:moveTo>
                    <a:cubicBezTo>
                      <a:pt x="14" y="27"/>
                      <a:pt x="41" y="41"/>
                      <a:pt x="54" y="68"/>
                    </a:cubicBezTo>
                    <a:cubicBezTo>
                      <a:pt x="41" y="41"/>
                      <a:pt x="14" y="27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9"/>
              <p:cNvSpPr/>
              <p:nvPr/>
            </p:nvSpPr>
            <p:spPr>
              <a:xfrm>
                <a:off x="6674400" y="3815613"/>
                <a:ext cx="505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96" extrusionOk="0">
                    <a:moveTo>
                      <a:pt x="201" y="0"/>
                    </a:moveTo>
                    <a:lnTo>
                      <a:pt x="201" y="0"/>
                    </a:lnTo>
                    <a:cubicBezTo>
                      <a:pt x="188" y="62"/>
                      <a:pt x="163" y="120"/>
                      <a:pt x="129" y="171"/>
                    </a:cubicBezTo>
                    <a:lnTo>
                      <a:pt x="129" y="171"/>
                    </a:lnTo>
                    <a:cubicBezTo>
                      <a:pt x="152" y="139"/>
                      <a:pt x="172" y="104"/>
                      <a:pt x="188" y="67"/>
                    </a:cubicBezTo>
                    <a:cubicBezTo>
                      <a:pt x="188" y="54"/>
                      <a:pt x="201" y="27"/>
                      <a:pt x="201" y="0"/>
                    </a:cubicBezTo>
                    <a:close/>
                    <a:moveTo>
                      <a:pt x="129" y="171"/>
                    </a:moveTo>
                    <a:lnTo>
                      <a:pt x="129" y="171"/>
                    </a:lnTo>
                    <a:cubicBezTo>
                      <a:pt x="93" y="220"/>
                      <a:pt x="49" y="263"/>
                      <a:pt x="0" y="295"/>
                    </a:cubicBezTo>
                    <a:cubicBezTo>
                      <a:pt x="53" y="262"/>
                      <a:pt x="95" y="220"/>
                      <a:pt x="129" y="1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9"/>
              <p:cNvSpPr/>
              <p:nvPr/>
            </p:nvSpPr>
            <p:spPr>
              <a:xfrm>
                <a:off x="6595925" y="3825988"/>
                <a:ext cx="6400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256" h="42" extrusionOk="0">
                    <a:moveTo>
                      <a:pt x="1" y="1"/>
                    </a:moveTo>
                    <a:lnTo>
                      <a:pt x="122" y="28"/>
                    </a:lnTo>
                    <a:cubicBezTo>
                      <a:pt x="162" y="28"/>
                      <a:pt x="202" y="41"/>
                      <a:pt x="256" y="41"/>
                    </a:cubicBezTo>
                    <a:cubicBezTo>
                      <a:pt x="162" y="28"/>
                      <a:pt x="81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9"/>
              <p:cNvSpPr/>
              <p:nvPr/>
            </p:nvSpPr>
            <p:spPr>
              <a:xfrm>
                <a:off x="6587550" y="3818288"/>
                <a:ext cx="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68" extrusionOk="0">
                    <a:moveTo>
                      <a:pt x="1" y="0"/>
                    </a:moveTo>
                    <a:cubicBezTo>
                      <a:pt x="14" y="27"/>
                      <a:pt x="14" y="54"/>
                      <a:pt x="27" y="67"/>
                    </a:cubicBezTo>
                    <a:cubicBezTo>
                      <a:pt x="14" y="54"/>
                      <a:pt x="14" y="27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9"/>
              <p:cNvSpPr/>
              <p:nvPr/>
            </p:nvSpPr>
            <p:spPr>
              <a:xfrm>
                <a:off x="6587225" y="3766663"/>
                <a:ext cx="1025" cy="50650"/>
              </a:xfrm>
              <a:custGeom>
                <a:avLst/>
                <a:gdLst/>
                <a:ahLst/>
                <a:cxnLst/>
                <a:rect l="l" t="t" r="r" b="b"/>
                <a:pathLst>
                  <a:path w="41" h="2026" extrusionOk="0">
                    <a:moveTo>
                      <a:pt x="0" y="0"/>
                    </a:moveTo>
                    <a:cubicBezTo>
                      <a:pt x="27" y="322"/>
                      <a:pt x="40" y="647"/>
                      <a:pt x="40" y="972"/>
                    </a:cubicBezTo>
                    <a:lnTo>
                      <a:pt x="40" y="925"/>
                    </a:lnTo>
                    <a:cubicBezTo>
                      <a:pt x="40" y="617"/>
                      <a:pt x="27" y="309"/>
                      <a:pt x="0" y="0"/>
                    </a:cubicBezTo>
                    <a:close/>
                    <a:moveTo>
                      <a:pt x="40" y="973"/>
                    </a:moveTo>
                    <a:cubicBezTo>
                      <a:pt x="40" y="1298"/>
                      <a:pt x="27" y="1623"/>
                      <a:pt x="0" y="1945"/>
                    </a:cubicBezTo>
                    <a:cubicBezTo>
                      <a:pt x="0" y="1949"/>
                      <a:pt x="0" y="1953"/>
                      <a:pt x="0" y="1957"/>
                    </a:cubicBezTo>
                    <a:lnTo>
                      <a:pt x="0" y="1957"/>
                    </a:lnTo>
                    <a:cubicBezTo>
                      <a:pt x="27" y="1676"/>
                      <a:pt x="40" y="1381"/>
                      <a:pt x="40" y="1100"/>
                    </a:cubicBezTo>
                    <a:lnTo>
                      <a:pt x="40" y="973"/>
                    </a:lnTo>
                    <a:close/>
                    <a:moveTo>
                      <a:pt x="0" y="1957"/>
                    </a:moveTo>
                    <a:cubicBezTo>
                      <a:pt x="0" y="1958"/>
                      <a:pt x="0" y="1958"/>
                      <a:pt x="0" y="1958"/>
                    </a:cubicBezTo>
                    <a:lnTo>
                      <a:pt x="0" y="1971"/>
                    </a:lnTo>
                    <a:cubicBezTo>
                      <a:pt x="0" y="1998"/>
                      <a:pt x="0" y="2012"/>
                      <a:pt x="14" y="2025"/>
                    </a:cubicBezTo>
                    <a:cubicBezTo>
                      <a:pt x="2" y="2003"/>
                      <a:pt x="1" y="1980"/>
                      <a:pt x="0" y="195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9"/>
              <p:cNvSpPr/>
              <p:nvPr/>
            </p:nvSpPr>
            <p:spPr>
              <a:xfrm>
                <a:off x="6679425" y="3765988"/>
                <a:ext cx="2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4"/>
                      <a:pt x="0" y="14"/>
                      <a:pt x="0" y="27"/>
                    </a:cubicBezTo>
                    <a:lnTo>
                      <a:pt x="0" y="27"/>
                    </a:lnTo>
                    <a:cubicBezTo>
                      <a:pt x="0" y="14"/>
                      <a:pt x="0" y="14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9"/>
              <p:cNvSpPr/>
              <p:nvPr/>
            </p:nvSpPr>
            <p:spPr>
              <a:xfrm>
                <a:off x="6679425" y="3767663"/>
                <a:ext cx="3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4" h="28" extrusionOk="0">
                    <a:moveTo>
                      <a:pt x="0" y="0"/>
                    </a:moveTo>
                    <a:cubicBezTo>
                      <a:pt x="0" y="0"/>
                      <a:pt x="14" y="14"/>
                      <a:pt x="14" y="27"/>
                    </a:cubicBez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9"/>
              <p:cNvSpPr/>
              <p:nvPr/>
            </p:nvSpPr>
            <p:spPr>
              <a:xfrm>
                <a:off x="6619400" y="3752563"/>
                <a:ext cx="472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189" h="15" extrusionOk="0">
                    <a:moveTo>
                      <a:pt x="188" y="1"/>
                    </a:moveTo>
                    <a:cubicBezTo>
                      <a:pt x="135" y="14"/>
                      <a:pt x="68" y="14"/>
                      <a:pt x="1" y="14"/>
                    </a:cubicBezTo>
                    <a:lnTo>
                      <a:pt x="188" y="14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9"/>
              <p:cNvSpPr/>
              <p:nvPr/>
            </p:nvSpPr>
            <p:spPr>
              <a:xfrm>
                <a:off x="6629125" y="3752563"/>
                <a:ext cx="22825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42" extrusionOk="0">
                    <a:moveTo>
                      <a:pt x="309" y="1"/>
                    </a:moveTo>
                    <a:cubicBezTo>
                      <a:pt x="510" y="1"/>
                      <a:pt x="711" y="14"/>
                      <a:pt x="913" y="41"/>
                    </a:cubicBezTo>
                    <a:lnTo>
                      <a:pt x="913" y="41"/>
                    </a:lnTo>
                    <a:cubicBezTo>
                      <a:pt x="711" y="14"/>
                      <a:pt x="510" y="1"/>
                      <a:pt x="309" y="1"/>
                    </a:cubicBezTo>
                    <a:lnTo>
                      <a:pt x="309" y="1"/>
                    </a:lnTo>
                    <a:lnTo>
                      <a:pt x="175" y="1"/>
                    </a:lnTo>
                    <a:lnTo>
                      <a:pt x="148" y="1"/>
                    </a:lnTo>
                    <a:cubicBezTo>
                      <a:pt x="94" y="1"/>
                      <a:pt x="54" y="1"/>
                      <a:pt x="1" y="1"/>
                    </a:cubicBezTo>
                    <a:cubicBezTo>
                      <a:pt x="108" y="1"/>
                      <a:pt x="202" y="1"/>
                      <a:pt x="3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9"/>
              <p:cNvSpPr/>
              <p:nvPr/>
            </p:nvSpPr>
            <p:spPr>
              <a:xfrm>
                <a:off x="6596275" y="3758938"/>
                <a:ext cx="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4" h="1" extrusionOk="0">
                    <a:moveTo>
                      <a:pt x="0" y="1"/>
                    </a:move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9"/>
              <p:cNvSpPr/>
              <p:nvPr/>
            </p:nvSpPr>
            <p:spPr>
              <a:xfrm>
                <a:off x="6590425" y="3762963"/>
                <a:ext cx="85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5" extrusionOk="0">
                    <a:moveTo>
                      <a:pt x="33" y="1"/>
                    </a:moveTo>
                    <a:cubicBezTo>
                      <a:pt x="13" y="31"/>
                      <a:pt x="0" y="61"/>
                      <a:pt x="1" y="97"/>
                    </a:cubicBezTo>
                    <a:lnTo>
                      <a:pt x="1" y="97"/>
                    </a:lnTo>
                    <a:cubicBezTo>
                      <a:pt x="2" y="65"/>
                      <a:pt x="14" y="29"/>
                      <a:pt x="33" y="1"/>
                    </a:cubicBezTo>
                    <a:close/>
                    <a:moveTo>
                      <a:pt x="1" y="97"/>
                    </a:moveTo>
                    <a:cubicBezTo>
                      <a:pt x="1" y="110"/>
                      <a:pt x="2" y="123"/>
                      <a:pt x="6" y="135"/>
                    </a:cubicBezTo>
                    <a:cubicBezTo>
                      <a:pt x="3" y="121"/>
                      <a:pt x="1" y="109"/>
                      <a:pt x="1" y="9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>
                <a:off x="6601300" y="3757263"/>
                <a:ext cx="7075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283" h="41" extrusionOk="0">
                    <a:moveTo>
                      <a:pt x="282" y="1"/>
                    </a:moveTo>
                    <a:lnTo>
                      <a:pt x="282" y="1"/>
                    </a:lnTo>
                    <a:cubicBezTo>
                      <a:pt x="188" y="14"/>
                      <a:pt x="94" y="27"/>
                      <a:pt x="0" y="41"/>
                    </a:cubicBezTo>
                    <a:cubicBezTo>
                      <a:pt x="94" y="27"/>
                      <a:pt x="188" y="14"/>
                      <a:pt x="2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9"/>
              <p:cNvSpPr/>
              <p:nvPr/>
            </p:nvSpPr>
            <p:spPr>
              <a:xfrm>
                <a:off x="6612375" y="3756263"/>
                <a:ext cx="740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8" extrusionOk="0">
                    <a:moveTo>
                      <a:pt x="0" y="27"/>
                    </a:moveTo>
                    <a:cubicBezTo>
                      <a:pt x="94" y="14"/>
                      <a:pt x="201" y="0"/>
                      <a:pt x="295" y="0"/>
                    </a:cubicBezTo>
                    <a:cubicBezTo>
                      <a:pt x="201" y="0"/>
                      <a:pt x="94" y="14"/>
                      <a:pt x="0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9"/>
              <p:cNvSpPr/>
              <p:nvPr/>
            </p:nvSpPr>
            <p:spPr>
              <a:xfrm>
                <a:off x="6591575" y="3819288"/>
                <a:ext cx="10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41" h="68" extrusionOk="0">
                    <a:moveTo>
                      <a:pt x="41" y="68"/>
                    </a:moveTo>
                    <a:cubicBezTo>
                      <a:pt x="27" y="41"/>
                      <a:pt x="14" y="27"/>
                      <a:pt x="1" y="1"/>
                    </a:cubicBezTo>
                    <a:cubicBezTo>
                      <a:pt x="14" y="27"/>
                      <a:pt x="27" y="41"/>
                      <a:pt x="41" y="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9"/>
              <p:cNvSpPr/>
              <p:nvPr/>
            </p:nvSpPr>
            <p:spPr>
              <a:xfrm>
                <a:off x="6590225" y="3815613"/>
                <a:ext cx="137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48" extrusionOk="0">
                    <a:moveTo>
                      <a:pt x="14" y="0"/>
                    </a:moveTo>
                    <a:lnTo>
                      <a:pt x="14" y="0"/>
                    </a:lnTo>
                    <a:cubicBezTo>
                      <a:pt x="1" y="54"/>
                      <a:pt x="28" y="107"/>
                      <a:pt x="55" y="148"/>
                    </a:cubicBezTo>
                    <a:cubicBezTo>
                      <a:pt x="28" y="107"/>
                      <a:pt x="14" y="54"/>
                      <a:pt x="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9"/>
              <p:cNvSpPr/>
              <p:nvPr/>
            </p:nvSpPr>
            <p:spPr>
              <a:xfrm>
                <a:off x="6595600" y="3822638"/>
                <a:ext cx="700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28" h="15" extrusionOk="0">
                    <a:moveTo>
                      <a:pt x="27" y="14"/>
                    </a:moveTo>
                    <a:lnTo>
                      <a:pt x="27" y="14"/>
                    </a:lnTo>
                    <a:cubicBezTo>
                      <a:pt x="27" y="14"/>
                      <a:pt x="14" y="1"/>
                      <a:pt x="0" y="1"/>
                    </a:cubicBezTo>
                    <a:cubicBezTo>
                      <a:pt x="14" y="1"/>
                      <a:pt x="27" y="14"/>
                      <a:pt x="27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9"/>
              <p:cNvSpPr/>
              <p:nvPr/>
            </p:nvSpPr>
            <p:spPr>
              <a:xfrm>
                <a:off x="6625450" y="3826338"/>
                <a:ext cx="40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" extrusionOk="0">
                    <a:moveTo>
                      <a:pt x="0" y="0"/>
                    </a:moveTo>
                    <a:cubicBezTo>
                      <a:pt x="54" y="0"/>
                      <a:pt x="107" y="0"/>
                      <a:pt x="161" y="0"/>
                    </a:cubicBezTo>
                    <a:cubicBezTo>
                      <a:pt x="107" y="0"/>
                      <a:pt x="5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9"/>
              <p:cNvSpPr/>
              <p:nvPr/>
            </p:nvSpPr>
            <p:spPr>
              <a:xfrm>
                <a:off x="6613025" y="3825313"/>
                <a:ext cx="740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8" extrusionOk="0">
                    <a:moveTo>
                      <a:pt x="1" y="1"/>
                    </a:moveTo>
                    <a:cubicBezTo>
                      <a:pt x="95" y="1"/>
                      <a:pt x="189" y="14"/>
                      <a:pt x="296" y="28"/>
                    </a:cubicBezTo>
                    <a:cubicBezTo>
                      <a:pt x="189" y="14"/>
                      <a:pt x="95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9"/>
              <p:cNvSpPr/>
              <p:nvPr/>
            </p:nvSpPr>
            <p:spPr>
              <a:xfrm>
                <a:off x="6590575" y="3769338"/>
                <a:ext cx="10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41" h="1811" extrusionOk="0">
                    <a:moveTo>
                      <a:pt x="0" y="0"/>
                    </a:moveTo>
                    <a:cubicBezTo>
                      <a:pt x="41" y="604"/>
                      <a:pt x="41" y="1207"/>
                      <a:pt x="0" y="1811"/>
                    </a:cubicBezTo>
                    <a:cubicBezTo>
                      <a:pt x="41" y="1207"/>
                      <a:pt x="41" y="604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9"/>
              <p:cNvSpPr/>
              <p:nvPr/>
            </p:nvSpPr>
            <p:spPr>
              <a:xfrm>
                <a:off x="6603650" y="3823988"/>
                <a:ext cx="33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8" extrusionOk="0">
                    <a:moveTo>
                      <a:pt x="0" y="0"/>
                    </a:moveTo>
                    <a:cubicBezTo>
                      <a:pt x="41" y="14"/>
                      <a:pt x="94" y="14"/>
                      <a:pt x="134" y="27"/>
                    </a:cubicBezTo>
                    <a:cubicBezTo>
                      <a:pt x="94" y="14"/>
                      <a:pt x="41" y="14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9"/>
              <p:cNvSpPr/>
              <p:nvPr/>
            </p:nvSpPr>
            <p:spPr>
              <a:xfrm>
                <a:off x="6676075" y="3760288"/>
                <a:ext cx="6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8" extrusionOk="0">
                    <a:moveTo>
                      <a:pt x="0" y="0"/>
                    </a:moveTo>
                    <a:cubicBezTo>
                      <a:pt x="0" y="0"/>
                      <a:pt x="7" y="14"/>
                      <a:pt x="16" y="22"/>
                    </a:cubicBezTo>
                    <a:lnTo>
                      <a:pt x="16" y="22"/>
                    </a:lnTo>
                    <a:cubicBezTo>
                      <a:pt x="12" y="17"/>
                      <a:pt x="8" y="8"/>
                      <a:pt x="0" y="0"/>
                    </a:cubicBezTo>
                    <a:close/>
                    <a:moveTo>
                      <a:pt x="16" y="22"/>
                    </a:moveTo>
                    <a:cubicBezTo>
                      <a:pt x="19" y="25"/>
                      <a:pt x="22" y="27"/>
                      <a:pt x="27" y="27"/>
                    </a:cubicBezTo>
                    <a:cubicBezTo>
                      <a:pt x="23" y="27"/>
                      <a:pt x="19" y="25"/>
                      <a:pt x="16" y="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9"/>
              <p:cNvSpPr/>
              <p:nvPr/>
            </p:nvSpPr>
            <p:spPr>
              <a:xfrm>
                <a:off x="6674725" y="3759288"/>
                <a:ext cx="700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4" extrusionOk="0">
                    <a:moveTo>
                      <a:pt x="0" y="0"/>
                    </a:moveTo>
                    <a:cubicBezTo>
                      <a:pt x="0" y="0"/>
                      <a:pt x="14" y="13"/>
                      <a:pt x="27" y="13"/>
                    </a:cubicBezTo>
                    <a:cubicBezTo>
                      <a:pt x="14" y="1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9"/>
              <p:cNvSpPr/>
              <p:nvPr/>
            </p:nvSpPr>
            <p:spPr>
              <a:xfrm>
                <a:off x="6670025" y="3757263"/>
                <a:ext cx="137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4" extrusionOk="0">
                    <a:moveTo>
                      <a:pt x="1" y="1"/>
                    </a:moveTo>
                    <a:cubicBezTo>
                      <a:pt x="11" y="1"/>
                      <a:pt x="22" y="9"/>
                      <a:pt x="39" y="12"/>
                    </a:cubicBezTo>
                    <a:lnTo>
                      <a:pt x="39" y="12"/>
                    </a:lnTo>
                    <a:cubicBezTo>
                      <a:pt x="27" y="1"/>
                      <a:pt x="14" y="1"/>
                      <a:pt x="1" y="1"/>
                    </a:cubicBezTo>
                    <a:close/>
                    <a:moveTo>
                      <a:pt x="39" y="12"/>
                    </a:moveTo>
                    <a:lnTo>
                      <a:pt x="39" y="12"/>
                    </a:lnTo>
                    <a:cubicBezTo>
                      <a:pt x="40" y="13"/>
                      <a:pt x="40" y="13"/>
                      <a:pt x="41" y="14"/>
                    </a:cubicBezTo>
                    <a:lnTo>
                      <a:pt x="54" y="14"/>
                    </a:lnTo>
                    <a:cubicBezTo>
                      <a:pt x="49" y="14"/>
                      <a:pt x="44" y="13"/>
                      <a:pt x="39" y="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9"/>
              <p:cNvSpPr/>
              <p:nvPr/>
            </p:nvSpPr>
            <p:spPr>
              <a:xfrm>
                <a:off x="6673050" y="3758263"/>
                <a:ext cx="700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28" h="15" extrusionOk="0">
                    <a:moveTo>
                      <a:pt x="0" y="1"/>
                    </a:moveTo>
                    <a:cubicBezTo>
                      <a:pt x="0" y="1"/>
                      <a:pt x="14" y="14"/>
                      <a:pt x="27" y="14"/>
                    </a:cubicBezTo>
                    <a:cubicBezTo>
                      <a:pt x="14" y="14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9"/>
              <p:cNvSpPr/>
              <p:nvPr/>
            </p:nvSpPr>
            <p:spPr>
              <a:xfrm>
                <a:off x="6663325" y="3813263"/>
                <a:ext cx="16400" cy="1310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524" extrusionOk="0">
                    <a:moveTo>
                      <a:pt x="644" y="0"/>
                    </a:moveTo>
                    <a:cubicBezTo>
                      <a:pt x="645" y="11"/>
                      <a:pt x="645" y="23"/>
                      <a:pt x="645" y="34"/>
                    </a:cubicBezTo>
                    <a:lnTo>
                      <a:pt x="645" y="34"/>
                    </a:lnTo>
                    <a:cubicBezTo>
                      <a:pt x="648" y="23"/>
                      <a:pt x="656" y="11"/>
                      <a:pt x="644" y="0"/>
                    </a:cubicBezTo>
                    <a:close/>
                    <a:moveTo>
                      <a:pt x="645" y="34"/>
                    </a:moveTo>
                    <a:cubicBezTo>
                      <a:pt x="645" y="36"/>
                      <a:pt x="644" y="38"/>
                      <a:pt x="644" y="40"/>
                    </a:cubicBezTo>
                    <a:cubicBezTo>
                      <a:pt x="644" y="44"/>
                      <a:pt x="644" y="48"/>
                      <a:pt x="644" y="52"/>
                    </a:cubicBezTo>
                    <a:lnTo>
                      <a:pt x="644" y="52"/>
                    </a:lnTo>
                    <a:cubicBezTo>
                      <a:pt x="645" y="46"/>
                      <a:pt x="645" y="40"/>
                      <a:pt x="645" y="34"/>
                    </a:cubicBezTo>
                    <a:close/>
                    <a:moveTo>
                      <a:pt x="644" y="52"/>
                    </a:moveTo>
                    <a:cubicBezTo>
                      <a:pt x="634" y="200"/>
                      <a:pt x="536" y="348"/>
                      <a:pt x="385" y="416"/>
                    </a:cubicBezTo>
                    <a:lnTo>
                      <a:pt x="385" y="416"/>
                    </a:lnTo>
                    <a:cubicBezTo>
                      <a:pt x="408" y="407"/>
                      <a:pt x="429" y="398"/>
                      <a:pt x="456" y="389"/>
                    </a:cubicBezTo>
                    <a:cubicBezTo>
                      <a:pt x="550" y="309"/>
                      <a:pt x="617" y="215"/>
                      <a:pt x="644" y="94"/>
                    </a:cubicBezTo>
                    <a:cubicBezTo>
                      <a:pt x="644" y="84"/>
                      <a:pt x="644" y="66"/>
                      <a:pt x="644" y="52"/>
                    </a:cubicBezTo>
                    <a:close/>
                    <a:moveTo>
                      <a:pt x="385" y="416"/>
                    </a:moveTo>
                    <a:lnTo>
                      <a:pt x="385" y="416"/>
                    </a:lnTo>
                    <a:cubicBezTo>
                      <a:pt x="374" y="421"/>
                      <a:pt x="362" y="425"/>
                      <a:pt x="349" y="429"/>
                    </a:cubicBezTo>
                    <a:cubicBezTo>
                      <a:pt x="340" y="429"/>
                      <a:pt x="332" y="435"/>
                      <a:pt x="323" y="439"/>
                    </a:cubicBezTo>
                    <a:lnTo>
                      <a:pt x="323" y="439"/>
                    </a:lnTo>
                    <a:cubicBezTo>
                      <a:pt x="344" y="433"/>
                      <a:pt x="365" y="425"/>
                      <a:pt x="385" y="416"/>
                    </a:cubicBezTo>
                    <a:close/>
                    <a:moveTo>
                      <a:pt x="323" y="439"/>
                    </a:moveTo>
                    <a:lnTo>
                      <a:pt x="323" y="439"/>
                    </a:lnTo>
                    <a:cubicBezTo>
                      <a:pt x="318" y="440"/>
                      <a:pt x="314" y="442"/>
                      <a:pt x="309" y="443"/>
                    </a:cubicBezTo>
                    <a:cubicBezTo>
                      <a:pt x="314" y="443"/>
                      <a:pt x="318" y="441"/>
                      <a:pt x="323" y="439"/>
                    </a:cubicBezTo>
                    <a:close/>
                    <a:moveTo>
                      <a:pt x="309" y="443"/>
                    </a:moveTo>
                    <a:lnTo>
                      <a:pt x="309" y="443"/>
                    </a:lnTo>
                    <a:cubicBezTo>
                      <a:pt x="278" y="452"/>
                      <a:pt x="246" y="460"/>
                      <a:pt x="212" y="469"/>
                    </a:cubicBezTo>
                    <a:lnTo>
                      <a:pt x="212" y="469"/>
                    </a:lnTo>
                    <a:cubicBezTo>
                      <a:pt x="249" y="467"/>
                      <a:pt x="284" y="455"/>
                      <a:pt x="309" y="443"/>
                    </a:cubicBezTo>
                    <a:close/>
                    <a:moveTo>
                      <a:pt x="212" y="469"/>
                    </a:moveTo>
                    <a:cubicBezTo>
                      <a:pt x="209" y="469"/>
                      <a:pt x="205" y="470"/>
                      <a:pt x="202" y="470"/>
                    </a:cubicBezTo>
                    <a:cubicBezTo>
                      <a:pt x="195" y="472"/>
                      <a:pt x="188" y="475"/>
                      <a:pt x="181" y="478"/>
                    </a:cubicBezTo>
                    <a:lnTo>
                      <a:pt x="181" y="478"/>
                    </a:lnTo>
                    <a:cubicBezTo>
                      <a:pt x="191" y="475"/>
                      <a:pt x="202" y="472"/>
                      <a:pt x="212" y="469"/>
                    </a:cubicBezTo>
                    <a:close/>
                    <a:moveTo>
                      <a:pt x="181" y="478"/>
                    </a:moveTo>
                    <a:lnTo>
                      <a:pt x="181" y="478"/>
                    </a:lnTo>
                    <a:cubicBezTo>
                      <a:pt x="122" y="493"/>
                      <a:pt x="61" y="508"/>
                      <a:pt x="0" y="523"/>
                    </a:cubicBezTo>
                    <a:cubicBezTo>
                      <a:pt x="61" y="511"/>
                      <a:pt x="121" y="499"/>
                      <a:pt x="181" y="47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9"/>
              <p:cNvSpPr/>
              <p:nvPr/>
            </p:nvSpPr>
            <p:spPr>
              <a:xfrm>
                <a:off x="6678750" y="3768988"/>
                <a:ext cx="1025" cy="41600"/>
              </a:xfrm>
              <a:custGeom>
                <a:avLst/>
                <a:gdLst/>
                <a:ahLst/>
                <a:cxnLst/>
                <a:rect l="l" t="t" r="r" b="b"/>
                <a:pathLst>
                  <a:path w="41" h="1664" extrusionOk="0">
                    <a:moveTo>
                      <a:pt x="41" y="1"/>
                    </a:moveTo>
                    <a:lnTo>
                      <a:pt x="41" y="1"/>
                    </a:lnTo>
                    <a:lnTo>
                      <a:pt x="41" y="1"/>
                    </a:lnTo>
                    <a:cubicBezTo>
                      <a:pt x="0" y="551"/>
                      <a:pt x="0" y="1114"/>
                      <a:pt x="27" y="1664"/>
                    </a:cubicBezTo>
                    <a:cubicBezTo>
                      <a:pt x="0" y="1114"/>
                      <a:pt x="0" y="551"/>
                      <a:pt x="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9"/>
              <p:cNvSpPr/>
              <p:nvPr/>
            </p:nvSpPr>
            <p:spPr>
              <a:xfrm>
                <a:off x="6679075" y="3764963"/>
                <a:ext cx="3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2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4"/>
                      <a:pt x="1" y="28"/>
                      <a:pt x="14" y="28"/>
                    </a:cubicBezTo>
                    <a:lnTo>
                      <a:pt x="14" y="28"/>
                    </a:lnTo>
                    <a:cubicBezTo>
                      <a:pt x="1" y="28"/>
                      <a:pt x="1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9"/>
              <p:cNvSpPr/>
              <p:nvPr/>
            </p:nvSpPr>
            <p:spPr>
              <a:xfrm>
                <a:off x="6679425" y="3766663"/>
                <a:ext cx="25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3"/>
                      <a:pt x="0" y="27"/>
                      <a:pt x="0" y="40"/>
                    </a:cubicBezTo>
                    <a:lnTo>
                      <a:pt x="0" y="40"/>
                    </a:lnTo>
                    <a:cubicBezTo>
                      <a:pt x="0" y="27"/>
                      <a:pt x="0" y="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9"/>
              <p:cNvSpPr/>
              <p:nvPr/>
            </p:nvSpPr>
            <p:spPr>
              <a:xfrm>
                <a:off x="6636175" y="3824988"/>
                <a:ext cx="16100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82" extrusionOk="0">
                    <a:moveTo>
                      <a:pt x="644" y="1"/>
                    </a:moveTo>
                    <a:cubicBezTo>
                      <a:pt x="429" y="27"/>
                      <a:pt x="228" y="54"/>
                      <a:pt x="14" y="54"/>
                    </a:cubicBezTo>
                    <a:lnTo>
                      <a:pt x="0" y="54"/>
                    </a:lnTo>
                    <a:lnTo>
                      <a:pt x="0" y="81"/>
                    </a:lnTo>
                    <a:lnTo>
                      <a:pt x="27" y="81"/>
                    </a:lnTo>
                    <a:cubicBezTo>
                      <a:pt x="228" y="68"/>
                      <a:pt x="429" y="54"/>
                      <a:pt x="644" y="27"/>
                    </a:cubicBezTo>
                    <a:lnTo>
                      <a:pt x="64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9"/>
              <p:cNvSpPr/>
              <p:nvPr/>
            </p:nvSpPr>
            <p:spPr>
              <a:xfrm>
                <a:off x="6678400" y="3763288"/>
                <a:ext cx="3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28" extrusionOk="0">
                    <a:moveTo>
                      <a:pt x="1" y="1"/>
                    </a:moveTo>
                    <a:cubicBezTo>
                      <a:pt x="1" y="14"/>
                      <a:pt x="1" y="28"/>
                      <a:pt x="14" y="28"/>
                    </a:cubicBezTo>
                    <a:cubicBezTo>
                      <a:pt x="14" y="28"/>
                      <a:pt x="1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9"/>
              <p:cNvSpPr/>
              <p:nvPr/>
            </p:nvSpPr>
            <p:spPr>
              <a:xfrm>
                <a:off x="6677400" y="3761963"/>
                <a:ext cx="3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28" extrusionOk="0">
                    <a:moveTo>
                      <a:pt x="14" y="27"/>
                    </a:moveTo>
                    <a:lnTo>
                      <a:pt x="14" y="27"/>
                    </a:lnTo>
                    <a:cubicBezTo>
                      <a:pt x="14" y="14"/>
                      <a:pt x="1" y="0"/>
                      <a:pt x="1" y="0"/>
                    </a:cubicBezTo>
                    <a:lnTo>
                      <a:pt x="1" y="0"/>
                    </a:lnTo>
                    <a:cubicBezTo>
                      <a:pt x="1" y="0"/>
                      <a:pt x="14" y="14"/>
                      <a:pt x="14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9"/>
              <p:cNvSpPr/>
              <p:nvPr/>
            </p:nvSpPr>
            <p:spPr>
              <a:xfrm>
                <a:off x="6587225" y="3752563"/>
                <a:ext cx="64725" cy="76800"/>
              </a:xfrm>
              <a:custGeom>
                <a:avLst/>
                <a:gdLst/>
                <a:ahLst/>
                <a:cxnLst/>
                <a:rect l="l" t="t" r="r" b="b"/>
                <a:pathLst>
                  <a:path w="2589" h="3072" extrusionOk="0">
                    <a:moveTo>
                      <a:pt x="1489" y="1"/>
                    </a:moveTo>
                    <a:cubicBezTo>
                      <a:pt x="1422" y="14"/>
                      <a:pt x="1355" y="14"/>
                      <a:pt x="1288" y="14"/>
                    </a:cubicBezTo>
                    <a:lnTo>
                      <a:pt x="1247" y="14"/>
                    </a:lnTo>
                    <a:cubicBezTo>
                      <a:pt x="1180" y="28"/>
                      <a:pt x="1100" y="28"/>
                      <a:pt x="1019" y="41"/>
                    </a:cubicBezTo>
                    <a:cubicBezTo>
                      <a:pt x="966" y="41"/>
                      <a:pt x="912" y="54"/>
                      <a:pt x="858" y="54"/>
                    </a:cubicBezTo>
                    <a:cubicBezTo>
                      <a:pt x="765" y="68"/>
                      <a:pt x="671" y="81"/>
                      <a:pt x="577" y="95"/>
                    </a:cubicBezTo>
                    <a:cubicBezTo>
                      <a:pt x="496" y="108"/>
                      <a:pt x="429" y="121"/>
                      <a:pt x="349" y="135"/>
                    </a:cubicBezTo>
                    <a:cubicBezTo>
                      <a:pt x="295" y="148"/>
                      <a:pt x="255" y="162"/>
                      <a:pt x="228" y="175"/>
                    </a:cubicBezTo>
                    <a:cubicBezTo>
                      <a:pt x="228" y="175"/>
                      <a:pt x="215" y="175"/>
                      <a:pt x="215" y="189"/>
                    </a:cubicBezTo>
                    <a:cubicBezTo>
                      <a:pt x="148" y="215"/>
                      <a:pt x="107" y="269"/>
                      <a:pt x="67" y="323"/>
                    </a:cubicBezTo>
                    <a:cubicBezTo>
                      <a:pt x="27" y="403"/>
                      <a:pt x="0" y="484"/>
                      <a:pt x="0" y="564"/>
                    </a:cubicBezTo>
                    <a:cubicBezTo>
                      <a:pt x="54" y="1208"/>
                      <a:pt x="54" y="1865"/>
                      <a:pt x="0" y="2509"/>
                    </a:cubicBezTo>
                    <a:cubicBezTo>
                      <a:pt x="0" y="2535"/>
                      <a:pt x="14" y="2562"/>
                      <a:pt x="14" y="2589"/>
                    </a:cubicBezTo>
                    <a:cubicBezTo>
                      <a:pt x="14" y="2603"/>
                      <a:pt x="14" y="2616"/>
                      <a:pt x="14" y="2629"/>
                    </a:cubicBezTo>
                    <a:cubicBezTo>
                      <a:pt x="27" y="2656"/>
                      <a:pt x="27" y="2670"/>
                      <a:pt x="40" y="2696"/>
                    </a:cubicBezTo>
                    <a:cubicBezTo>
                      <a:pt x="54" y="2710"/>
                      <a:pt x="54" y="2723"/>
                      <a:pt x="54" y="2737"/>
                    </a:cubicBezTo>
                    <a:cubicBezTo>
                      <a:pt x="67" y="2750"/>
                      <a:pt x="94" y="2777"/>
                      <a:pt x="107" y="2804"/>
                    </a:cubicBezTo>
                    <a:lnTo>
                      <a:pt x="121" y="2817"/>
                    </a:lnTo>
                    <a:cubicBezTo>
                      <a:pt x="148" y="2844"/>
                      <a:pt x="188" y="2871"/>
                      <a:pt x="215" y="2884"/>
                    </a:cubicBezTo>
                    <a:cubicBezTo>
                      <a:pt x="215" y="2884"/>
                      <a:pt x="228" y="2898"/>
                      <a:pt x="228" y="2898"/>
                    </a:cubicBezTo>
                    <a:lnTo>
                      <a:pt x="242" y="2898"/>
                    </a:lnTo>
                    <a:cubicBezTo>
                      <a:pt x="282" y="2924"/>
                      <a:pt x="309" y="2924"/>
                      <a:pt x="349" y="2938"/>
                    </a:cubicBezTo>
                    <a:cubicBezTo>
                      <a:pt x="429" y="2951"/>
                      <a:pt x="510" y="2965"/>
                      <a:pt x="604" y="2978"/>
                    </a:cubicBezTo>
                    <a:cubicBezTo>
                      <a:pt x="657" y="2991"/>
                      <a:pt x="711" y="2991"/>
                      <a:pt x="765" y="3005"/>
                    </a:cubicBezTo>
                    <a:cubicBezTo>
                      <a:pt x="832" y="3018"/>
                      <a:pt x="885" y="3018"/>
                      <a:pt x="952" y="3018"/>
                    </a:cubicBezTo>
                    <a:cubicBezTo>
                      <a:pt x="1006" y="3032"/>
                      <a:pt x="1073" y="3032"/>
                      <a:pt x="1140" y="3045"/>
                    </a:cubicBezTo>
                    <a:cubicBezTo>
                      <a:pt x="1194" y="3045"/>
                      <a:pt x="1261" y="3058"/>
                      <a:pt x="1314" y="3058"/>
                    </a:cubicBezTo>
                    <a:cubicBezTo>
                      <a:pt x="1382" y="3058"/>
                      <a:pt x="1435" y="3058"/>
                      <a:pt x="1502" y="3072"/>
                    </a:cubicBezTo>
                    <a:lnTo>
                      <a:pt x="1985" y="3072"/>
                    </a:lnTo>
                    <a:cubicBezTo>
                      <a:pt x="2159" y="3072"/>
                      <a:pt x="2334" y="3058"/>
                      <a:pt x="2508" y="3045"/>
                    </a:cubicBezTo>
                    <a:cubicBezTo>
                      <a:pt x="2535" y="3032"/>
                      <a:pt x="2562" y="3032"/>
                      <a:pt x="2589" y="3032"/>
                    </a:cubicBezTo>
                    <a:lnTo>
                      <a:pt x="2589" y="3005"/>
                    </a:lnTo>
                    <a:cubicBezTo>
                      <a:pt x="2387" y="3032"/>
                      <a:pt x="2186" y="3058"/>
                      <a:pt x="1972" y="3058"/>
                    </a:cubicBezTo>
                    <a:lnTo>
                      <a:pt x="1864" y="3058"/>
                    </a:lnTo>
                    <a:cubicBezTo>
                      <a:pt x="1382" y="3058"/>
                      <a:pt x="926" y="3018"/>
                      <a:pt x="470" y="2938"/>
                    </a:cubicBezTo>
                    <a:lnTo>
                      <a:pt x="429" y="2938"/>
                    </a:lnTo>
                    <a:lnTo>
                      <a:pt x="429" y="2898"/>
                    </a:lnTo>
                    <a:lnTo>
                      <a:pt x="429" y="2871"/>
                    </a:lnTo>
                    <a:cubicBezTo>
                      <a:pt x="429" y="2857"/>
                      <a:pt x="429" y="2844"/>
                      <a:pt x="443" y="2831"/>
                    </a:cubicBezTo>
                    <a:cubicBezTo>
                      <a:pt x="416" y="2817"/>
                      <a:pt x="389" y="2817"/>
                      <a:pt x="362" y="2817"/>
                    </a:cubicBezTo>
                    <a:cubicBezTo>
                      <a:pt x="362" y="2817"/>
                      <a:pt x="349" y="2804"/>
                      <a:pt x="335" y="2804"/>
                    </a:cubicBezTo>
                    <a:cubicBezTo>
                      <a:pt x="322" y="2804"/>
                      <a:pt x="295" y="2790"/>
                      <a:pt x="282" y="2777"/>
                    </a:cubicBezTo>
                    <a:lnTo>
                      <a:pt x="268" y="2777"/>
                    </a:lnTo>
                    <a:cubicBezTo>
                      <a:pt x="268" y="2790"/>
                      <a:pt x="268" y="2817"/>
                      <a:pt x="255" y="2831"/>
                    </a:cubicBezTo>
                    <a:lnTo>
                      <a:pt x="215" y="2831"/>
                    </a:lnTo>
                    <a:cubicBezTo>
                      <a:pt x="228" y="2804"/>
                      <a:pt x="228" y="2763"/>
                      <a:pt x="228" y="2737"/>
                    </a:cubicBezTo>
                    <a:lnTo>
                      <a:pt x="215" y="2737"/>
                    </a:lnTo>
                    <a:cubicBezTo>
                      <a:pt x="201" y="2710"/>
                      <a:pt x="188" y="2696"/>
                      <a:pt x="175" y="2670"/>
                    </a:cubicBezTo>
                    <a:cubicBezTo>
                      <a:pt x="148" y="2629"/>
                      <a:pt x="134" y="2576"/>
                      <a:pt x="134" y="2522"/>
                    </a:cubicBezTo>
                    <a:cubicBezTo>
                      <a:pt x="134" y="2509"/>
                      <a:pt x="134" y="2495"/>
                      <a:pt x="134" y="2482"/>
                    </a:cubicBezTo>
                    <a:cubicBezTo>
                      <a:pt x="175" y="1878"/>
                      <a:pt x="175" y="1275"/>
                      <a:pt x="134" y="671"/>
                    </a:cubicBezTo>
                    <a:cubicBezTo>
                      <a:pt x="134" y="631"/>
                      <a:pt x="134" y="591"/>
                      <a:pt x="134" y="551"/>
                    </a:cubicBezTo>
                    <a:cubicBezTo>
                      <a:pt x="134" y="510"/>
                      <a:pt x="148" y="457"/>
                      <a:pt x="161" y="417"/>
                    </a:cubicBezTo>
                    <a:cubicBezTo>
                      <a:pt x="175" y="390"/>
                      <a:pt x="201" y="363"/>
                      <a:pt x="228" y="336"/>
                    </a:cubicBezTo>
                    <a:cubicBezTo>
                      <a:pt x="228" y="323"/>
                      <a:pt x="228" y="309"/>
                      <a:pt x="228" y="296"/>
                    </a:cubicBezTo>
                    <a:lnTo>
                      <a:pt x="268" y="296"/>
                    </a:lnTo>
                    <a:lnTo>
                      <a:pt x="268" y="309"/>
                    </a:lnTo>
                    <a:cubicBezTo>
                      <a:pt x="268" y="309"/>
                      <a:pt x="282" y="296"/>
                      <a:pt x="282" y="296"/>
                    </a:cubicBezTo>
                    <a:cubicBezTo>
                      <a:pt x="309" y="282"/>
                      <a:pt x="335" y="269"/>
                      <a:pt x="362" y="256"/>
                    </a:cubicBezTo>
                    <a:lnTo>
                      <a:pt x="443" y="256"/>
                    </a:lnTo>
                    <a:cubicBezTo>
                      <a:pt x="443" y="229"/>
                      <a:pt x="443" y="215"/>
                      <a:pt x="443" y="202"/>
                    </a:cubicBezTo>
                    <a:lnTo>
                      <a:pt x="443" y="175"/>
                    </a:lnTo>
                    <a:lnTo>
                      <a:pt x="443" y="148"/>
                    </a:lnTo>
                    <a:lnTo>
                      <a:pt x="470" y="135"/>
                    </a:lnTo>
                    <a:cubicBezTo>
                      <a:pt x="765" y="81"/>
                      <a:pt x="1060" y="54"/>
                      <a:pt x="1355" y="41"/>
                    </a:cubicBezTo>
                    <a:lnTo>
                      <a:pt x="1355" y="28"/>
                    </a:lnTo>
                    <a:lnTo>
                      <a:pt x="1395" y="28"/>
                    </a:lnTo>
                    <a:cubicBezTo>
                      <a:pt x="1529" y="28"/>
                      <a:pt x="1663" y="14"/>
                      <a:pt x="1824" y="14"/>
                    </a:cubicBezTo>
                    <a:lnTo>
                      <a:pt x="1985" y="14"/>
                    </a:lnTo>
                    <a:cubicBezTo>
                      <a:pt x="2186" y="14"/>
                      <a:pt x="2387" y="41"/>
                      <a:pt x="2589" y="68"/>
                    </a:cubicBezTo>
                    <a:lnTo>
                      <a:pt x="2589" y="41"/>
                    </a:lnTo>
                    <a:cubicBezTo>
                      <a:pt x="2387" y="14"/>
                      <a:pt x="2186" y="1"/>
                      <a:pt x="19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9"/>
              <p:cNvSpPr/>
              <p:nvPr/>
            </p:nvSpPr>
            <p:spPr>
              <a:xfrm>
                <a:off x="6653925" y="3826663"/>
                <a:ext cx="8750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350" h="55" extrusionOk="0">
                    <a:moveTo>
                      <a:pt x="350" y="1"/>
                    </a:moveTo>
                    <a:lnTo>
                      <a:pt x="350" y="1"/>
                    </a:lnTo>
                    <a:cubicBezTo>
                      <a:pt x="278" y="10"/>
                      <a:pt x="207" y="24"/>
                      <a:pt x="136" y="37"/>
                    </a:cubicBezTo>
                    <a:lnTo>
                      <a:pt x="136" y="37"/>
                    </a:lnTo>
                    <a:cubicBezTo>
                      <a:pt x="205" y="28"/>
                      <a:pt x="277" y="17"/>
                      <a:pt x="350" y="1"/>
                    </a:cubicBezTo>
                    <a:close/>
                    <a:moveTo>
                      <a:pt x="136" y="37"/>
                    </a:moveTo>
                    <a:lnTo>
                      <a:pt x="136" y="37"/>
                    </a:lnTo>
                    <a:cubicBezTo>
                      <a:pt x="89" y="43"/>
                      <a:pt x="44" y="49"/>
                      <a:pt x="1" y="54"/>
                    </a:cubicBezTo>
                    <a:lnTo>
                      <a:pt x="28" y="54"/>
                    </a:lnTo>
                    <a:cubicBezTo>
                      <a:pt x="64" y="50"/>
                      <a:pt x="100" y="44"/>
                      <a:pt x="136" y="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9"/>
              <p:cNvSpPr/>
              <p:nvPr/>
            </p:nvSpPr>
            <p:spPr>
              <a:xfrm>
                <a:off x="6600300" y="3756588"/>
                <a:ext cx="8075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82" extrusionOk="0">
                    <a:moveTo>
                      <a:pt x="322" y="1"/>
                    </a:moveTo>
                    <a:cubicBezTo>
                      <a:pt x="215" y="14"/>
                      <a:pt x="107" y="28"/>
                      <a:pt x="0" y="54"/>
                    </a:cubicBezTo>
                    <a:lnTo>
                      <a:pt x="0" y="68"/>
                    </a:lnTo>
                    <a:lnTo>
                      <a:pt x="0" y="81"/>
                    </a:lnTo>
                    <a:cubicBezTo>
                      <a:pt x="14" y="68"/>
                      <a:pt x="27" y="68"/>
                      <a:pt x="54" y="68"/>
                    </a:cubicBezTo>
                    <a:cubicBezTo>
                      <a:pt x="134" y="54"/>
                      <a:pt x="228" y="41"/>
                      <a:pt x="322" y="28"/>
                    </a:cubicBez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9"/>
              <p:cNvSpPr/>
              <p:nvPr/>
            </p:nvSpPr>
            <p:spPr>
              <a:xfrm>
                <a:off x="6600300" y="3823638"/>
                <a:ext cx="348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36" extrusionOk="0">
                    <a:moveTo>
                      <a:pt x="0" y="1"/>
                    </a:moveTo>
                    <a:lnTo>
                      <a:pt x="0" y="28"/>
                    </a:lnTo>
                    <a:cubicBezTo>
                      <a:pt x="456" y="95"/>
                      <a:pt x="926" y="135"/>
                      <a:pt x="1395" y="135"/>
                    </a:cubicBezTo>
                    <a:lnTo>
                      <a:pt x="1395" y="108"/>
                    </a:lnTo>
                    <a:lnTo>
                      <a:pt x="1006" y="108"/>
                    </a:lnTo>
                    <a:cubicBezTo>
                      <a:pt x="939" y="95"/>
                      <a:pt x="872" y="95"/>
                      <a:pt x="791" y="95"/>
                    </a:cubicBezTo>
                    <a:cubicBezTo>
                      <a:pt x="698" y="81"/>
                      <a:pt x="604" y="68"/>
                      <a:pt x="496" y="68"/>
                    </a:cubicBezTo>
                    <a:cubicBezTo>
                      <a:pt x="429" y="55"/>
                      <a:pt x="349" y="55"/>
                      <a:pt x="268" y="41"/>
                    </a:cubicBezTo>
                    <a:cubicBezTo>
                      <a:pt x="228" y="28"/>
                      <a:pt x="175" y="28"/>
                      <a:pt x="134" y="14"/>
                    </a:cubicBezTo>
                    <a:cubicBezTo>
                      <a:pt x="81" y="14"/>
                      <a:pt x="40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9"/>
              <p:cNvSpPr/>
              <p:nvPr/>
            </p:nvSpPr>
            <p:spPr>
              <a:xfrm>
                <a:off x="6633825" y="3755263"/>
                <a:ext cx="1845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8" extrusionOk="0">
                    <a:moveTo>
                      <a:pt x="0" y="0"/>
                    </a:moveTo>
                    <a:cubicBezTo>
                      <a:pt x="0" y="0"/>
                      <a:pt x="0" y="13"/>
                      <a:pt x="0" y="13"/>
                    </a:cubicBezTo>
                    <a:lnTo>
                      <a:pt x="108" y="13"/>
                    </a:lnTo>
                    <a:cubicBezTo>
                      <a:pt x="322" y="13"/>
                      <a:pt x="523" y="40"/>
                      <a:pt x="738" y="67"/>
                    </a:cubicBezTo>
                    <a:lnTo>
                      <a:pt x="738" y="40"/>
                    </a:lnTo>
                    <a:cubicBezTo>
                      <a:pt x="523" y="13"/>
                      <a:pt x="322" y="0"/>
                      <a:pt x="1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9"/>
              <p:cNvSpPr/>
              <p:nvPr/>
            </p:nvSpPr>
            <p:spPr>
              <a:xfrm>
                <a:off x="6609350" y="3755588"/>
                <a:ext cx="121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484" h="68" extrusionOk="0">
                    <a:moveTo>
                      <a:pt x="483" y="0"/>
                    </a:moveTo>
                    <a:cubicBezTo>
                      <a:pt x="322" y="14"/>
                      <a:pt x="161" y="27"/>
                      <a:pt x="0" y="41"/>
                    </a:cubicBezTo>
                    <a:lnTo>
                      <a:pt x="0" y="68"/>
                    </a:lnTo>
                    <a:cubicBezTo>
                      <a:pt x="41" y="54"/>
                      <a:pt x="81" y="54"/>
                      <a:pt x="121" y="41"/>
                    </a:cubicBezTo>
                    <a:cubicBezTo>
                      <a:pt x="215" y="41"/>
                      <a:pt x="322" y="27"/>
                      <a:pt x="416" y="27"/>
                    </a:cubicBezTo>
                    <a:cubicBezTo>
                      <a:pt x="443" y="27"/>
                      <a:pt x="456" y="14"/>
                      <a:pt x="483" y="14"/>
                    </a:cubicBezTo>
                    <a:cubicBezTo>
                      <a:pt x="483" y="14"/>
                      <a:pt x="483" y="0"/>
                      <a:pt x="48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9"/>
              <p:cNvSpPr/>
              <p:nvPr/>
            </p:nvSpPr>
            <p:spPr>
              <a:xfrm>
                <a:off x="6633475" y="3752913"/>
                <a:ext cx="188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35" extrusionOk="0">
                    <a:moveTo>
                      <a:pt x="135" y="0"/>
                    </a:moveTo>
                    <a:lnTo>
                      <a:pt x="135" y="14"/>
                    </a:lnTo>
                    <a:lnTo>
                      <a:pt x="1" y="14"/>
                    </a:lnTo>
                    <a:lnTo>
                      <a:pt x="14" y="40"/>
                    </a:lnTo>
                    <a:cubicBezTo>
                      <a:pt x="14" y="54"/>
                      <a:pt x="14" y="81"/>
                      <a:pt x="14" y="94"/>
                    </a:cubicBezTo>
                    <a:lnTo>
                      <a:pt x="135" y="94"/>
                    </a:lnTo>
                    <a:cubicBezTo>
                      <a:pt x="336" y="94"/>
                      <a:pt x="537" y="107"/>
                      <a:pt x="752" y="134"/>
                    </a:cubicBezTo>
                    <a:lnTo>
                      <a:pt x="752" y="107"/>
                    </a:lnTo>
                    <a:lnTo>
                      <a:pt x="739" y="54"/>
                    </a:lnTo>
                    <a:cubicBezTo>
                      <a:pt x="537" y="27"/>
                      <a:pt x="336" y="14"/>
                      <a:pt x="1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9"/>
              <p:cNvSpPr/>
              <p:nvPr/>
            </p:nvSpPr>
            <p:spPr>
              <a:xfrm>
                <a:off x="6598275" y="3753588"/>
                <a:ext cx="54000" cy="75450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3018" extrusionOk="0">
                    <a:moveTo>
                      <a:pt x="913" y="0"/>
                    </a:moveTo>
                    <a:cubicBezTo>
                      <a:pt x="618" y="13"/>
                      <a:pt x="323" y="54"/>
                      <a:pt x="28" y="94"/>
                    </a:cubicBezTo>
                    <a:lnTo>
                      <a:pt x="1" y="107"/>
                    </a:lnTo>
                    <a:lnTo>
                      <a:pt x="1" y="134"/>
                    </a:lnTo>
                    <a:lnTo>
                      <a:pt x="1" y="161"/>
                    </a:lnTo>
                    <a:cubicBezTo>
                      <a:pt x="1" y="174"/>
                      <a:pt x="1" y="188"/>
                      <a:pt x="1" y="215"/>
                    </a:cubicBezTo>
                    <a:cubicBezTo>
                      <a:pt x="68" y="1073"/>
                      <a:pt x="68" y="1931"/>
                      <a:pt x="1" y="2790"/>
                    </a:cubicBezTo>
                    <a:cubicBezTo>
                      <a:pt x="1" y="2803"/>
                      <a:pt x="1" y="2816"/>
                      <a:pt x="1" y="2830"/>
                    </a:cubicBezTo>
                    <a:lnTo>
                      <a:pt x="1" y="2857"/>
                    </a:lnTo>
                    <a:lnTo>
                      <a:pt x="1" y="2897"/>
                    </a:lnTo>
                    <a:lnTo>
                      <a:pt x="28" y="2897"/>
                    </a:lnTo>
                    <a:cubicBezTo>
                      <a:pt x="484" y="2977"/>
                      <a:pt x="953" y="3017"/>
                      <a:pt x="1422" y="3017"/>
                    </a:cubicBezTo>
                    <a:lnTo>
                      <a:pt x="1543" y="3017"/>
                    </a:lnTo>
                    <a:cubicBezTo>
                      <a:pt x="1744" y="3017"/>
                      <a:pt x="1945" y="3004"/>
                      <a:pt x="2147" y="2977"/>
                    </a:cubicBezTo>
                    <a:lnTo>
                      <a:pt x="2160" y="2924"/>
                    </a:lnTo>
                    <a:lnTo>
                      <a:pt x="2160" y="2883"/>
                    </a:lnTo>
                    <a:cubicBezTo>
                      <a:pt x="1945" y="2910"/>
                      <a:pt x="1744" y="2937"/>
                      <a:pt x="1530" y="2937"/>
                    </a:cubicBezTo>
                    <a:lnTo>
                      <a:pt x="1516" y="2937"/>
                    </a:lnTo>
                    <a:lnTo>
                      <a:pt x="1516" y="2977"/>
                    </a:lnTo>
                    <a:lnTo>
                      <a:pt x="1476" y="2977"/>
                    </a:lnTo>
                    <a:lnTo>
                      <a:pt x="1476" y="2937"/>
                    </a:lnTo>
                    <a:cubicBezTo>
                      <a:pt x="1007" y="2937"/>
                      <a:pt x="537" y="2897"/>
                      <a:pt x="81" y="2830"/>
                    </a:cubicBezTo>
                    <a:lnTo>
                      <a:pt x="81" y="2803"/>
                    </a:lnTo>
                    <a:cubicBezTo>
                      <a:pt x="148" y="1931"/>
                      <a:pt x="148" y="1059"/>
                      <a:pt x="81" y="201"/>
                    </a:cubicBezTo>
                    <a:lnTo>
                      <a:pt x="81" y="174"/>
                    </a:lnTo>
                    <a:cubicBezTo>
                      <a:pt x="188" y="161"/>
                      <a:pt x="296" y="134"/>
                      <a:pt x="403" y="121"/>
                    </a:cubicBezTo>
                    <a:lnTo>
                      <a:pt x="403" y="107"/>
                    </a:lnTo>
                    <a:lnTo>
                      <a:pt x="443" y="107"/>
                    </a:lnTo>
                    <a:lnTo>
                      <a:pt x="443" y="121"/>
                    </a:lnTo>
                    <a:cubicBezTo>
                      <a:pt x="604" y="107"/>
                      <a:pt x="765" y="94"/>
                      <a:pt x="926" y="80"/>
                    </a:cubicBezTo>
                    <a:lnTo>
                      <a:pt x="913" y="40"/>
                    </a:lnTo>
                    <a:lnTo>
                      <a:pt x="9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9"/>
              <p:cNvSpPr/>
              <p:nvPr/>
            </p:nvSpPr>
            <p:spPr>
              <a:xfrm>
                <a:off x="6652925" y="3792813"/>
                <a:ext cx="1025" cy="20125"/>
              </a:xfrm>
              <a:custGeom>
                <a:avLst/>
                <a:gdLst/>
                <a:ahLst/>
                <a:cxnLst/>
                <a:rect l="l" t="t" r="r" b="b"/>
                <a:pathLst>
                  <a:path w="41" h="805" extrusionOk="0">
                    <a:moveTo>
                      <a:pt x="14" y="0"/>
                    </a:moveTo>
                    <a:cubicBezTo>
                      <a:pt x="14" y="268"/>
                      <a:pt x="14" y="537"/>
                      <a:pt x="1" y="805"/>
                    </a:cubicBezTo>
                    <a:lnTo>
                      <a:pt x="14" y="805"/>
                    </a:lnTo>
                    <a:cubicBezTo>
                      <a:pt x="28" y="537"/>
                      <a:pt x="41" y="268"/>
                      <a:pt x="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9"/>
              <p:cNvSpPr/>
              <p:nvPr/>
            </p:nvSpPr>
            <p:spPr>
              <a:xfrm>
                <a:off x="6651925" y="3753238"/>
                <a:ext cx="27850" cy="74800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2992" extrusionOk="0">
                    <a:moveTo>
                      <a:pt x="1" y="1"/>
                    </a:moveTo>
                    <a:lnTo>
                      <a:pt x="1" y="14"/>
                    </a:lnTo>
                    <a:lnTo>
                      <a:pt x="1" y="27"/>
                    </a:lnTo>
                    <a:lnTo>
                      <a:pt x="14" y="81"/>
                    </a:lnTo>
                    <a:lnTo>
                      <a:pt x="14" y="121"/>
                    </a:lnTo>
                    <a:lnTo>
                      <a:pt x="14" y="135"/>
                    </a:lnTo>
                    <a:cubicBezTo>
                      <a:pt x="41" y="604"/>
                      <a:pt x="54" y="1073"/>
                      <a:pt x="54" y="1543"/>
                    </a:cubicBezTo>
                    <a:lnTo>
                      <a:pt x="81" y="1543"/>
                    </a:lnTo>
                    <a:cubicBezTo>
                      <a:pt x="81" y="1060"/>
                      <a:pt x="54" y="564"/>
                      <a:pt x="27" y="81"/>
                    </a:cubicBezTo>
                    <a:lnTo>
                      <a:pt x="27" y="41"/>
                    </a:lnTo>
                    <a:lnTo>
                      <a:pt x="81" y="41"/>
                    </a:lnTo>
                    <a:cubicBezTo>
                      <a:pt x="309" y="81"/>
                      <a:pt x="537" y="121"/>
                      <a:pt x="765" y="188"/>
                    </a:cubicBezTo>
                    <a:cubicBezTo>
                      <a:pt x="899" y="229"/>
                      <a:pt x="1020" y="336"/>
                      <a:pt x="1060" y="457"/>
                    </a:cubicBezTo>
                    <a:cubicBezTo>
                      <a:pt x="1073" y="510"/>
                      <a:pt x="1087" y="550"/>
                      <a:pt x="1087" y="591"/>
                    </a:cubicBezTo>
                    <a:lnTo>
                      <a:pt x="1087" y="618"/>
                    </a:lnTo>
                    <a:cubicBezTo>
                      <a:pt x="1047" y="1208"/>
                      <a:pt x="1047" y="1798"/>
                      <a:pt x="1087" y="2388"/>
                    </a:cubicBezTo>
                    <a:cubicBezTo>
                      <a:pt x="1100" y="2576"/>
                      <a:pt x="966" y="2763"/>
                      <a:pt x="765" y="2817"/>
                    </a:cubicBezTo>
                    <a:cubicBezTo>
                      <a:pt x="537" y="2884"/>
                      <a:pt x="309" y="2938"/>
                      <a:pt x="81" y="2964"/>
                    </a:cubicBezTo>
                    <a:lnTo>
                      <a:pt x="27" y="2978"/>
                    </a:lnTo>
                    <a:lnTo>
                      <a:pt x="27" y="2924"/>
                    </a:lnTo>
                    <a:cubicBezTo>
                      <a:pt x="41" y="2763"/>
                      <a:pt x="41" y="2589"/>
                      <a:pt x="54" y="2428"/>
                    </a:cubicBezTo>
                    <a:lnTo>
                      <a:pt x="27" y="2428"/>
                    </a:lnTo>
                    <a:cubicBezTo>
                      <a:pt x="27" y="2576"/>
                      <a:pt x="14" y="2723"/>
                      <a:pt x="14" y="2871"/>
                    </a:cubicBezTo>
                    <a:lnTo>
                      <a:pt x="14" y="2897"/>
                    </a:lnTo>
                    <a:lnTo>
                      <a:pt x="14" y="2924"/>
                    </a:lnTo>
                    <a:lnTo>
                      <a:pt x="1" y="2978"/>
                    </a:lnTo>
                    <a:lnTo>
                      <a:pt x="1" y="2991"/>
                    </a:lnTo>
                    <a:lnTo>
                      <a:pt x="81" y="2991"/>
                    </a:lnTo>
                    <a:cubicBezTo>
                      <a:pt x="202" y="2978"/>
                      <a:pt x="309" y="2951"/>
                      <a:pt x="430" y="2924"/>
                    </a:cubicBezTo>
                    <a:lnTo>
                      <a:pt x="470" y="2924"/>
                    </a:lnTo>
                    <a:cubicBezTo>
                      <a:pt x="564" y="2897"/>
                      <a:pt x="671" y="2871"/>
                      <a:pt x="778" y="2844"/>
                    </a:cubicBezTo>
                    <a:cubicBezTo>
                      <a:pt x="980" y="2790"/>
                      <a:pt x="1114" y="2589"/>
                      <a:pt x="1114" y="2401"/>
                    </a:cubicBezTo>
                    <a:lnTo>
                      <a:pt x="1100" y="2294"/>
                    </a:lnTo>
                    <a:cubicBezTo>
                      <a:pt x="1073" y="1744"/>
                      <a:pt x="1073" y="1181"/>
                      <a:pt x="1114" y="631"/>
                    </a:cubicBezTo>
                    <a:lnTo>
                      <a:pt x="1114" y="618"/>
                    </a:lnTo>
                    <a:lnTo>
                      <a:pt x="1114" y="604"/>
                    </a:lnTo>
                    <a:cubicBezTo>
                      <a:pt x="1114" y="591"/>
                      <a:pt x="1100" y="577"/>
                      <a:pt x="1100" y="577"/>
                    </a:cubicBezTo>
                    <a:cubicBezTo>
                      <a:pt x="1100" y="564"/>
                      <a:pt x="1100" y="550"/>
                      <a:pt x="1100" y="537"/>
                    </a:cubicBezTo>
                    <a:cubicBezTo>
                      <a:pt x="1100" y="524"/>
                      <a:pt x="1100" y="510"/>
                      <a:pt x="1100" y="497"/>
                    </a:cubicBezTo>
                    <a:cubicBezTo>
                      <a:pt x="1087" y="483"/>
                      <a:pt x="1087" y="483"/>
                      <a:pt x="1087" y="470"/>
                    </a:cubicBezTo>
                    <a:cubicBezTo>
                      <a:pt x="1087" y="457"/>
                      <a:pt x="1073" y="443"/>
                      <a:pt x="1073" y="430"/>
                    </a:cubicBezTo>
                    <a:cubicBezTo>
                      <a:pt x="1060" y="416"/>
                      <a:pt x="1060" y="416"/>
                      <a:pt x="1060" y="403"/>
                    </a:cubicBezTo>
                    <a:cubicBezTo>
                      <a:pt x="1047" y="390"/>
                      <a:pt x="1047" y="376"/>
                      <a:pt x="1033" y="363"/>
                    </a:cubicBezTo>
                    <a:cubicBezTo>
                      <a:pt x="1033" y="363"/>
                      <a:pt x="1020" y="349"/>
                      <a:pt x="1020" y="336"/>
                    </a:cubicBezTo>
                    <a:cubicBezTo>
                      <a:pt x="1006" y="336"/>
                      <a:pt x="1006" y="322"/>
                      <a:pt x="993" y="322"/>
                    </a:cubicBezTo>
                    <a:lnTo>
                      <a:pt x="993" y="309"/>
                    </a:lnTo>
                    <a:cubicBezTo>
                      <a:pt x="980" y="296"/>
                      <a:pt x="980" y="296"/>
                      <a:pt x="966" y="282"/>
                    </a:cubicBezTo>
                    <a:lnTo>
                      <a:pt x="939" y="255"/>
                    </a:lnTo>
                    <a:cubicBezTo>
                      <a:pt x="926" y="242"/>
                      <a:pt x="912" y="242"/>
                      <a:pt x="912" y="242"/>
                    </a:cubicBezTo>
                    <a:cubicBezTo>
                      <a:pt x="899" y="229"/>
                      <a:pt x="886" y="215"/>
                      <a:pt x="872" y="215"/>
                    </a:cubicBezTo>
                    <a:cubicBezTo>
                      <a:pt x="859" y="202"/>
                      <a:pt x="845" y="202"/>
                      <a:pt x="845" y="202"/>
                    </a:cubicBezTo>
                    <a:cubicBezTo>
                      <a:pt x="819" y="188"/>
                      <a:pt x="805" y="175"/>
                      <a:pt x="778" y="175"/>
                    </a:cubicBezTo>
                    <a:cubicBezTo>
                      <a:pt x="752" y="162"/>
                      <a:pt x="738" y="162"/>
                      <a:pt x="725" y="162"/>
                    </a:cubicBezTo>
                    <a:cubicBezTo>
                      <a:pt x="631" y="135"/>
                      <a:pt x="524" y="108"/>
                      <a:pt x="430" y="81"/>
                    </a:cubicBezTo>
                    <a:cubicBezTo>
                      <a:pt x="403" y="81"/>
                      <a:pt x="363" y="68"/>
                      <a:pt x="336" y="68"/>
                    </a:cubicBezTo>
                    <a:cubicBezTo>
                      <a:pt x="255" y="54"/>
                      <a:pt x="161" y="27"/>
                      <a:pt x="81" y="14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9"/>
              <p:cNvSpPr/>
              <p:nvPr/>
            </p:nvSpPr>
            <p:spPr>
              <a:xfrm>
                <a:off x="6652600" y="3754238"/>
                <a:ext cx="26850" cy="73450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2938" extrusionOk="0">
                    <a:moveTo>
                      <a:pt x="94" y="95"/>
                    </a:moveTo>
                    <a:lnTo>
                      <a:pt x="94" y="95"/>
                    </a:lnTo>
                    <a:cubicBezTo>
                      <a:pt x="309" y="135"/>
                      <a:pt x="510" y="175"/>
                      <a:pt x="711" y="229"/>
                    </a:cubicBezTo>
                    <a:cubicBezTo>
                      <a:pt x="872" y="282"/>
                      <a:pt x="979" y="417"/>
                      <a:pt x="979" y="564"/>
                    </a:cubicBezTo>
                    <a:lnTo>
                      <a:pt x="979" y="578"/>
                    </a:lnTo>
                    <a:cubicBezTo>
                      <a:pt x="939" y="1168"/>
                      <a:pt x="939" y="1771"/>
                      <a:pt x="979" y="2361"/>
                    </a:cubicBezTo>
                    <a:cubicBezTo>
                      <a:pt x="993" y="2509"/>
                      <a:pt x="872" y="2656"/>
                      <a:pt x="725" y="2710"/>
                    </a:cubicBezTo>
                    <a:cubicBezTo>
                      <a:pt x="671" y="2723"/>
                      <a:pt x="631" y="2723"/>
                      <a:pt x="590" y="2737"/>
                    </a:cubicBezTo>
                    <a:lnTo>
                      <a:pt x="590" y="2790"/>
                    </a:lnTo>
                    <a:lnTo>
                      <a:pt x="550" y="2790"/>
                    </a:lnTo>
                    <a:lnTo>
                      <a:pt x="550" y="2750"/>
                    </a:lnTo>
                    <a:cubicBezTo>
                      <a:pt x="389" y="2790"/>
                      <a:pt x="242" y="2817"/>
                      <a:pt x="94" y="2844"/>
                    </a:cubicBezTo>
                    <a:cubicBezTo>
                      <a:pt x="134" y="2093"/>
                      <a:pt x="148" y="1329"/>
                      <a:pt x="108" y="578"/>
                    </a:cubicBezTo>
                    <a:lnTo>
                      <a:pt x="81" y="578"/>
                    </a:lnTo>
                    <a:lnTo>
                      <a:pt x="81" y="537"/>
                    </a:lnTo>
                    <a:lnTo>
                      <a:pt x="108" y="537"/>
                    </a:lnTo>
                    <a:cubicBezTo>
                      <a:pt x="108" y="390"/>
                      <a:pt x="94" y="242"/>
                      <a:pt x="94" y="95"/>
                    </a:cubicBezTo>
                    <a:close/>
                    <a:moveTo>
                      <a:pt x="0" y="1"/>
                    </a:moveTo>
                    <a:lnTo>
                      <a:pt x="0" y="54"/>
                    </a:lnTo>
                    <a:cubicBezTo>
                      <a:pt x="41" y="537"/>
                      <a:pt x="54" y="1020"/>
                      <a:pt x="54" y="1503"/>
                    </a:cubicBezTo>
                    <a:lnTo>
                      <a:pt x="81" y="1503"/>
                    </a:lnTo>
                    <a:lnTo>
                      <a:pt x="81" y="1543"/>
                    </a:lnTo>
                    <a:lnTo>
                      <a:pt x="54" y="1543"/>
                    </a:lnTo>
                    <a:cubicBezTo>
                      <a:pt x="54" y="1811"/>
                      <a:pt x="41" y="2080"/>
                      <a:pt x="27" y="2348"/>
                    </a:cubicBezTo>
                    <a:lnTo>
                      <a:pt x="41" y="2348"/>
                    </a:lnTo>
                    <a:lnTo>
                      <a:pt x="41" y="2388"/>
                    </a:lnTo>
                    <a:lnTo>
                      <a:pt x="27" y="2388"/>
                    </a:lnTo>
                    <a:cubicBezTo>
                      <a:pt x="27" y="2562"/>
                      <a:pt x="14" y="2723"/>
                      <a:pt x="0" y="2884"/>
                    </a:cubicBezTo>
                    <a:lnTo>
                      <a:pt x="0" y="2938"/>
                    </a:lnTo>
                    <a:lnTo>
                      <a:pt x="54" y="2938"/>
                    </a:lnTo>
                    <a:cubicBezTo>
                      <a:pt x="282" y="2898"/>
                      <a:pt x="510" y="2857"/>
                      <a:pt x="738" y="2790"/>
                    </a:cubicBezTo>
                    <a:cubicBezTo>
                      <a:pt x="939" y="2737"/>
                      <a:pt x="1073" y="2549"/>
                      <a:pt x="1060" y="2361"/>
                    </a:cubicBezTo>
                    <a:cubicBezTo>
                      <a:pt x="1020" y="1771"/>
                      <a:pt x="1020" y="1168"/>
                      <a:pt x="1060" y="591"/>
                    </a:cubicBezTo>
                    <a:lnTo>
                      <a:pt x="1060" y="564"/>
                    </a:lnTo>
                    <a:cubicBezTo>
                      <a:pt x="1060" y="510"/>
                      <a:pt x="1046" y="470"/>
                      <a:pt x="1033" y="430"/>
                    </a:cubicBezTo>
                    <a:cubicBezTo>
                      <a:pt x="993" y="296"/>
                      <a:pt x="872" y="189"/>
                      <a:pt x="738" y="148"/>
                    </a:cubicBezTo>
                    <a:cubicBezTo>
                      <a:pt x="523" y="95"/>
                      <a:pt x="282" y="41"/>
                      <a:pt x="54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9"/>
              <p:cNvSpPr/>
              <p:nvPr/>
            </p:nvSpPr>
            <p:spPr>
              <a:xfrm>
                <a:off x="6621075" y="3753238"/>
                <a:ext cx="14775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275" extrusionOk="0">
                    <a:moveTo>
                      <a:pt x="430" y="81"/>
                    </a:moveTo>
                    <a:cubicBezTo>
                      <a:pt x="483" y="443"/>
                      <a:pt x="510" y="819"/>
                      <a:pt x="497" y="1194"/>
                    </a:cubicBezTo>
                    <a:lnTo>
                      <a:pt x="162" y="1194"/>
                    </a:lnTo>
                    <a:cubicBezTo>
                      <a:pt x="175" y="819"/>
                      <a:pt x="148" y="443"/>
                      <a:pt x="95" y="81"/>
                    </a:cubicBezTo>
                    <a:close/>
                    <a:moveTo>
                      <a:pt x="470" y="1"/>
                    </a:moveTo>
                    <a:cubicBezTo>
                      <a:pt x="309" y="1"/>
                      <a:pt x="175" y="1"/>
                      <a:pt x="41" y="14"/>
                    </a:cubicBezTo>
                    <a:lnTo>
                      <a:pt x="1" y="14"/>
                    </a:lnTo>
                    <a:lnTo>
                      <a:pt x="1" y="54"/>
                    </a:lnTo>
                    <a:lnTo>
                      <a:pt x="14" y="94"/>
                    </a:lnTo>
                    <a:cubicBezTo>
                      <a:pt x="14" y="94"/>
                      <a:pt x="14" y="108"/>
                      <a:pt x="14" y="108"/>
                    </a:cubicBezTo>
                    <a:cubicBezTo>
                      <a:pt x="68" y="483"/>
                      <a:pt x="95" y="859"/>
                      <a:pt x="81" y="1234"/>
                    </a:cubicBezTo>
                    <a:lnTo>
                      <a:pt x="81" y="1275"/>
                    </a:lnTo>
                    <a:lnTo>
                      <a:pt x="577" y="1275"/>
                    </a:lnTo>
                    <a:lnTo>
                      <a:pt x="577" y="1234"/>
                    </a:lnTo>
                    <a:cubicBezTo>
                      <a:pt x="591" y="859"/>
                      <a:pt x="564" y="470"/>
                      <a:pt x="524" y="94"/>
                    </a:cubicBezTo>
                    <a:cubicBezTo>
                      <a:pt x="524" y="94"/>
                      <a:pt x="524" y="81"/>
                      <a:pt x="510" y="81"/>
                    </a:cubicBezTo>
                    <a:cubicBezTo>
                      <a:pt x="510" y="68"/>
                      <a:pt x="510" y="54"/>
                      <a:pt x="510" y="27"/>
                    </a:cubicBezTo>
                    <a:lnTo>
                      <a:pt x="5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9"/>
              <p:cNvSpPr/>
              <p:nvPr/>
            </p:nvSpPr>
            <p:spPr>
              <a:xfrm>
                <a:off x="6592575" y="3759938"/>
                <a:ext cx="3050" cy="634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536" extrusionOk="0">
                    <a:moveTo>
                      <a:pt x="14" y="1"/>
                    </a:moveTo>
                    <a:cubicBezTo>
                      <a:pt x="14" y="14"/>
                      <a:pt x="14" y="28"/>
                      <a:pt x="14" y="41"/>
                    </a:cubicBezTo>
                    <a:cubicBezTo>
                      <a:pt x="28" y="390"/>
                      <a:pt x="81" y="1664"/>
                      <a:pt x="14" y="2442"/>
                    </a:cubicBezTo>
                    <a:cubicBezTo>
                      <a:pt x="14" y="2468"/>
                      <a:pt x="14" y="2509"/>
                      <a:pt x="1" y="2536"/>
                    </a:cubicBezTo>
                    <a:lnTo>
                      <a:pt x="41" y="2536"/>
                    </a:lnTo>
                    <a:lnTo>
                      <a:pt x="54" y="2482"/>
                    </a:lnTo>
                    <a:cubicBezTo>
                      <a:pt x="121" y="1677"/>
                      <a:pt x="68" y="309"/>
                      <a:pt x="54" y="14"/>
                    </a:cubicBez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9"/>
              <p:cNvSpPr/>
              <p:nvPr/>
            </p:nvSpPr>
            <p:spPr>
              <a:xfrm>
                <a:off x="6608350" y="3755913"/>
                <a:ext cx="46275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477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0" y="1154"/>
                    </a:lnTo>
                    <a:cubicBezTo>
                      <a:pt x="0" y="1329"/>
                      <a:pt x="161" y="1476"/>
                      <a:pt x="349" y="1476"/>
                    </a:cubicBezTo>
                    <a:lnTo>
                      <a:pt x="1851" y="1476"/>
                    </a:lnTo>
                    <a:lnTo>
                      <a:pt x="1851" y="1436"/>
                    </a:lnTo>
                    <a:lnTo>
                      <a:pt x="349" y="1436"/>
                    </a:lnTo>
                    <a:cubicBezTo>
                      <a:pt x="174" y="1436"/>
                      <a:pt x="40" y="1315"/>
                      <a:pt x="40" y="1154"/>
                    </a:cubicBezTo>
                    <a:lnTo>
                      <a:pt x="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9"/>
              <p:cNvSpPr/>
              <p:nvPr/>
            </p:nvSpPr>
            <p:spPr>
              <a:xfrm>
                <a:off x="6654600" y="3767663"/>
                <a:ext cx="12775" cy="56350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254" extrusionOk="0">
                    <a:moveTo>
                      <a:pt x="1" y="0"/>
                    </a:moveTo>
                    <a:lnTo>
                      <a:pt x="1" y="54"/>
                    </a:lnTo>
                    <a:lnTo>
                      <a:pt x="309" y="54"/>
                    </a:lnTo>
                    <a:cubicBezTo>
                      <a:pt x="390" y="54"/>
                      <a:pt x="470" y="108"/>
                      <a:pt x="470" y="188"/>
                    </a:cubicBezTo>
                    <a:lnTo>
                      <a:pt x="470" y="2253"/>
                    </a:lnTo>
                    <a:lnTo>
                      <a:pt x="510" y="2253"/>
                    </a:lnTo>
                    <a:lnTo>
                      <a:pt x="510" y="188"/>
                    </a:lnTo>
                    <a:cubicBezTo>
                      <a:pt x="510" y="94"/>
                      <a:pt x="417" y="0"/>
                      <a:pt x="3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9"/>
              <p:cNvSpPr/>
              <p:nvPr/>
            </p:nvSpPr>
            <p:spPr>
              <a:xfrm>
                <a:off x="6684100" y="3767663"/>
                <a:ext cx="60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43" h="1905" extrusionOk="0">
                    <a:moveTo>
                      <a:pt x="189" y="0"/>
                    </a:moveTo>
                    <a:lnTo>
                      <a:pt x="189" y="27"/>
                    </a:lnTo>
                    <a:lnTo>
                      <a:pt x="189" y="631"/>
                    </a:lnTo>
                    <a:lnTo>
                      <a:pt x="1" y="631"/>
                    </a:lnTo>
                    <a:lnTo>
                      <a:pt x="1" y="1167"/>
                    </a:lnTo>
                    <a:lnTo>
                      <a:pt x="189" y="1167"/>
                    </a:lnTo>
                    <a:lnTo>
                      <a:pt x="189" y="1838"/>
                    </a:lnTo>
                    <a:lnTo>
                      <a:pt x="189" y="1905"/>
                    </a:lnTo>
                    <a:lnTo>
                      <a:pt x="242" y="1905"/>
                    </a:lnTo>
                    <a:lnTo>
                      <a:pt x="242" y="1838"/>
                    </a:lnTo>
                    <a:lnTo>
                      <a:pt x="242" y="1127"/>
                    </a:lnTo>
                    <a:lnTo>
                      <a:pt x="41" y="1127"/>
                    </a:lnTo>
                    <a:lnTo>
                      <a:pt x="41" y="671"/>
                    </a:lnTo>
                    <a:lnTo>
                      <a:pt x="229" y="671"/>
                    </a:lnTo>
                    <a:lnTo>
                      <a:pt x="229" y="27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9"/>
              <p:cNvSpPr/>
              <p:nvPr/>
            </p:nvSpPr>
            <p:spPr>
              <a:xfrm>
                <a:off x="6701550" y="3777388"/>
                <a:ext cx="218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873" h="1235" extrusionOk="0">
                    <a:moveTo>
                      <a:pt x="0" y="0"/>
                    </a:moveTo>
                    <a:lnTo>
                      <a:pt x="0" y="40"/>
                    </a:lnTo>
                    <a:lnTo>
                      <a:pt x="54" y="40"/>
                    </a:lnTo>
                    <a:lnTo>
                      <a:pt x="818" y="67"/>
                    </a:lnTo>
                    <a:lnTo>
                      <a:pt x="818" y="1167"/>
                    </a:lnTo>
                    <a:lnTo>
                      <a:pt x="818" y="1234"/>
                    </a:lnTo>
                    <a:lnTo>
                      <a:pt x="872" y="1234"/>
                    </a:lnTo>
                    <a:lnTo>
                      <a:pt x="872" y="1154"/>
                    </a:lnTo>
                    <a:lnTo>
                      <a:pt x="872" y="14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9"/>
              <p:cNvSpPr/>
              <p:nvPr/>
            </p:nvSpPr>
            <p:spPr>
              <a:xfrm>
                <a:off x="6635150" y="3812913"/>
                <a:ext cx="18475" cy="151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605" extrusionOk="0">
                    <a:moveTo>
                      <a:pt x="189" y="1"/>
                    </a:moveTo>
                    <a:cubicBezTo>
                      <a:pt x="81" y="1"/>
                      <a:pt x="1" y="81"/>
                      <a:pt x="1" y="175"/>
                    </a:cubicBezTo>
                    <a:lnTo>
                      <a:pt x="1" y="604"/>
                    </a:lnTo>
                    <a:lnTo>
                      <a:pt x="41" y="604"/>
                    </a:lnTo>
                    <a:lnTo>
                      <a:pt x="41" y="175"/>
                    </a:lnTo>
                    <a:cubicBezTo>
                      <a:pt x="41" y="108"/>
                      <a:pt x="108" y="41"/>
                      <a:pt x="189" y="41"/>
                    </a:cubicBezTo>
                    <a:lnTo>
                      <a:pt x="739" y="41"/>
                    </a:lnTo>
                    <a:lnTo>
                      <a:pt x="73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9"/>
              <p:cNvSpPr/>
              <p:nvPr/>
            </p:nvSpPr>
            <p:spPr>
              <a:xfrm>
                <a:off x="6873875" y="3794488"/>
                <a:ext cx="26175" cy="38900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1556" extrusionOk="0">
                    <a:moveTo>
                      <a:pt x="1" y="0"/>
                    </a:moveTo>
                    <a:cubicBezTo>
                      <a:pt x="14" y="27"/>
                      <a:pt x="14" y="54"/>
                      <a:pt x="14" y="81"/>
                    </a:cubicBezTo>
                    <a:lnTo>
                      <a:pt x="14" y="121"/>
                    </a:lnTo>
                    <a:cubicBezTo>
                      <a:pt x="282" y="121"/>
                      <a:pt x="537" y="134"/>
                      <a:pt x="792" y="161"/>
                    </a:cubicBezTo>
                    <a:cubicBezTo>
                      <a:pt x="872" y="161"/>
                      <a:pt x="926" y="215"/>
                      <a:pt x="926" y="282"/>
                    </a:cubicBezTo>
                    <a:lnTo>
                      <a:pt x="926" y="1288"/>
                    </a:lnTo>
                    <a:cubicBezTo>
                      <a:pt x="926" y="1328"/>
                      <a:pt x="886" y="1381"/>
                      <a:pt x="832" y="1395"/>
                    </a:cubicBezTo>
                    <a:lnTo>
                      <a:pt x="805" y="1395"/>
                    </a:lnTo>
                    <a:cubicBezTo>
                      <a:pt x="805" y="1395"/>
                      <a:pt x="805" y="1408"/>
                      <a:pt x="792" y="1408"/>
                    </a:cubicBezTo>
                    <a:cubicBezTo>
                      <a:pt x="537" y="1422"/>
                      <a:pt x="282" y="1435"/>
                      <a:pt x="14" y="1435"/>
                    </a:cubicBezTo>
                    <a:lnTo>
                      <a:pt x="14" y="1475"/>
                    </a:lnTo>
                    <a:cubicBezTo>
                      <a:pt x="14" y="1502"/>
                      <a:pt x="14" y="1529"/>
                      <a:pt x="1" y="1556"/>
                    </a:cubicBezTo>
                    <a:lnTo>
                      <a:pt x="14" y="1556"/>
                    </a:lnTo>
                    <a:cubicBezTo>
                      <a:pt x="282" y="1556"/>
                      <a:pt x="551" y="1556"/>
                      <a:pt x="805" y="1529"/>
                    </a:cubicBezTo>
                    <a:cubicBezTo>
                      <a:pt x="939" y="1516"/>
                      <a:pt x="1047" y="1408"/>
                      <a:pt x="1047" y="1288"/>
                    </a:cubicBezTo>
                    <a:lnTo>
                      <a:pt x="1047" y="282"/>
                    </a:lnTo>
                    <a:cubicBezTo>
                      <a:pt x="1047" y="148"/>
                      <a:pt x="939" y="40"/>
                      <a:pt x="805" y="27"/>
                    </a:cubicBezTo>
                    <a:cubicBezTo>
                      <a:pt x="551" y="14"/>
                      <a:pt x="282" y="0"/>
                      <a:pt x="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9"/>
              <p:cNvSpPr/>
              <p:nvPr/>
            </p:nvSpPr>
            <p:spPr>
              <a:xfrm>
                <a:off x="6850400" y="3787763"/>
                <a:ext cx="23850" cy="526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107" extrusionOk="0">
                    <a:moveTo>
                      <a:pt x="1" y="1"/>
                    </a:moveTo>
                    <a:cubicBezTo>
                      <a:pt x="1" y="1"/>
                      <a:pt x="1" y="1"/>
                      <a:pt x="1" y="14"/>
                    </a:cubicBezTo>
                    <a:cubicBezTo>
                      <a:pt x="14" y="14"/>
                      <a:pt x="14" y="28"/>
                      <a:pt x="14" y="41"/>
                    </a:cubicBezTo>
                    <a:cubicBezTo>
                      <a:pt x="14" y="55"/>
                      <a:pt x="14" y="68"/>
                      <a:pt x="28" y="81"/>
                    </a:cubicBezTo>
                    <a:cubicBezTo>
                      <a:pt x="28" y="95"/>
                      <a:pt x="28" y="108"/>
                      <a:pt x="28" y="108"/>
                    </a:cubicBezTo>
                    <a:lnTo>
                      <a:pt x="28" y="122"/>
                    </a:lnTo>
                    <a:cubicBezTo>
                      <a:pt x="148" y="135"/>
                      <a:pt x="269" y="135"/>
                      <a:pt x="390" y="148"/>
                    </a:cubicBezTo>
                    <a:lnTo>
                      <a:pt x="390" y="55"/>
                    </a:lnTo>
                    <a:lnTo>
                      <a:pt x="430" y="55"/>
                    </a:lnTo>
                    <a:lnTo>
                      <a:pt x="430" y="148"/>
                    </a:lnTo>
                    <a:cubicBezTo>
                      <a:pt x="497" y="148"/>
                      <a:pt x="564" y="148"/>
                      <a:pt x="631" y="162"/>
                    </a:cubicBezTo>
                    <a:cubicBezTo>
                      <a:pt x="738" y="175"/>
                      <a:pt x="832" y="256"/>
                      <a:pt x="832" y="350"/>
                    </a:cubicBezTo>
                    <a:lnTo>
                      <a:pt x="832" y="1744"/>
                    </a:lnTo>
                    <a:cubicBezTo>
                      <a:pt x="832" y="1852"/>
                      <a:pt x="738" y="1932"/>
                      <a:pt x="631" y="1946"/>
                    </a:cubicBezTo>
                    <a:cubicBezTo>
                      <a:pt x="564" y="1946"/>
                      <a:pt x="510" y="1946"/>
                      <a:pt x="443" y="1959"/>
                    </a:cubicBezTo>
                    <a:lnTo>
                      <a:pt x="403" y="1959"/>
                    </a:lnTo>
                    <a:cubicBezTo>
                      <a:pt x="269" y="1959"/>
                      <a:pt x="148" y="1972"/>
                      <a:pt x="28" y="1972"/>
                    </a:cubicBezTo>
                    <a:cubicBezTo>
                      <a:pt x="28" y="1999"/>
                      <a:pt x="28" y="2026"/>
                      <a:pt x="14" y="2053"/>
                    </a:cubicBezTo>
                    <a:cubicBezTo>
                      <a:pt x="14" y="2066"/>
                      <a:pt x="1" y="2080"/>
                      <a:pt x="1" y="2106"/>
                    </a:cubicBezTo>
                    <a:cubicBezTo>
                      <a:pt x="215" y="2093"/>
                      <a:pt x="430" y="2080"/>
                      <a:pt x="645" y="2066"/>
                    </a:cubicBezTo>
                    <a:cubicBezTo>
                      <a:pt x="792" y="2053"/>
                      <a:pt x="899" y="1959"/>
                      <a:pt x="940" y="1838"/>
                    </a:cubicBezTo>
                    <a:cubicBezTo>
                      <a:pt x="953" y="1811"/>
                      <a:pt x="953" y="1771"/>
                      <a:pt x="953" y="1744"/>
                    </a:cubicBezTo>
                    <a:lnTo>
                      <a:pt x="953" y="484"/>
                    </a:lnTo>
                    <a:lnTo>
                      <a:pt x="913" y="484"/>
                    </a:lnTo>
                    <a:lnTo>
                      <a:pt x="913" y="444"/>
                    </a:lnTo>
                    <a:lnTo>
                      <a:pt x="953" y="444"/>
                    </a:lnTo>
                    <a:lnTo>
                      <a:pt x="953" y="350"/>
                    </a:lnTo>
                    <a:cubicBezTo>
                      <a:pt x="953" y="323"/>
                      <a:pt x="953" y="296"/>
                      <a:pt x="940" y="269"/>
                    </a:cubicBezTo>
                    <a:cubicBezTo>
                      <a:pt x="940" y="256"/>
                      <a:pt x="940" y="256"/>
                      <a:pt x="940" y="256"/>
                    </a:cubicBezTo>
                    <a:cubicBezTo>
                      <a:pt x="913" y="189"/>
                      <a:pt x="873" y="122"/>
                      <a:pt x="806" y="81"/>
                    </a:cubicBezTo>
                    <a:cubicBezTo>
                      <a:pt x="752" y="55"/>
                      <a:pt x="698" y="41"/>
                      <a:pt x="645" y="28"/>
                    </a:cubicBezTo>
                    <a:cubicBezTo>
                      <a:pt x="430" y="14"/>
                      <a:pt x="215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9"/>
              <p:cNvSpPr/>
              <p:nvPr/>
            </p:nvSpPr>
            <p:spPr>
              <a:xfrm>
                <a:off x="6790050" y="3767988"/>
                <a:ext cx="875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23" extrusionOk="0">
                    <a:moveTo>
                      <a:pt x="1" y="1"/>
                    </a:moveTo>
                    <a:lnTo>
                      <a:pt x="1" y="323"/>
                    </a:lnTo>
                    <a:lnTo>
                      <a:pt x="55" y="323"/>
                    </a:lnTo>
                    <a:cubicBezTo>
                      <a:pt x="68" y="323"/>
                      <a:pt x="95" y="323"/>
                      <a:pt x="122" y="309"/>
                    </a:cubicBezTo>
                    <a:lnTo>
                      <a:pt x="122" y="54"/>
                    </a:lnTo>
                    <a:lnTo>
                      <a:pt x="350" y="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9"/>
              <p:cNvSpPr/>
              <p:nvPr/>
            </p:nvSpPr>
            <p:spPr>
              <a:xfrm>
                <a:off x="6805150" y="3770013"/>
                <a:ext cx="305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15" extrusionOk="0">
                    <a:moveTo>
                      <a:pt x="0" y="0"/>
                    </a:moveTo>
                    <a:lnTo>
                      <a:pt x="0" y="215"/>
                    </a:lnTo>
                    <a:lnTo>
                      <a:pt x="121" y="215"/>
                    </a:lnTo>
                    <a:lnTo>
                      <a:pt x="121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9"/>
              <p:cNvSpPr/>
              <p:nvPr/>
            </p:nvSpPr>
            <p:spPr>
              <a:xfrm>
                <a:off x="6760225" y="3780063"/>
                <a:ext cx="3700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62" extrusionOk="0">
                    <a:moveTo>
                      <a:pt x="148" y="0"/>
                    </a:moveTo>
                    <a:cubicBezTo>
                      <a:pt x="81" y="41"/>
                      <a:pt x="41" y="94"/>
                      <a:pt x="0" y="161"/>
                    </a:cubicBezTo>
                    <a:cubicBezTo>
                      <a:pt x="41" y="94"/>
                      <a:pt x="94" y="41"/>
                      <a:pt x="1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9"/>
              <p:cNvSpPr/>
              <p:nvPr/>
            </p:nvSpPr>
            <p:spPr>
              <a:xfrm>
                <a:off x="6780000" y="3776713"/>
                <a:ext cx="4050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4" extrusionOk="0">
                    <a:moveTo>
                      <a:pt x="161" y="0"/>
                    </a:moveTo>
                    <a:cubicBezTo>
                      <a:pt x="108" y="0"/>
                      <a:pt x="54" y="0"/>
                      <a:pt x="1" y="14"/>
                    </a:cubicBezTo>
                    <a:cubicBezTo>
                      <a:pt x="54" y="14"/>
                      <a:pt x="108" y="0"/>
                      <a:pt x="1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9"/>
              <p:cNvSpPr/>
              <p:nvPr/>
            </p:nvSpPr>
            <p:spPr>
              <a:xfrm>
                <a:off x="6767250" y="3779063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9"/>
              <p:cNvSpPr/>
              <p:nvPr/>
            </p:nvSpPr>
            <p:spPr>
              <a:xfrm>
                <a:off x="6767250" y="3778063"/>
                <a:ext cx="5725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229" h="41" extrusionOk="0">
                    <a:moveTo>
                      <a:pt x="229" y="0"/>
                    </a:moveTo>
                    <a:cubicBezTo>
                      <a:pt x="189" y="0"/>
                      <a:pt x="162" y="13"/>
                      <a:pt x="122" y="13"/>
                    </a:cubicBezTo>
                    <a:lnTo>
                      <a:pt x="1" y="40"/>
                    </a:lnTo>
                    <a:cubicBezTo>
                      <a:pt x="81" y="27"/>
                      <a:pt x="148" y="13"/>
                      <a:pt x="2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9"/>
              <p:cNvSpPr/>
              <p:nvPr/>
            </p:nvSpPr>
            <p:spPr>
              <a:xfrm>
                <a:off x="6805150" y="3851138"/>
                <a:ext cx="18450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738" h="55" extrusionOk="0">
                    <a:moveTo>
                      <a:pt x="121" y="54"/>
                    </a:moveTo>
                    <a:lnTo>
                      <a:pt x="0" y="54"/>
                    </a:lnTo>
                    <a:lnTo>
                      <a:pt x="0" y="54"/>
                    </a:lnTo>
                    <a:lnTo>
                      <a:pt x="121" y="54"/>
                    </a:lnTo>
                    <a:cubicBezTo>
                      <a:pt x="322" y="54"/>
                      <a:pt x="523" y="27"/>
                      <a:pt x="738" y="1"/>
                    </a:cubicBezTo>
                    <a:lnTo>
                      <a:pt x="738" y="1"/>
                    </a:lnTo>
                    <a:cubicBezTo>
                      <a:pt x="523" y="27"/>
                      <a:pt x="322" y="54"/>
                      <a:pt x="121" y="5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9"/>
              <p:cNvSpPr/>
              <p:nvPr/>
            </p:nvSpPr>
            <p:spPr>
              <a:xfrm>
                <a:off x="6761900" y="3846113"/>
                <a:ext cx="2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68" extrusionOk="0">
                    <a:moveTo>
                      <a:pt x="0" y="0"/>
                    </a:moveTo>
                    <a:cubicBezTo>
                      <a:pt x="27" y="27"/>
                      <a:pt x="54" y="54"/>
                      <a:pt x="94" y="68"/>
                    </a:cubicBezTo>
                    <a:cubicBezTo>
                      <a:pt x="94" y="68"/>
                      <a:pt x="94" y="68"/>
                      <a:pt x="94" y="68"/>
                    </a:cubicBezTo>
                    <a:cubicBezTo>
                      <a:pt x="94" y="68"/>
                      <a:pt x="94" y="68"/>
                      <a:pt x="94" y="68"/>
                    </a:cubicBezTo>
                    <a:cubicBezTo>
                      <a:pt x="54" y="54"/>
                      <a:pt x="27" y="27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9"/>
              <p:cNvSpPr/>
              <p:nvPr/>
            </p:nvSpPr>
            <p:spPr>
              <a:xfrm>
                <a:off x="6787050" y="3851488"/>
                <a:ext cx="4700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7" extrusionOk="0">
                    <a:moveTo>
                      <a:pt x="188" y="27"/>
                    </a:moveTo>
                    <a:cubicBezTo>
                      <a:pt x="121" y="13"/>
                      <a:pt x="54" y="13"/>
                      <a:pt x="0" y="0"/>
                    </a:cubicBezTo>
                    <a:cubicBezTo>
                      <a:pt x="54" y="13"/>
                      <a:pt x="121" y="13"/>
                      <a:pt x="188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9"/>
              <p:cNvSpPr/>
              <p:nvPr/>
            </p:nvSpPr>
            <p:spPr>
              <a:xfrm>
                <a:off x="6825275" y="3850138"/>
                <a:ext cx="5375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41" extrusionOk="0">
                    <a:moveTo>
                      <a:pt x="215" y="0"/>
                    </a:moveTo>
                    <a:cubicBezTo>
                      <a:pt x="148" y="14"/>
                      <a:pt x="81" y="27"/>
                      <a:pt x="0" y="41"/>
                    </a:cubicBezTo>
                    <a:cubicBezTo>
                      <a:pt x="81" y="27"/>
                      <a:pt x="148" y="14"/>
                      <a:pt x="2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9"/>
              <p:cNvSpPr/>
              <p:nvPr/>
            </p:nvSpPr>
            <p:spPr>
              <a:xfrm>
                <a:off x="6767250" y="3849138"/>
                <a:ext cx="6075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243" h="41" extrusionOk="0">
                    <a:moveTo>
                      <a:pt x="1" y="0"/>
                    </a:moveTo>
                    <a:cubicBezTo>
                      <a:pt x="81" y="14"/>
                      <a:pt x="162" y="27"/>
                      <a:pt x="242" y="40"/>
                    </a:cubicBezTo>
                    <a:cubicBezTo>
                      <a:pt x="202" y="27"/>
                      <a:pt x="162" y="27"/>
                      <a:pt x="122" y="1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9"/>
              <p:cNvSpPr/>
              <p:nvPr/>
            </p:nvSpPr>
            <p:spPr>
              <a:xfrm>
                <a:off x="6778000" y="3850813"/>
                <a:ext cx="4375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4" extrusionOk="0">
                    <a:moveTo>
                      <a:pt x="174" y="14"/>
                    </a:moveTo>
                    <a:cubicBezTo>
                      <a:pt x="107" y="14"/>
                      <a:pt x="54" y="0"/>
                      <a:pt x="0" y="0"/>
                    </a:cubicBezTo>
                    <a:cubicBezTo>
                      <a:pt x="54" y="0"/>
                      <a:pt x="107" y="14"/>
                      <a:pt x="174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9"/>
              <p:cNvSpPr/>
              <p:nvPr/>
            </p:nvSpPr>
            <p:spPr>
              <a:xfrm>
                <a:off x="6796100" y="3852138"/>
                <a:ext cx="8400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336" h="15" extrusionOk="0">
                    <a:moveTo>
                      <a:pt x="336" y="14"/>
                    </a:moveTo>
                    <a:cubicBezTo>
                      <a:pt x="228" y="14"/>
                      <a:pt x="108" y="14"/>
                      <a:pt x="0" y="1"/>
                    </a:cubicBezTo>
                    <a:cubicBezTo>
                      <a:pt x="108" y="14"/>
                      <a:pt x="228" y="14"/>
                      <a:pt x="336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9"/>
              <p:cNvSpPr/>
              <p:nvPr/>
            </p:nvSpPr>
            <p:spPr>
              <a:xfrm>
                <a:off x="6847050" y="3839063"/>
                <a:ext cx="3725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43" extrusionOk="0">
                    <a:moveTo>
                      <a:pt x="148" y="1"/>
                    </a:moveTo>
                    <a:cubicBezTo>
                      <a:pt x="146" y="9"/>
                      <a:pt x="144" y="16"/>
                      <a:pt x="141" y="24"/>
                    </a:cubicBezTo>
                    <a:lnTo>
                      <a:pt x="141" y="24"/>
                    </a:lnTo>
                    <a:cubicBezTo>
                      <a:pt x="145" y="15"/>
                      <a:pt x="148" y="8"/>
                      <a:pt x="148" y="1"/>
                    </a:cubicBezTo>
                    <a:close/>
                    <a:moveTo>
                      <a:pt x="141" y="24"/>
                    </a:moveTo>
                    <a:lnTo>
                      <a:pt x="141" y="24"/>
                    </a:lnTo>
                    <a:cubicBezTo>
                      <a:pt x="140" y="26"/>
                      <a:pt x="139" y="29"/>
                      <a:pt x="138" y="32"/>
                    </a:cubicBezTo>
                    <a:lnTo>
                      <a:pt x="138" y="32"/>
                    </a:lnTo>
                    <a:cubicBezTo>
                      <a:pt x="139" y="29"/>
                      <a:pt x="140" y="27"/>
                      <a:pt x="141" y="24"/>
                    </a:cubicBezTo>
                    <a:close/>
                    <a:moveTo>
                      <a:pt x="138" y="32"/>
                    </a:moveTo>
                    <a:cubicBezTo>
                      <a:pt x="109" y="113"/>
                      <a:pt x="60" y="183"/>
                      <a:pt x="1" y="242"/>
                    </a:cubicBezTo>
                    <a:cubicBezTo>
                      <a:pt x="54" y="189"/>
                      <a:pt x="108" y="122"/>
                      <a:pt x="135" y="54"/>
                    </a:cubicBezTo>
                    <a:cubicBezTo>
                      <a:pt x="135" y="46"/>
                      <a:pt x="136" y="38"/>
                      <a:pt x="138" y="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9"/>
              <p:cNvSpPr/>
              <p:nvPr/>
            </p:nvSpPr>
            <p:spPr>
              <a:xfrm>
                <a:off x="6759225" y="3841413"/>
                <a:ext cx="6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68" extrusionOk="0">
                    <a:moveTo>
                      <a:pt x="0" y="1"/>
                    </a:moveTo>
                    <a:cubicBezTo>
                      <a:pt x="0" y="28"/>
                      <a:pt x="13" y="41"/>
                      <a:pt x="27" y="68"/>
                    </a:cubicBezTo>
                    <a:cubicBezTo>
                      <a:pt x="13" y="41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9"/>
              <p:cNvSpPr/>
              <p:nvPr/>
            </p:nvSpPr>
            <p:spPr>
              <a:xfrm>
                <a:off x="6758875" y="3789463"/>
                <a:ext cx="1025" cy="49300"/>
              </a:xfrm>
              <a:custGeom>
                <a:avLst/>
                <a:gdLst/>
                <a:ahLst/>
                <a:cxnLst/>
                <a:rect l="l" t="t" r="r" b="b"/>
                <a:pathLst>
                  <a:path w="41" h="1972" extrusionOk="0">
                    <a:moveTo>
                      <a:pt x="1" y="0"/>
                    </a:moveTo>
                    <a:lnTo>
                      <a:pt x="1" y="27"/>
                    </a:lnTo>
                    <a:cubicBezTo>
                      <a:pt x="1" y="75"/>
                      <a:pt x="1" y="123"/>
                      <a:pt x="10" y="170"/>
                    </a:cubicBezTo>
                    <a:lnTo>
                      <a:pt x="10" y="170"/>
                    </a:lnTo>
                    <a:cubicBezTo>
                      <a:pt x="7" y="114"/>
                      <a:pt x="4" y="57"/>
                      <a:pt x="1" y="0"/>
                    </a:cubicBezTo>
                    <a:close/>
                    <a:moveTo>
                      <a:pt x="10" y="170"/>
                    </a:moveTo>
                    <a:cubicBezTo>
                      <a:pt x="33" y="617"/>
                      <a:pt x="37" y="1064"/>
                      <a:pt x="22" y="1506"/>
                    </a:cubicBezTo>
                    <a:lnTo>
                      <a:pt x="22" y="1506"/>
                    </a:lnTo>
                    <a:cubicBezTo>
                      <a:pt x="24" y="1478"/>
                      <a:pt x="25" y="1450"/>
                      <a:pt x="27" y="1422"/>
                    </a:cubicBezTo>
                    <a:lnTo>
                      <a:pt x="27" y="1381"/>
                    </a:lnTo>
                    <a:cubicBezTo>
                      <a:pt x="41" y="979"/>
                      <a:pt x="27" y="590"/>
                      <a:pt x="14" y="188"/>
                    </a:cubicBezTo>
                    <a:cubicBezTo>
                      <a:pt x="13" y="182"/>
                      <a:pt x="11" y="176"/>
                      <a:pt x="10" y="170"/>
                    </a:cubicBezTo>
                    <a:close/>
                    <a:moveTo>
                      <a:pt x="22" y="1506"/>
                    </a:moveTo>
                    <a:cubicBezTo>
                      <a:pt x="17" y="1594"/>
                      <a:pt x="15" y="1680"/>
                      <a:pt x="11" y="1767"/>
                    </a:cubicBezTo>
                    <a:lnTo>
                      <a:pt x="11" y="1767"/>
                    </a:lnTo>
                    <a:cubicBezTo>
                      <a:pt x="16" y="1680"/>
                      <a:pt x="19" y="1593"/>
                      <a:pt x="22" y="1506"/>
                    </a:cubicBezTo>
                    <a:close/>
                    <a:moveTo>
                      <a:pt x="11" y="1767"/>
                    </a:moveTo>
                    <a:cubicBezTo>
                      <a:pt x="8" y="1830"/>
                      <a:pt x="5" y="1894"/>
                      <a:pt x="1" y="1958"/>
                    </a:cubicBezTo>
                    <a:cubicBezTo>
                      <a:pt x="1" y="1962"/>
                      <a:pt x="1" y="1967"/>
                      <a:pt x="1" y="1971"/>
                    </a:cubicBezTo>
                    <a:cubicBezTo>
                      <a:pt x="6" y="1902"/>
                      <a:pt x="9" y="1834"/>
                      <a:pt x="11" y="17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9"/>
              <p:cNvSpPr/>
              <p:nvPr/>
            </p:nvSpPr>
            <p:spPr>
              <a:xfrm>
                <a:off x="6760225" y="3843763"/>
                <a:ext cx="135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4" h="68" extrusionOk="0">
                    <a:moveTo>
                      <a:pt x="0" y="1"/>
                    </a:moveTo>
                    <a:cubicBezTo>
                      <a:pt x="14" y="27"/>
                      <a:pt x="27" y="54"/>
                      <a:pt x="54" y="68"/>
                    </a:cubicBezTo>
                    <a:cubicBezTo>
                      <a:pt x="27" y="54"/>
                      <a:pt x="14" y="27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9"/>
              <p:cNvSpPr/>
              <p:nvPr/>
            </p:nvSpPr>
            <p:spPr>
              <a:xfrm>
                <a:off x="6791400" y="3775713"/>
                <a:ext cx="4050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4" extrusionOk="0">
                    <a:moveTo>
                      <a:pt x="68" y="0"/>
                    </a:moveTo>
                    <a:cubicBezTo>
                      <a:pt x="41" y="0"/>
                      <a:pt x="27" y="14"/>
                      <a:pt x="1" y="14"/>
                    </a:cubicBezTo>
                    <a:cubicBezTo>
                      <a:pt x="54" y="14"/>
                      <a:pt x="108" y="0"/>
                      <a:pt x="1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9"/>
              <p:cNvSpPr/>
              <p:nvPr/>
            </p:nvSpPr>
            <p:spPr>
              <a:xfrm>
                <a:off x="6800800" y="3775363"/>
                <a:ext cx="7400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5" extrusionOk="0">
                    <a:moveTo>
                      <a:pt x="134" y="1"/>
                    </a:moveTo>
                    <a:cubicBezTo>
                      <a:pt x="94" y="1"/>
                      <a:pt x="54" y="14"/>
                      <a:pt x="0" y="14"/>
                    </a:cubicBezTo>
                    <a:cubicBezTo>
                      <a:pt x="94" y="14"/>
                      <a:pt x="201" y="1"/>
                      <a:pt x="2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9"/>
              <p:cNvSpPr/>
              <p:nvPr/>
            </p:nvSpPr>
            <p:spPr>
              <a:xfrm>
                <a:off x="6767925" y="3782063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9"/>
              <p:cNvSpPr/>
              <p:nvPr/>
            </p:nvSpPr>
            <p:spPr>
              <a:xfrm>
                <a:off x="6783700" y="3779063"/>
                <a:ext cx="772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28" extrusionOk="0">
                    <a:moveTo>
                      <a:pt x="0" y="27"/>
                    </a:moveTo>
                    <a:cubicBezTo>
                      <a:pt x="107" y="27"/>
                      <a:pt x="201" y="14"/>
                      <a:pt x="309" y="0"/>
                    </a:cubicBezTo>
                    <a:cubicBezTo>
                      <a:pt x="201" y="14"/>
                      <a:pt x="107" y="27"/>
                      <a:pt x="0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9"/>
              <p:cNvSpPr/>
              <p:nvPr/>
            </p:nvSpPr>
            <p:spPr>
              <a:xfrm>
                <a:off x="6772950" y="3780388"/>
                <a:ext cx="6750" cy="1050"/>
              </a:xfrm>
              <a:custGeom>
                <a:avLst/>
                <a:gdLst/>
                <a:ahLst/>
                <a:cxnLst/>
                <a:rect l="l" t="t" r="r" b="b"/>
                <a:pathLst>
                  <a:path w="270" h="42" extrusionOk="0">
                    <a:moveTo>
                      <a:pt x="269" y="1"/>
                    </a:moveTo>
                    <a:cubicBezTo>
                      <a:pt x="189" y="1"/>
                      <a:pt x="95" y="14"/>
                      <a:pt x="1" y="41"/>
                    </a:cubicBezTo>
                    <a:cubicBezTo>
                      <a:pt x="95" y="14"/>
                      <a:pt x="175" y="14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9"/>
              <p:cNvSpPr/>
              <p:nvPr/>
            </p:nvSpPr>
            <p:spPr>
              <a:xfrm>
                <a:off x="6761900" y="3785763"/>
                <a:ext cx="10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41" h="148" extrusionOk="0">
                    <a:moveTo>
                      <a:pt x="0" y="148"/>
                    </a:moveTo>
                    <a:lnTo>
                      <a:pt x="0" y="148"/>
                    </a:lnTo>
                    <a:cubicBezTo>
                      <a:pt x="0" y="94"/>
                      <a:pt x="14" y="41"/>
                      <a:pt x="41" y="0"/>
                    </a:cubicBezTo>
                    <a:cubicBezTo>
                      <a:pt x="14" y="41"/>
                      <a:pt x="0" y="94"/>
                      <a:pt x="0" y="14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9"/>
              <p:cNvSpPr/>
              <p:nvPr/>
            </p:nvSpPr>
            <p:spPr>
              <a:xfrm>
                <a:off x="6822925" y="3848113"/>
                <a:ext cx="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" h="1" extrusionOk="0">
                    <a:moveTo>
                      <a:pt x="27" y="1"/>
                    </a:moveTo>
                    <a:lnTo>
                      <a:pt x="27" y="1"/>
                    </a:lnTo>
                    <a:cubicBezTo>
                      <a:pt x="14" y="1"/>
                      <a:pt x="0" y="1"/>
                      <a:pt x="0" y="1"/>
                    </a:cubicBezTo>
                    <a:cubicBezTo>
                      <a:pt x="0" y="1"/>
                      <a:pt x="14" y="1"/>
                      <a:pt x="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9"/>
              <p:cNvSpPr/>
              <p:nvPr/>
            </p:nvSpPr>
            <p:spPr>
              <a:xfrm>
                <a:off x="6796775" y="3849138"/>
                <a:ext cx="4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" extrusionOk="0">
                    <a:moveTo>
                      <a:pt x="174" y="0"/>
                    </a:moveTo>
                    <a:cubicBezTo>
                      <a:pt x="121" y="0"/>
                      <a:pt x="54" y="0"/>
                      <a:pt x="0" y="0"/>
                    </a:cubicBezTo>
                    <a:cubicBezTo>
                      <a:pt x="54" y="0"/>
                      <a:pt x="121" y="0"/>
                      <a:pt x="1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9"/>
              <p:cNvSpPr/>
              <p:nvPr/>
            </p:nvSpPr>
            <p:spPr>
              <a:xfrm>
                <a:off x="6774625" y="3847113"/>
                <a:ext cx="40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8" extrusionOk="0">
                    <a:moveTo>
                      <a:pt x="162" y="28"/>
                    </a:moveTo>
                    <a:cubicBezTo>
                      <a:pt x="108" y="14"/>
                      <a:pt x="55" y="1"/>
                      <a:pt x="1" y="1"/>
                    </a:cubicBezTo>
                    <a:cubicBezTo>
                      <a:pt x="55" y="1"/>
                      <a:pt x="108" y="14"/>
                      <a:pt x="162" y="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9"/>
              <p:cNvSpPr/>
              <p:nvPr/>
            </p:nvSpPr>
            <p:spPr>
              <a:xfrm>
                <a:off x="6783350" y="3848113"/>
                <a:ext cx="942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8" extrusionOk="0">
                    <a:moveTo>
                      <a:pt x="376" y="28"/>
                    </a:moveTo>
                    <a:cubicBezTo>
                      <a:pt x="255" y="28"/>
                      <a:pt x="121" y="14"/>
                      <a:pt x="1" y="1"/>
                    </a:cubicBezTo>
                    <a:cubicBezTo>
                      <a:pt x="121" y="14"/>
                      <a:pt x="255" y="28"/>
                      <a:pt x="376" y="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9"/>
              <p:cNvSpPr/>
              <p:nvPr/>
            </p:nvSpPr>
            <p:spPr>
              <a:xfrm>
                <a:off x="6761900" y="3838738"/>
                <a:ext cx="2025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81" h="202" extrusionOk="0">
                    <a:moveTo>
                      <a:pt x="0" y="1"/>
                    </a:moveTo>
                    <a:cubicBezTo>
                      <a:pt x="0" y="81"/>
                      <a:pt x="27" y="148"/>
                      <a:pt x="81" y="202"/>
                    </a:cubicBezTo>
                    <a:cubicBezTo>
                      <a:pt x="27" y="148"/>
                      <a:pt x="0" y="68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9"/>
              <p:cNvSpPr/>
              <p:nvPr/>
            </p:nvSpPr>
            <p:spPr>
              <a:xfrm>
                <a:off x="6767250" y="3845788"/>
                <a:ext cx="7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" h="1" extrusionOk="0">
                    <a:moveTo>
                      <a:pt x="28" y="0"/>
                    </a:moveTo>
                    <a:lnTo>
                      <a:pt x="28" y="0"/>
                    </a:lnTo>
                    <a:cubicBezTo>
                      <a:pt x="28" y="0"/>
                      <a:pt x="14" y="0"/>
                      <a:pt x="1" y="0"/>
                    </a:cubicBezTo>
                    <a:cubicBezTo>
                      <a:pt x="14" y="0"/>
                      <a:pt x="14" y="0"/>
                      <a:pt x="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9"/>
              <p:cNvSpPr/>
              <p:nvPr/>
            </p:nvSpPr>
            <p:spPr>
              <a:xfrm>
                <a:off x="6761900" y="3791463"/>
                <a:ext cx="1350" cy="4730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892" extrusionOk="0">
                    <a:moveTo>
                      <a:pt x="0" y="0"/>
                    </a:moveTo>
                    <a:cubicBezTo>
                      <a:pt x="54" y="631"/>
                      <a:pt x="54" y="1261"/>
                      <a:pt x="0" y="1891"/>
                    </a:cubicBezTo>
                    <a:cubicBezTo>
                      <a:pt x="54" y="1261"/>
                      <a:pt x="54" y="631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9"/>
              <p:cNvSpPr/>
              <p:nvPr/>
            </p:nvSpPr>
            <p:spPr>
              <a:xfrm>
                <a:off x="6847725" y="3783413"/>
                <a:ext cx="3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4" h="28" extrusionOk="0">
                    <a:moveTo>
                      <a:pt x="1" y="1"/>
                    </a:moveTo>
                    <a:cubicBezTo>
                      <a:pt x="1" y="14"/>
                      <a:pt x="1" y="14"/>
                      <a:pt x="14" y="27"/>
                    </a:cubicBezTo>
                    <a:cubicBezTo>
                      <a:pt x="1" y="1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9"/>
              <p:cNvSpPr/>
              <p:nvPr/>
            </p:nvSpPr>
            <p:spPr>
              <a:xfrm>
                <a:off x="6848725" y="3784763"/>
                <a:ext cx="3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28" extrusionOk="0">
                    <a:moveTo>
                      <a:pt x="1" y="0"/>
                    </a:moveTo>
                    <a:cubicBezTo>
                      <a:pt x="1" y="1"/>
                      <a:pt x="14" y="14"/>
                      <a:pt x="14" y="27"/>
                    </a:cubicBezTo>
                    <a:cubicBezTo>
                      <a:pt x="14" y="14"/>
                      <a:pt x="14" y="14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9"/>
              <p:cNvSpPr/>
              <p:nvPr/>
            </p:nvSpPr>
            <p:spPr>
              <a:xfrm>
                <a:off x="6846050" y="3782063"/>
                <a:ext cx="70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1" y="1"/>
                    </a:moveTo>
                    <a:cubicBezTo>
                      <a:pt x="1" y="1"/>
                      <a:pt x="14" y="14"/>
                      <a:pt x="27" y="28"/>
                    </a:cubicBezTo>
                    <a:cubicBezTo>
                      <a:pt x="14" y="14"/>
                      <a:pt x="14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9"/>
              <p:cNvSpPr/>
              <p:nvPr/>
            </p:nvSpPr>
            <p:spPr>
              <a:xfrm>
                <a:off x="6849750" y="3786438"/>
                <a:ext cx="3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4" h="28" extrusionOk="0">
                    <a:moveTo>
                      <a:pt x="0" y="0"/>
                    </a:moveTo>
                    <a:cubicBezTo>
                      <a:pt x="13" y="0"/>
                      <a:pt x="13" y="14"/>
                      <a:pt x="13" y="27"/>
                    </a:cubicBezTo>
                    <a:cubicBezTo>
                      <a:pt x="13" y="14"/>
                      <a:pt x="13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9"/>
              <p:cNvSpPr/>
              <p:nvPr/>
            </p:nvSpPr>
            <p:spPr>
              <a:xfrm>
                <a:off x="6844375" y="3781413"/>
                <a:ext cx="700" cy="35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4" extrusionOk="0">
                    <a:moveTo>
                      <a:pt x="0" y="0"/>
                    </a:moveTo>
                    <a:cubicBezTo>
                      <a:pt x="0" y="0"/>
                      <a:pt x="14" y="0"/>
                      <a:pt x="27" y="14"/>
                    </a:cubicBezTo>
                    <a:cubicBezTo>
                      <a:pt x="14" y="0"/>
                      <a:pt x="1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9"/>
              <p:cNvSpPr/>
              <p:nvPr/>
            </p:nvSpPr>
            <p:spPr>
              <a:xfrm>
                <a:off x="6837325" y="3779388"/>
                <a:ext cx="5400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216" h="55" extrusionOk="0">
                    <a:moveTo>
                      <a:pt x="1" y="1"/>
                    </a:moveTo>
                    <a:cubicBezTo>
                      <a:pt x="68" y="14"/>
                      <a:pt x="148" y="27"/>
                      <a:pt x="215" y="54"/>
                    </a:cubicBezTo>
                    <a:cubicBezTo>
                      <a:pt x="148" y="27"/>
                      <a:pt x="81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9"/>
              <p:cNvSpPr/>
              <p:nvPr/>
            </p:nvSpPr>
            <p:spPr>
              <a:xfrm>
                <a:off x="6842700" y="3836063"/>
                <a:ext cx="8500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340" h="457" extrusionOk="0">
                    <a:moveTo>
                      <a:pt x="336" y="0"/>
                    </a:moveTo>
                    <a:cubicBezTo>
                      <a:pt x="336" y="14"/>
                      <a:pt x="336" y="27"/>
                      <a:pt x="336" y="40"/>
                    </a:cubicBezTo>
                    <a:cubicBezTo>
                      <a:pt x="336" y="67"/>
                      <a:pt x="322" y="94"/>
                      <a:pt x="322" y="121"/>
                    </a:cubicBezTo>
                    <a:cubicBezTo>
                      <a:pt x="321" y="130"/>
                      <a:pt x="319" y="139"/>
                      <a:pt x="317" y="148"/>
                    </a:cubicBezTo>
                    <a:lnTo>
                      <a:pt x="317" y="148"/>
                    </a:lnTo>
                    <a:cubicBezTo>
                      <a:pt x="332" y="101"/>
                      <a:pt x="339" y="51"/>
                      <a:pt x="336" y="0"/>
                    </a:cubicBezTo>
                    <a:close/>
                    <a:moveTo>
                      <a:pt x="317" y="148"/>
                    </a:moveTo>
                    <a:cubicBezTo>
                      <a:pt x="271" y="288"/>
                      <a:pt x="151" y="406"/>
                      <a:pt x="0" y="456"/>
                    </a:cubicBezTo>
                    <a:cubicBezTo>
                      <a:pt x="67" y="443"/>
                      <a:pt x="121" y="402"/>
                      <a:pt x="175" y="362"/>
                    </a:cubicBezTo>
                    <a:cubicBezTo>
                      <a:pt x="235" y="302"/>
                      <a:pt x="296" y="230"/>
                      <a:pt x="317" y="14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9"/>
              <p:cNvSpPr/>
              <p:nvPr/>
            </p:nvSpPr>
            <p:spPr>
              <a:xfrm>
                <a:off x="6850325" y="3791788"/>
                <a:ext cx="775" cy="4195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678" extrusionOk="0">
                    <a:moveTo>
                      <a:pt x="31" y="1"/>
                    </a:moveTo>
                    <a:cubicBezTo>
                      <a:pt x="11" y="277"/>
                      <a:pt x="0" y="556"/>
                      <a:pt x="1" y="837"/>
                    </a:cubicBezTo>
                    <a:lnTo>
                      <a:pt x="1" y="837"/>
                    </a:lnTo>
                    <a:cubicBezTo>
                      <a:pt x="1" y="559"/>
                      <a:pt x="11" y="282"/>
                      <a:pt x="31" y="1"/>
                    </a:cubicBezTo>
                    <a:close/>
                    <a:moveTo>
                      <a:pt x="1" y="837"/>
                    </a:moveTo>
                    <a:cubicBezTo>
                      <a:pt x="0" y="1116"/>
                      <a:pt x="11" y="1395"/>
                      <a:pt x="31" y="1677"/>
                    </a:cubicBezTo>
                    <a:cubicBezTo>
                      <a:pt x="11" y="1396"/>
                      <a:pt x="1" y="1116"/>
                      <a:pt x="1" y="8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9"/>
              <p:cNvSpPr/>
              <p:nvPr/>
            </p:nvSpPr>
            <p:spPr>
              <a:xfrm>
                <a:off x="6850400" y="3788113"/>
                <a:ext cx="3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5" h="28" extrusionOk="0">
                    <a:moveTo>
                      <a:pt x="1" y="0"/>
                    </a:moveTo>
                    <a:cubicBezTo>
                      <a:pt x="14" y="0"/>
                      <a:pt x="14" y="14"/>
                      <a:pt x="14" y="27"/>
                    </a:cubicBezTo>
                    <a:cubicBezTo>
                      <a:pt x="14" y="14"/>
                      <a:pt x="14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9"/>
              <p:cNvSpPr/>
              <p:nvPr/>
            </p:nvSpPr>
            <p:spPr>
              <a:xfrm>
                <a:off x="6851075" y="3789788"/>
                <a:ext cx="2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28" extrusionOk="0">
                    <a:moveTo>
                      <a:pt x="1" y="27"/>
                    </a:moveTo>
                    <a:cubicBezTo>
                      <a:pt x="1" y="27"/>
                      <a:pt x="1" y="14"/>
                      <a:pt x="1" y="0"/>
                    </a:cubicBezTo>
                    <a:cubicBezTo>
                      <a:pt x="1" y="14"/>
                      <a:pt x="1" y="14"/>
                      <a:pt x="1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9"/>
              <p:cNvSpPr/>
              <p:nvPr/>
            </p:nvSpPr>
            <p:spPr>
              <a:xfrm>
                <a:off x="6780675" y="3778713"/>
                <a:ext cx="12100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55" extrusionOk="0">
                    <a:moveTo>
                      <a:pt x="470" y="1"/>
                    </a:moveTo>
                    <a:cubicBezTo>
                      <a:pt x="322" y="1"/>
                      <a:pt x="161" y="14"/>
                      <a:pt x="0" y="41"/>
                    </a:cubicBezTo>
                    <a:lnTo>
                      <a:pt x="0" y="54"/>
                    </a:lnTo>
                    <a:lnTo>
                      <a:pt x="14" y="54"/>
                    </a:lnTo>
                    <a:cubicBezTo>
                      <a:pt x="41" y="54"/>
                      <a:pt x="81" y="54"/>
                      <a:pt x="121" y="41"/>
                    </a:cubicBezTo>
                    <a:cubicBezTo>
                      <a:pt x="215" y="28"/>
                      <a:pt x="322" y="28"/>
                      <a:pt x="416" y="14"/>
                    </a:cubicBezTo>
                    <a:lnTo>
                      <a:pt x="483" y="14"/>
                    </a:lnTo>
                    <a:cubicBezTo>
                      <a:pt x="483" y="14"/>
                      <a:pt x="483" y="1"/>
                      <a:pt x="4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9"/>
              <p:cNvSpPr/>
              <p:nvPr/>
            </p:nvSpPr>
            <p:spPr>
              <a:xfrm>
                <a:off x="6771950" y="3846438"/>
                <a:ext cx="51650" cy="345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138" extrusionOk="0">
                    <a:moveTo>
                      <a:pt x="1" y="1"/>
                    </a:moveTo>
                    <a:lnTo>
                      <a:pt x="1" y="28"/>
                    </a:lnTo>
                    <a:cubicBezTo>
                      <a:pt x="410" y="98"/>
                      <a:pt x="830" y="138"/>
                      <a:pt x="1261" y="138"/>
                    </a:cubicBezTo>
                    <a:cubicBezTo>
                      <a:pt x="1323" y="138"/>
                      <a:pt x="1386" y="137"/>
                      <a:pt x="1449" y="135"/>
                    </a:cubicBezTo>
                    <a:cubicBezTo>
                      <a:pt x="1664" y="135"/>
                      <a:pt x="1865" y="122"/>
                      <a:pt x="2066" y="95"/>
                    </a:cubicBezTo>
                    <a:lnTo>
                      <a:pt x="2066" y="68"/>
                    </a:lnTo>
                    <a:lnTo>
                      <a:pt x="2039" y="68"/>
                    </a:lnTo>
                    <a:cubicBezTo>
                      <a:pt x="1838" y="95"/>
                      <a:pt x="1650" y="108"/>
                      <a:pt x="1449" y="108"/>
                    </a:cubicBezTo>
                    <a:lnTo>
                      <a:pt x="1449" y="122"/>
                    </a:lnTo>
                    <a:lnTo>
                      <a:pt x="1395" y="122"/>
                    </a:lnTo>
                    <a:cubicBezTo>
                      <a:pt x="1315" y="122"/>
                      <a:pt x="1235" y="122"/>
                      <a:pt x="1167" y="108"/>
                    </a:cubicBezTo>
                    <a:lnTo>
                      <a:pt x="993" y="108"/>
                    </a:lnTo>
                    <a:cubicBezTo>
                      <a:pt x="939" y="108"/>
                      <a:pt x="886" y="108"/>
                      <a:pt x="832" y="95"/>
                    </a:cubicBezTo>
                    <a:cubicBezTo>
                      <a:pt x="711" y="95"/>
                      <a:pt x="577" y="81"/>
                      <a:pt x="457" y="68"/>
                    </a:cubicBezTo>
                    <a:cubicBezTo>
                      <a:pt x="390" y="68"/>
                      <a:pt x="336" y="55"/>
                      <a:pt x="282" y="55"/>
                    </a:cubicBezTo>
                    <a:cubicBezTo>
                      <a:pt x="215" y="41"/>
                      <a:pt x="162" y="28"/>
                      <a:pt x="108" y="28"/>
                    </a:cubicBezTo>
                    <a:cubicBezTo>
                      <a:pt x="68" y="14"/>
                      <a:pt x="28" y="14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9"/>
              <p:cNvSpPr/>
              <p:nvPr/>
            </p:nvSpPr>
            <p:spPr>
              <a:xfrm>
                <a:off x="6758550" y="3775713"/>
                <a:ext cx="64725" cy="76800"/>
              </a:xfrm>
              <a:custGeom>
                <a:avLst/>
                <a:gdLst/>
                <a:ahLst/>
                <a:cxnLst/>
                <a:rect l="l" t="t" r="r" b="b"/>
                <a:pathLst>
                  <a:path w="2589" h="3072" extrusionOk="0">
                    <a:moveTo>
                      <a:pt x="1475" y="0"/>
                    </a:moveTo>
                    <a:cubicBezTo>
                      <a:pt x="1422" y="0"/>
                      <a:pt x="1368" y="14"/>
                      <a:pt x="1315" y="14"/>
                    </a:cubicBezTo>
                    <a:lnTo>
                      <a:pt x="1261" y="14"/>
                    </a:lnTo>
                    <a:cubicBezTo>
                      <a:pt x="1167" y="27"/>
                      <a:pt x="1087" y="27"/>
                      <a:pt x="1006" y="40"/>
                    </a:cubicBezTo>
                    <a:cubicBezTo>
                      <a:pt x="966" y="40"/>
                      <a:pt x="912" y="54"/>
                      <a:pt x="859" y="54"/>
                    </a:cubicBezTo>
                    <a:cubicBezTo>
                      <a:pt x="765" y="67"/>
                      <a:pt x="671" y="81"/>
                      <a:pt x="577" y="94"/>
                    </a:cubicBezTo>
                    <a:cubicBezTo>
                      <a:pt x="496" y="107"/>
                      <a:pt x="416" y="121"/>
                      <a:pt x="349" y="134"/>
                    </a:cubicBezTo>
                    <a:cubicBezTo>
                      <a:pt x="309" y="148"/>
                      <a:pt x="268" y="161"/>
                      <a:pt x="228" y="174"/>
                    </a:cubicBezTo>
                    <a:lnTo>
                      <a:pt x="215" y="174"/>
                    </a:lnTo>
                    <a:cubicBezTo>
                      <a:pt x="161" y="215"/>
                      <a:pt x="108" y="268"/>
                      <a:pt x="67" y="335"/>
                    </a:cubicBezTo>
                    <a:cubicBezTo>
                      <a:pt x="27" y="402"/>
                      <a:pt x="0" y="483"/>
                      <a:pt x="14" y="550"/>
                    </a:cubicBezTo>
                    <a:cubicBezTo>
                      <a:pt x="54" y="1207"/>
                      <a:pt x="54" y="1864"/>
                      <a:pt x="14" y="2508"/>
                    </a:cubicBezTo>
                    <a:cubicBezTo>
                      <a:pt x="14" y="2535"/>
                      <a:pt x="14" y="2562"/>
                      <a:pt x="14" y="2588"/>
                    </a:cubicBezTo>
                    <a:cubicBezTo>
                      <a:pt x="14" y="2602"/>
                      <a:pt x="14" y="2615"/>
                      <a:pt x="27" y="2629"/>
                    </a:cubicBezTo>
                    <a:cubicBezTo>
                      <a:pt x="27" y="2656"/>
                      <a:pt x="40" y="2669"/>
                      <a:pt x="40" y="2696"/>
                    </a:cubicBezTo>
                    <a:cubicBezTo>
                      <a:pt x="54" y="2709"/>
                      <a:pt x="54" y="2723"/>
                      <a:pt x="67" y="2723"/>
                    </a:cubicBezTo>
                    <a:cubicBezTo>
                      <a:pt x="81" y="2749"/>
                      <a:pt x="94" y="2776"/>
                      <a:pt x="108" y="2803"/>
                    </a:cubicBezTo>
                    <a:cubicBezTo>
                      <a:pt x="121" y="2803"/>
                      <a:pt x="121" y="2816"/>
                      <a:pt x="121" y="2816"/>
                    </a:cubicBezTo>
                    <a:cubicBezTo>
                      <a:pt x="148" y="2843"/>
                      <a:pt x="188" y="2870"/>
                      <a:pt x="215" y="2884"/>
                    </a:cubicBezTo>
                    <a:lnTo>
                      <a:pt x="228" y="2884"/>
                    </a:lnTo>
                    <a:cubicBezTo>
                      <a:pt x="268" y="2910"/>
                      <a:pt x="309" y="2924"/>
                      <a:pt x="349" y="2937"/>
                    </a:cubicBezTo>
                    <a:cubicBezTo>
                      <a:pt x="429" y="2951"/>
                      <a:pt x="510" y="2964"/>
                      <a:pt x="590" y="2977"/>
                    </a:cubicBezTo>
                    <a:cubicBezTo>
                      <a:pt x="657" y="2977"/>
                      <a:pt x="711" y="2991"/>
                      <a:pt x="778" y="3004"/>
                    </a:cubicBezTo>
                    <a:cubicBezTo>
                      <a:pt x="832" y="3004"/>
                      <a:pt x="885" y="3018"/>
                      <a:pt x="952" y="3018"/>
                    </a:cubicBezTo>
                    <a:cubicBezTo>
                      <a:pt x="1006" y="3031"/>
                      <a:pt x="1073" y="3031"/>
                      <a:pt x="1140" y="3044"/>
                    </a:cubicBezTo>
                    <a:cubicBezTo>
                      <a:pt x="1194" y="3044"/>
                      <a:pt x="1261" y="3044"/>
                      <a:pt x="1328" y="3058"/>
                    </a:cubicBezTo>
                    <a:lnTo>
                      <a:pt x="1502" y="3058"/>
                    </a:lnTo>
                    <a:cubicBezTo>
                      <a:pt x="1610" y="3071"/>
                      <a:pt x="1730" y="3071"/>
                      <a:pt x="1838" y="3071"/>
                    </a:cubicBezTo>
                    <a:lnTo>
                      <a:pt x="1985" y="3071"/>
                    </a:lnTo>
                    <a:cubicBezTo>
                      <a:pt x="2186" y="3071"/>
                      <a:pt x="2387" y="3044"/>
                      <a:pt x="2589" y="3018"/>
                    </a:cubicBezTo>
                    <a:lnTo>
                      <a:pt x="2589" y="3004"/>
                    </a:lnTo>
                    <a:cubicBezTo>
                      <a:pt x="2387" y="3031"/>
                      <a:pt x="2186" y="3044"/>
                      <a:pt x="1985" y="3044"/>
                    </a:cubicBezTo>
                    <a:lnTo>
                      <a:pt x="1864" y="3044"/>
                    </a:lnTo>
                    <a:cubicBezTo>
                      <a:pt x="1395" y="3044"/>
                      <a:pt x="926" y="3018"/>
                      <a:pt x="483" y="2937"/>
                    </a:cubicBezTo>
                    <a:lnTo>
                      <a:pt x="443" y="2924"/>
                    </a:lnTo>
                    <a:lnTo>
                      <a:pt x="443" y="2884"/>
                    </a:lnTo>
                    <a:lnTo>
                      <a:pt x="443" y="2870"/>
                    </a:lnTo>
                    <a:cubicBezTo>
                      <a:pt x="443" y="2843"/>
                      <a:pt x="443" y="2830"/>
                      <a:pt x="443" y="2816"/>
                    </a:cubicBezTo>
                    <a:cubicBezTo>
                      <a:pt x="416" y="2816"/>
                      <a:pt x="403" y="2816"/>
                      <a:pt x="376" y="2803"/>
                    </a:cubicBezTo>
                    <a:lnTo>
                      <a:pt x="349" y="2803"/>
                    </a:lnTo>
                    <a:cubicBezTo>
                      <a:pt x="322" y="2790"/>
                      <a:pt x="309" y="2790"/>
                      <a:pt x="282" y="2776"/>
                    </a:cubicBezTo>
                    <a:cubicBezTo>
                      <a:pt x="282" y="2776"/>
                      <a:pt x="268" y="2763"/>
                      <a:pt x="268" y="2763"/>
                    </a:cubicBezTo>
                    <a:lnTo>
                      <a:pt x="228" y="2763"/>
                    </a:lnTo>
                    <a:cubicBezTo>
                      <a:pt x="228" y="2749"/>
                      <a:pt x="228" y="2736"/>
                      <a:pt x="228" y="2736"/>
                    </a:cubicBezTo>
                    <a:cubicBezTo>
                      <a:pt x="228" y="2723"/>
                      <a:pt x="228" y="2723"/>
                      <a:pt x="215" y="2723"/>
                    </a:cubicBezTo>
                    <a:cubicBezTo>
                      <a:pt x="161" y="2669"/>
                      <a:pt x="134" y="2588"/>
                      <a:pt x="134" y="2521"/>
                    </a:cubicBezTo>
                    <a:cubicBezTo>
                      <a:pt x="188" y="1891"/>
                      <a:pt x="188" y="1261"/>
                      <a:pt x="134" y="630"/>
                    </a:cubicBezTo>
                    <a:cubicBezTo>
                      <a:pt x="134" y="604"/>
                      <a:pt x="134" y="577"/>
                      <a:pt x="134" y="550"/>
                    </a:cubicBezTo>
                    <a:cubicBezTo>
                      <a:pt x="134" y="496"/>
                      <a:pt x="148" y="443"/>
                      <a:pt x="175" y="402"/>
                    </a:cubicBezTo>
                    <a:cubicBezTo>
                      <a:pt x="188" y="376"/>
                      <a:pt x="215" y="349"/>
                      <a:pt x="228" y="322"/>
                    </a:cubicBezTo>
                    <a:cubicBezTo>
                      <a:pt x="228" y="282"/>
                      <a:pt x="228" y="255"/>
                      <a:pt x="228" y="228"/>
                    </a:cubicBezTo>
                    <a:lnTo>
                      <a:pt x="268" y="228"/>
                    </a:lnTo>
                    <a:cubicBezTo>
                      <a:pt x="268" y="242"/>
                      <a:pt x="268" y="268"/>
                      <a:pt x="268" y="295"/>
                    </a:cubicBezTo>
                    <a:lnTo>
                      <a:pt x="282" y="295"/>
                    </a:lnTo>
                    <a:cubicBezTo>
                      <a:pt x="309" y="268"/>
                      <a:pt x="336" y="268"/>
                      <a:pt x="362" y="255"/>
                    </a:cubicBezTo>
                    <a:lnTo>
                      <a:pt x="376" y="255"/>
                    </a:lnTo>
                    <a:lnTo>
                      <a:pt x="443" y="242"/>
                    </a:lnTo>
                    <a:cubicBezTo>
                      <a:pt x="443" y="228"/>
                      <a:pt x="443" y="215"/>
                      <a:pt x="443" y="201"/>
                    </a:cubicBezTo>
                    <a:lnTo>
                      <a:pt x="443" y="174"/>
                    </a:lnTo>
                    <a:lnTo>
                      <a:pt x="443" y="134"/>
                    </a:lnTo>
                    <a:lnTo>
                      <a:pt x="470" y="134"/>
                    </a:lnTo>
                    <a:cubicBezTo>
                      <a:pt x="604" y="107"/>
                      <a:pt x="724" y="94"/>
                      <a:pt x="845" y="81"/>
                    </a:cubicBezTo>
                    <a:lnTo>
                      <a:pt x="845" y="67"/>
                    </a:lnTo>
                    <a:lnTo>
                      <a:pt x="872" y="67"/>
                    </a:lnTo>
                    <a:cubicBezTo>
                      <a:pt x="1234" y="27"/>
                      <a:pt x="1610" y="14"/>
                      <a:pt x="1985" y="14"/>
                    </a:cubicBezTo>
                    <a:cubicBezTo>
                      <a:pt x="2186" y="14"/>
                      <a:pt x="2387" y="40"/>
                      <a:pt x="2589" y="67"/>
                    </a:cubicBezTo>
                    <a:lnTo>
                      <a:pt x="2589" y="40"/>
                    </a:lnTo>
                    <a:cubicBezTo>
                      <a:pt x="2387" y="14"/>
                      <a:pt x="2186" y="0"/>
                      <a:pt x="19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9"/>
              <p:cNvSpPr/>
              <p:nvPr/>
            </p:nvSpPr>
            <p:spPr>
              <a:xfrm>
                <a:off x="6825275" y="3849788"/>
                <a:ext cx="7050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55" extrusionOk="0">
                    <a:moveTo>
                      <a:pt x="282" y="1"/>
                    </a:moveTo>
                    <a:cubicBezTo>
                      <a:pt x="272" y="1"/>
                      <a:pt x="265" y="3"/>
                      <a:pt x="257" y="5"/>
                    </a:cubicBezTo>
                    <a:lnTo>
                      <a:pt x="257" y="5"/>
                    </a:lnTo>
                    <a:cubicBezTo>
                      <a:pt x="265" y="3"/>
                      <a:pt x="274" y="2"/>
                      <a:pt x="282" y="1"/>
                    </a:cubicBezTo>
                    <a:close/>
                    <a:moveTo>
                      <a:pt x="257" y="5"/>
                    </a:moveTo>
                    <a:lnTo>
                      <a:pt x="257" y="5"/>
                    </a:lnTo>
                    <a:cubicBezTo>
                      <a:pt x="198" y="15"/>
                      <a:pt x="139" y="29"/>
                      <a:pt x="80" y="41"/>
                    </a:cubicBezTo>
                    <a:lnTo>
                      <a:pt x="80" y="41"/>
                    </a:lnTo>
                    <a:cubicBezTo>
                      <a:pt x="127" y="32"/>
                      <a:pt x="171" y="23"/>
                      <a:pt x="215" y="14"/>
                    </a:cubicBezTo>
                    <a:cubicBezTo>
                      <a:pt x="232" y="14"/>
                      <a:pt x="244" y="9"/>
                      <a:pt x="257" y="5"/>
                    </a:cubicBezTo>
                    <a:close/>
                    <a:moveTo>
                      <a:pt x="80" y="41"/>
                    </a:moveTo>
                    <a:lnTo>
                      <a:pt x="80" y="41"/>
                    </a:lnTo>
                    <a:cubicBezTo>
                      <a:pt x="54" y="45"/>
                      <a:pt x="28" y="50"/>
                      <a:pt x="0" y="55"/>
                    </a:cubicBezTo>
                    <a:cubicBezTo>
                      <a:pt x="27" y="51"/>
                      <a:pt x="53" y="46"/>
                      <a:pt x="80" y="4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9"/>
              <p:cNvSpPr/>
              <p:nvPr/>
            </p:nvSpPr>
            <p:spPr>
              <a:xfrm>
                <a:off x="6771625" y="3779738"/>
                <a:ext cx="80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68" extrusionOk="0">
                    <a:moveTo>
                      <a:pt x="322" y="0"/>
                    </a:moveTo>
                    <a:cubicBezTo>
                      <a:pt x="215" y="13"/>
                      <a:pt x="108" y="27"/>
                      <a:pt x="0" y="40"/>
                    </a:cubicBezTo>
                    <a:lnTo>
                      <a:pt x="0" y="67"/>
                    </a:lnTo>
                    <a:cubicBezTo>
                      <a:pt x="27" y="67"/>
                      <a:pt x="41" y="67"/>
                      <a:pt x="54" y="54"/>
                    </a:cubicBezTo>
                    <a:cubicBezTo>
                      <a:pt x="148" y="40"/>
                      <a:pt x="242" y="27"/>
                      <a:pt x="322" y="13"/>
                    </a:cubicBezTo>
                    <a:lnTo>
                      <a:pt x="32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9"/>
              <p:cNvSpPr/>
              <p:nvPr/>
            </p:nvSpPr>
            <p:spPr>
              <a:xfrm>
                <a:off x="6805150" y="3778063"/>
                <a:ext cx="1845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68" extrusionOk="0">
                    <a:moveTo>
                      <a:pt x="0" y="0"/>
                    </a:moveTo>
                    <a:cubicBezTo>
                      <a:pt x="0" y="13"/>
                      <a:pt x="0" y="13"/>
                      <a:pt x="0" y="27"/>
                    </a:cubicBezTo>
                    <a:lnTo>
                      <a:pt x="121" y="27"/>
                    </a:lnTo>
                    <a:cubicBezTo>
                      <a:pt x="322" y="27"/>
                      <a:pt x="523" y="40"/>
                      <a:pt x="738" y="67"/>
                    </a:cubicBezTo>
                    <a:lnTo>
                      <a:pt x="738" y="54"/>
                    </a:lnTo>
                    <a:cubicBezTo>
                      <a:pt x="537" y="27"/>
                      <a:pt x="322" y="0"/>
                      <a:pt x="1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9"/>
              <p:cNvSpPr/>
              <p:nvPr/>
            </p:nvSpPr>
            <p:spPr>
              <a:xfrm>
                <a:off x="6780675" y="3776038"/>
                <a:ext cx="42925" cy="372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9" extrusionOk="0">
                    <a:moveTo>
                      <a:pt x="1100" y="1"/>
                    </a:moveTo>
                    <a:cubicBezTo>
                      <a:pt x="725" y="1"/>
                      <a:pt x="349" y="14"/>
                      <a:pt x="0" y="54"/>
                    </a:cubicBezTo>
                    <a:lnTo>
                      <a:pt x="14" y="54"/>
                    </a:lnTo>
                    <a:lnTo>
                      <a:pt x="14" y="148"/>
                    </a:lnTo>
                    <a:cubicBezTo>
                      <a:pt x="161" y="121"/>
                      <a:pt x="322" y="108"/>
                      <a:pt x="483" y="108"/>
                    </a:cubicBezTo>
                    <a:lnTo>
                      <a:pt x="483" y="94"/>
                    </a:lnTo>
                    <a:lnTo>
                      <a:pt x="470" y="41"/>
                    </a:lnTo>
                    <a:lnTo>
                      <a:pt x="523" y="41"/>
                    </a:lnTo>
                    <a:cubicBezTo>
                      <a:pt x="644" y="41"/>
                      <a:pt x="778" y="27"/>
                      <a:pt x="939" y="27"/>
                    </a:cubicBezTo>
                    <a:lnTo>
                      <a:pt x="979" y="27"/>
                    </a:lnTo>
                    <a:lnTo>
                      <a:pt x="979" y="68"/>
                    </a:lnTo>
                    <a:cubicBezTo>
                      <a:pt x="979" y="68"/>
                      <a:pt x="979" y="81"/>
                      <a:pt x="979" y="81"/>
                    </a:cubicBezTo>
                    <a:lnTo>
                      <a:pt x="1100" y="81"/>
                    </a:lnTo>
                    <a:cubicBezTo>
                      <a:pt x="1301" y="94"/>
                      <a:pt x="1516" y="108"/>
                      <a:pt x="1717" y="135"/>
                    </a:cubicBezTo>
                    <a:lnTo>
                      <a:pt x="1717" y="94"/>
                    </a:lnTo>
                    <a:lnTo>
                      <a:pt x="1717" y="41"/>
                    </a:lnTo>
                    <a:cubicBezTo>
                      <a:pt x="1516" y="14"/>
                      <a:pt x="1301" y="1"/>
                      <a:pt x="11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9"/>
              <p:cNvSpPr/>
              <p:nvPr/>
            </p:nvSpPr>
            <p:spPr>
              <a:xfrm>
                <a:off x="6769600" y="3777713"/>
                <a:ext cx="54000" cy="74450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2978" extrusionOk="0">
                    <a:moveTo>
                      <a:pt x="403" y="1"/>
                    </a:moveTo>
                    <a:cubicBezTo>
                      <a:pt x="282" y="14"/>
                      <a:pt x="162" y="27"/>
                      <a:pt x="28" y="54"/>
                    </a:cubicBezTo>
                    <a:lnTo>
                      <a:pt x="1" y="54"/>
                    </a:lnTo>
                    <a:lnTo>
                      <a:pt x="1" y="94"/>
                    </a:lnTo>
                    <a:lnTo>
                      <a:pt x="1" y="108"/>
                    </a:lnTo>
                    <a:cubicBezTo>
                      <a:pt x="1" y="135"/>
                      <a:pt x="1" y="148"/>
                      <a:pt x="1" y="162"/>
                    </a:cubicBezTo>
                    <a:cubicBezTo>
                      <a:pt x="68" y="1020"/>
                      <a:pt x="68" y="1892"/>
                      <a:pt x="1" y="2736"/>
                    </a:cubicBezTo>
                    <a:cubicBezTo>
                      <a:pt x="1" y="2763"/>
                      <a:pt x="1" y="2777"/>
                      <a:pt x="1" y="2790"/>
                    </a:cubicBezTo>
                    <a:lnTo>
                      <a:pt x="1" y="2817"/>
                    </a:lnTo>
                    <a:lnTo>
                      <a:pt x="1" y="2844"/>
                    </a:lnTo>
                    <a:lnTo>
                      <a:pt x="28" y="2857"/>
                    </a:lnTo>
                    <a:cubicBezTo>
                      <a:pt x="484" y="2938"/>
                      <a:pt x="953" y="2978"/>
                      <a:pt x="1422" y="2978"/>
                    </a:cubicBezTo>
                    <a:lnTo>
                      <a:pt x="1543" y="2978"/>
                    </a:lnTo>
                    <a:cubicBezTo>
                      <a:pt x="1744" y="2964"/>
                      <a:pt x="1945" y="2951"/>
                      <a:pt x="2147" y="2924"/>
                    </a:cubicBezTo>
                    <a:lnTo>
                      <a:pt x="2160" y="2871"/>
                    </a:lnTo>
                    <a:lnTo>
                      <a:pt x="2160" y="2844"/>
                    </a:lnTo>
                    <a:cubicBezTo>
                      <a:pt x="1945" y="2871"/>
                      <a:pt x="1744" y="2884"/>
                      <a:pt x="1543" y="2897"/>
                    </a:cubicBezTo>
                    <a:cubicBezTo>
                      <a:pt x="1047" y="2897"/>
                      <a:pt x="551" y="2857"/>
                      <a:pt x="81" y="2777"/>
                    </a:cubicBezTo>
                    <a:lnTo>
                      <a:pt x="81" y="2750"/>
                    </a:lnTo>
                    <a:cubicBezTo>
                      <a:pt x="148" y="1892"/>
                      <a:pt x="148" y="1020"/>
                      <a:pt x="81" y="148"/>
                    </a:cubicBezTo>
                    <a:lnTo>
                      <a:pt x="81" y="121"/>
                    </a:lnTo>
                    <a:cubicBezTo>
                      <a:pt x="189" y="108"/>
                      <a:pt x="296" y="94"/>
                      <a:pt x="403" y="81"/>
                    </a:cubicBez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9"/>
              <p:cNvSpPr/>
              <p:nvPr/>
            </p:nvSpPr>
            <p:spPr>
              <a:xfrm>
                <a:off x="6824250" y="3814263"/>
                <a:ext cx="10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42" h="806" extrusionOk="0">
                    <a:moveTo>
                      <a:pt x="28" y="0"/>
                    </a:moveTo>
                    <a:cubicBezTo>
                      <a:pt x="28" y="269"/>
                      <a:pt x="14" y="537"/>
                      <a:pt x="1" y="805"/>
                    </a:cubicBezTo>
                    <a:lnTo>
                      <a:pt x="28" y="805"/>
                    </a:lnTo>
                    <a:cubicBezTo>
                      <a:pt x="41" y="537"/>
                      <a:pt x="41" y="269"/>
                      <a:pt x="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9"/>
              <p:cNvSpPr/>
              <p:nvPr/>
            </p:nvSpPr>
            <p:spPr>
              <a:xfrm>
                <a:off x="6823250" y="3776713"/>
                <a:ext cx="28200" cy="74800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992" extrusionOk="0">
                    <a:moveTo>
                      <a:pt x="14" y="0"/>
                    </a:moveTo>
                    <a:lnTo>
                      <a:pt x="14" y="27"/>
                    </a:lnTo>
                    <a:lnTo>
                      <a:pt x="14" y="81"/>
                    </a:lnTo>
                    <a:lnTo>
                      <a:pt x="14" y="108"/>
                    </a:lnTo>
                    <a:lnTo>
                      <a:pt x="14" y="134"/>
                    </a:lnTo>
                    <a:cubicBezTo>
                      <a:pt x="41" y="577"/>
                      <a:pt x="54" y="1020"/>
                      <a:pt x="54" y="1462"/>
                    </a:cubicBezTo>
                    <a:lnTo>
                      <a:pt x="81" y="1462"/>
                    </a:lnTo>
                    <a:cubicBezTo>
                      <a:pt x="81" y="1006"/>
                      <a:pt x="68" y="537"/>
                      <a:pt x="27" y="81"/>
                    </a:cubicBezTo>
                    <a:lnTo>
                      <a:pt x="27" y="27"/>
                    </a:lnTo>
                    <a:lnTo>
                      <a:pt x="81" y="27"/>
                    </a:lnTo>
                    <a:cubicBezTo>
                      <a:pt x="309" y="67"/>
                      <a:pt x="550" y="121"/>
                      <a:pt x="765" y="175"/>
                    </a:cubicBezTo>
                    <a:cubicBezTo>
                      <a:pt x="953" y="228"/>
                      <a:pt x="1087" y="403"/>
                      <a:pt x="1087" y="590"/>
                    </a:cubicBezTo>
                    <a:lnTo>
                      <a:pt x="1087" y="617"/>
                    </a:lnTo>
                    <a:cubicBezTo>
                      <a:pt x="1047" y="1194"/>
                      <a:pt x="1047" y="1797"/>
                      <a:pt x="1087" y="2388"/>
                    </a:cubicBezTo>
                    <a:cubicBezTo>
                      <a:pt x="1100" y="2575"/>
                      <a:pt x="966" y="2750"/>
                      <a:pt x="765" y="2817"/>
                    </a:cubicBezTo>
                    <a:cubicBezTo>
                      <a:pt x="537" y="2870"/>
                      <a:pt x="309" y="2924"/>
                      <a:pt x="81" y="2964"/>
                    </a:cubicBezTo>
                    <a:lnTo>
                      <a:pt x="27" y="2964"/>
                    </a:lnTo>
                    <a:lnTo>
                      <a:pt x="27" y="2911"/>
                    </a:lnTo>
                    <a:cubicBezTo>
                      <a:pt x="41" y="2723"/>
                      <a:pt x="54" y="2535"/>
                      <a:pt x="54" y="2361"/>
                    </a:cubicBezTo>
                    <a:lnTo>
                      <a:pt x="41" y="2361"/>
                    </a:lnTo>
                    <a:cubicBezTo>
                      <a:pt x="27" y="2522"/>
                      <a:pt x="27" y="2696"/>
                      <a:pt x="14" y="2857"/>
                    </a:cubicBezTo>
                    <a:lnTo>
                      <a:pt x="14" y="2884"/>
                    </a:lnTo>
                    <a:lnTo>
                      <a:pt x="14" y="2911"/>
                    </a:lnTo>
                    <a:lnTo>
                      <a:pt x="1" y="2964"/>
                    </a:lnTo>
                    <a:lnTo>
                      <a:pt x="1" y="2991"/>
                    </a:lnTo>
                    <a:lnTo>
                      <a:pt x="81" y="2978"/>
                    </a:lnTo>
                    <a:cubicBezTo>
                      <a:pt x="175" y="2964"/>
                      <a:pt x="269" y="2951"/>
                      <a:pt x="363" y="2924"/>
                    </a:cubicBezTo>
                    <a:cubicBezTo>
                      <a:pt x="430" y="2911"/>
                      <a:pt x="510" y="2897"/>
                      <a:pt x="577" y="2884"/>
                    </a:cubicBezTo>
                    <a:cubicBezTo>
                      <a:pt x="644" y="2870"/>
                      <a:pt x="711" y="2857"/>
                      <a:pt x="778" y="2830"/>
                    </a:cubicBezTo>
                    <a:cubicBezTo>
                      <a:pt x="980" y="2776"/>
                      <a:pt x="1127" y="2575"/>
                      <a:pt x="1114" y="2374"/>
                    </a:cubicBezTo>
                    <a:lnTo>
                      <a:pt x="1114" y="2280"/>
                    </a:lnTo>
                    <a:cubicBezTo>
                      <a:pt x="1073" y="1730"/>
                      <a:pt x="1073" y="1167"/>
                      <a:pt x="1114" y="617"/>
                    </a:cubicBezTo>
                    <a:lnTo>
                      <a:pt x="1114" y="604"/>
                    </a:lnTo>
                    <a:lnTo>
                      <a:pt x="1114" y="590"/>
                    </a:lnTo>
                    <a:lnTo>
                      <a:pt x="1114" y="564"/>
                    </a:lnTo>
                    <a:lnTo>
                      <a:pt x="1114" y="550"/>
                    </a:lnTo>
                    <a:cubicBezTo>
                      <a:pt x="1114" y="550"/>
                      <a:pt x="1114" y="537"/>
                      <a:pt x="1114" y="523"/>
                    </a:cubicBezTo>
                    <a:cubicBezTo>
                      <a:pt x="1114" y="510"/>
                      <a:pt x="1100" y="497"/>
                      <a:pt x="1100" y="483"/>
                    </a:cubicBezTo>
                    <a:cubicBezTo>
                      <a:pt x="1100" y="470"/>
                      <a:pt x="1100" y="470"/>
                      <a:pt x="1100" y="456"/>
                    </a:cubicBezTo>
                    <a:cubicBezTo>
                      <a:pt x="1100" y="456"/>
                      <a:pt x="1087" y="443"/>
                      <a:pt x="1087" y="443"/>
                    </a:cubicBezTo>
                    <a:cubicBezTo>
                      <a:pt x="1087" y="430"/>
                      <a:pt x="1087" y="430"/>
                      <a:pt x="1073" y="416"/>
                    </a:cubicBezTo>
                    <a:cubicBezTo>
                      <a:pt x="1073" y="403"/>
                      <a:pt x="1073" y="403"/>
                      <a:pt x="1060" y="389"/>
                    </a:cubicBezTo>
                    <a:cubicBezTo>
                      <a:pt x="1060" y="376"/>
                      <a:pt x="1047" y="362"/>
                      <a:pt x="1047" y="349"/>
                    </a:cubicBezTo>
                    <a:cubicBezTo>
                      <a:pt x="1033" y="336"/>
                      <a:pt x="1033" y="336"/>
                      <a:pt x="1020" y="322"/>
                    </a:cubicBezTo>
                    <a:cubicBezTo>
                      <a:pt x="1020" y="309"/>
                      <a:pt x="1006" y="295"/>
                      <a:pt x="993" y="295"/>
                    </a:cubicBezTo>
                    <a:cubicBezTo>
                      <a:pt x="993" y="282"/>
                      <a:pt x="980" y="282"/>
                      <a:pt x="980" y="269"/>
                    </a:cubicBezTo>
                    <a:cubicBezTo>
                      <a:pt x="966" y="255"/>
                      <a:pt x="953" y="255"/>
                      <a:pt x="939" y="242"/>
                    </a:cubicBezTo>
                    <a:cubicBezTo>
                      <a:pt x="926" y="228"/>
                      <a:pt x="926" y="228"/>
                      <a:pt x="913" y="215"/>
                    </a:cubicBezTo>
                    <a:cubicBezTo>
                      <a:pt x="899" y="215"/>
                      <a:pt x="886" y="202"/>
                      <a:pt x="872" y="202"/>
                    </a:cubicBezTo>
                    <a:cubicBezTo>
                      <a:pt x="859" y="188"/>
                      <a:pt x="859" y="188"/>
                      <a:pt x="845" y="188"/>
                    </a:cubicBezTo>
                    <a:cubicBezTo>
                      <a:pt x="832" y="175"/>
                      <a:pt x="819" y="175"/>
                      <a:pt x="805" y="161"/>
                    </a:cubicBezTo>
                    <a:lnTo>
                      <a:pt x="778" y="161"/>
                    </a:lnTo>
                    <a:cubicBezTo>
                      <a:pt x="711" y="134"/>
                      <a:pt x="644" y="121"/>
                      <a:pt x="564" y="108"/>
                    </a:cubicBezTo>
                    <a:cubicBezTo>
                      <a:pt x="416" y="67"/>
                      <a:pt x="242" y="27"/>
                      <a:pt x="81" y="14"/>
                    </a:cubicBez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9"/>
              <p:cNvSpPr/>
              <p:nvPr/>
            </p:nvSpPr>
            <p:spPr>
              <a:xfrm>
                <a:off x="6823925" y="3777038"/>
                <a:ext cx="2685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2952" extrusionOk="0">
                    <a:moveTo>
                      <a:pt x="94" y="108"/>
                    </a:moveTo>
                    <a:cubicBezTo>
                      <a:pt x="309" y="135"/>
                      <a:pt x="523" y="189"/>
                      <a:pt x="725" y="242"/>
                    </a:cubicBezTo>
                    <a:cubicBezTo>
                      <a:pt x="872" y="282"/>
                      <a:pt x="979" y="417"/>
                      <a:pt x="979" y="564"/>
                    </a:cubicBezTo>
                    <a:lnTo>
                      <a:pt x="979" y="591"/>
                    </a:lnTo>
                    <a:cubicBezTo>
                      <a:pt x="939" y="1181"/>
                      <a:pt x="939" y="1784"/>
                      <a:pt x="979" y="2375"/>
                    </a:cubicBezTo>
                    <a:cubicBezTo>
                      <a:pt x="993" y="2522"/>
                      <a:pt x="872" y="2670"/>
                      <a:pt x="725" y="2710"/>
                    </a:cubicBezTo>
                    <a:cubicBezTo>
                      <a:pt x="510" y="2777"/>
                      <a:pt x="309" y="2817"/>
                      <a:pt x="94" y="2844"/>
                    </a:cubicBezTo>
                    <a:cubicBezTo>
                      <a:pt x="148" y="2079"/>
                      <a:pt x="148" y="1302"/>
                      <a:pt x="121" y="524"/>
                    </a:cubicBezTo>
                    <a:lnTo>
                      <a:pt x="94" y="524"/>
                    </a:lnTo>
                    <a:lnTo>
                      <a:pt x="94" y="484"/>
                    </a:lnTo>
                    <a:lnTo>
                      <a:pt x="108" y="484"/>
                    </a:lnTo>
                    <a:cubicBezTo>
                      <a:pt x="108" y="363"/>
                      <a:pt x="108" y="229"/>
                      <a:pt x="94" y="108"/>
                    </a:cubicBezTo>
                    <a:close/>
                    <a:moveTo>
                      <a:pt x="0" y="1"/>
                    </a:moveTo>
                    <a:lnTo>
                      <a:pt x="0" y="54"/>
                    </a:lnTo>
                    <a:cubicBezTo>
                      <a:pt x="41" y="524"/>
                      <a:pt x="54" y="980"/>
                      <a:pt x="54" y="1449"/>
                    </a:cubicBezTo>
                    <a:lnTo>
                      <a:pt x="81" y="1449"/>
                    </a:lnTo>
                    <a:lnTo>
                      <a:pt x="81" y="1489"/>
                    </a:lnTo>
                    <a:lnTo>
                      <a:pt x="54" y="1489"/>
                    </a:lnTo>
                    <a:cubicBezTo>
                      <a:pt x="54" y="1758"/>
                      <a:pt x="54" y="2026"/>
                      <a:pt x="41" y="2294"/>
                    </a:cubicBezTo>
                    <a:lnTo>
                      <a:pt x="54" y="2294"/>
                    </a:lnTo>
                    <a:lnTo>
                      <a:pt x="54" y="2334"/>
                    </a:lnTo>
                    <a:lnTo>
                      <a:pt x="41" y="2334"/>
                    </a:lnTo>
                    <a:cubicBezTo>
                      <a:pt x="27" y="2522"/>
                      <a:pt x="14" y="2710"/>
                      <a:pt x="0" y="2898"/>
                    </a:cubicBezTo>
                    <a:lnTo>
                      <a:pt x="0" y="2951"/>
                    </a:lnTo>
                    <a:lnTo>
                      <a:pt x="54" y="2938"/>
                    </a:lnTo>
                    <a:cubicBezTo>
                      <a:pt x="282" y="2911"/>
                      <a:pt x="523" y="2857"/>
                      <a:pt x="738" y="2790"/>
                    </a:cubicBezTo>
                    <a:cubicBezTo>
                      <a:pt x="939" y="2737"/>
                      <a:pt x="1073" y="2549"/>
                      <a:pt x="1060" y="2361"/>
                    </a:cubicBezTo>
                    <a:cubicBezTo>
                      <a:pt x="1020" y="1771"/>
                      <a:pt x="1020" y="1181"/>
                      <a:pt x="1060" y="591"/>
                    </a:cubicBezTo>
                    <a:lnTo>
                      <a:pt x="1060" y="564"/>
                    </a:lnTo>
                    <a:cubicBezTo>
                      <a:pt x="1060" y="390"/>
                      <a:pt x="926" y="215"/>
                      <a:pt x="738" y="162"/>
                    </a:cubicBezTo>
                    <a:cubicBezTo>
                      <a:pt x="523" y="95"/>
                      <a:pt x="282" y="54"/>
                      <a:pt x="54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9"/>
              <p:cNvSpPr/>
              <p:nvPr/>
            </p:nvSpPr>
            <p:spPr>
              <a:xfrm>
                <a:off x="6792400" y="3776713"/>
                <a:ext cx="14775" cy="32200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288" extrusionOk="0">
                    <a:moveTo>
                      <a:pt x="430" y="94"/>
                    </a:moveTo>
                    <a:cubicBezTo>
                      <a:pt x="484" y="456"/>
                      <a:pt x="510" y="832"/>
                      <a:pt x="510" y="1207"/>
                    </a:cubicBezTo>
                    <a:lnTo>
                      <a:pt x="175" y="1207"/>
                    </a:lnTo>
                    <a:cubicBezTo>
                      <a:pt x="175" y="832"/>
                      <a:pt x="148" y="456"/>
                      <a:pt x="95" y="94"/>
                    </a:cubicBezTo>
                    <a:close/>
                    <a:moveTo>
                      <a:pt x="470" y="0"/>
                    </a:moveTo>
                    <a:cubicBezTo>
                      <a:pt x="309" y="0"/>
                      <a:pt x="175" y="14"/>
                      <a:pt x="54" y="14"/>
                    </a:cubicBezTo>
                    <a:lnTo>
                      <a:pt x="1" y="27"/>
                    </a:lnTo>
                    <a:lnTo>
                      <a:pt x="14" y="67"/>
                    </a:lnTo>
                    <a:lnTo>
                      <a:pt x="14" y="81"/>
                    </a:lnTo>
                    <a:cubicBezTo>
                      <a:pt x="14" y="81"/>
                      <a:pt x="14" y="94"/>
                      <a:pt x="14" y="94"/>
                    </a:cubicBezTo>
                    <a:cubicBezTo>
                      <a:pt x="68" y="470"/>
                      <a:pt x="95" y="859"/>
                      <a:pt x="81" y="1248"/>
                    </a:cubicBezTo>
                    <a:lnTo>
                      <a:pt x="81" y="1288"/>
                    </a:lnTo>
                    <a:lnTo>
                      <a:pt x="591" y="1288"/>
                    </a:lnTo>
                    <a:lnTo>
                      <a:pt x="591" y="1248"/>
                    </a:lnTo>
                    <a:cubicBezTo>
                      <a:pt x="591" y="859"/>
                      <a:pt x="577" y="456"/>
                      <a:pt x="524" y="81"/>
                    </a:cubicBezTo>
                    <a:cubicBezTo>
                      <a:pt x="524" y="67"/>
                      <a:pt x="524" y="67"/>
                      <a:pt x="510" y="67"/>
                    </a:cubicBezTo>
                    <a:cubicBezTo>
                      <a:pt x="510" y="54"/>
                      <a:pt x="510" y="41"/>
                      <a:pt x="510" y="41"/>
                    </a:cubicBezTo>
                    <a:lnTo>
                      <a:pt x="5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9"/>
              <p:cNvSpPr/>
              <p:nvPr/>
            </p:nvSpPr>
            <p:spPr>
              <a:xfrm>
                <a:off x="6764250" y="3781413"/>
                <a:ext cx="3025" cy="6337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535" extrusionOk="0">
                    <a:moveTo>
                      <a:pt x="0" y="0"/>
                    </a:moveTo>
                    <a:cubicBezTo>
                      <a:pt x="0" y="27"/>
                      <a:pt x="0" y="54"/>
                      <a:pt x="0" y="107"/>
                    </a:cubicBezTo>
                    <a:cubicBezTo>
                      <a:pt x="27" y="523"/>
                      <a:pt x="67" y="1770"/>
                      <a:pt x="0" y="2508"/>
                    </a:cubicBezTo>
                    <a:cubicBezTo>
                      <a:pt x="0" y="2508"/>
                      <a:pt x="0" y="2521"/>
                      <a:pt x="0" y="2535"/>
                    </a:cubicBezTo>
                    <a:lnTo>
                      <a:pt x="40" y="2535"/>
                    </a:lnTo>
                    <a:cubicBezTo>
                      <a:pt x="121" y="1784"/>
                      <a:pt x="67" y="470"/>
                      <a:pt x="40" y="67"/>
                    </a:cubicBezTo>
                    <a:cubicBezTo>
                      <a:pt x="40" y="40"/>
                      <a:pt x="40" y="14"/>
                      <a:pt x="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9"/>
              <p:cNvSpPr/>
              <p:nvPr/>
            </p:nvSpPr>
            <p:spPr>
              <a:xfrm>
                <a:off x="6779675" y="3777388"/>
                <a:ext cx="46275" cy="36900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476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0" y="1154"/>
                    </a:lnTo>
                    <a:cubicBezTo>
                      <a:pt x="0" y="1328"/>
                      <a:pt x="161" y="1475"/>
                      <a:pt x="349" y="1475"/>
                    </a:cubicBezTo>
                    <a:lnTo>
                      <a:pt x="1851" y="1475"/>
                    </a:lnTo>
                    <a:lnTo>
                      <a:pt x="1851" y="1435"/>
                    </a:lnTo>
                    <a:lnTo>
                      <a:pt x="349" y="1435"/>
                    </a:lnTo>
                    <a:cubicBezTo>
                      <a:pt x="188" y="1435"/>
                      <a:pt x="54" y="1314"/>
                      <a:pt x="54" y="1154"/>
                    </a:cubicBez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9"/>
              <p:cNvSpPr/>
              <p:nvPr/>
            </p:nvSpPr>
            <p:spPr>
              <a:xfrm>
                <a:off x="6825925" y="3789113"/>
                <a:ext cx="12775" cy="56350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254" extrusionOk="0">
                    <a:moveTo>
                      <a:pt x="1" y="1"/>
                    </a:moveTo>
                    <a:lnTo>
                      <a:pt x="1" y="54"/>
                    </a:lnTo>
                    <a:lnTo>
                      <a:pt x="309" y="54"/>
                    </a:lnTo>
                    <a:cubicBezTo>
                      <a:pt x="403" y="54"/>
                      <a:pt x="470" y="108"/>
                      <a:pt x="470" y="188"/>
                    </a:cubicBezTo>
                    <a:lnTo>
                      <a:pt x="470" y="2254"/>
                    </a:lnTo>
                    <a:lnTo>
                      <a:pt x="510" y="2254"/>
                    </a:lnTo>
                    <a:lnTo>
                      <a:pt x="510" y="188"/>
                    </a:lnTo>
                    <a:cubicBezTo>
                      <a:pt x="510" y="94"/>
                      <a:pt x="417" y="1"/>
                      <a:pt x="3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9"/>
              <p:cNvSpPr/>
              <p:nvPr/>
            </p:nvSpPr>
            <p:spPr>
              <a:xfrm>
                <a:off x="6855450" y="3789113"/>
                <a:ext cx="60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905" extrusionOk="0">
                    <a:moveTo>
                      <a:pt x="188" y="1"/>
                    </a:moveTo>
                    <a:lnTo>
                      <a:pt x="188" y="94"/>
                    </a:lnTo>
                    <a:lnTo>
                      <a:pt x="188" y="631"/>
                    </a:lnTo>
                    <a:lnTo>
                      <a:pt x="0" y="631"/>
                    </a:lnTo>
                    <a:lnTo>
                      <a:pt x="0" y="1167"/>
                    </a:lnTo>
                    <a:lnTo>
                      <a:pt x="201" y="1167"/>
                    </a:lnTo>
                    <a:lnTo>
                      <a:pt x="201" y="1905"/>
                    </a:lnTo>
                    <a:lnTo>
                      <a:pt x="241" y="1905"/>
                    </a:lnTo>
                    <a:lnTo>
                      <a:pt x="241" y="1127"/>
                    </a:lnTo>
                    <a:lnTo>
                      <a:pt x="54" y="1127"/>
                    </a:lnTo>
                    <a:lnTo>
                      <a:pt x="54" y="671"/>
                    </a:lnTo>
                    <a:lnTo>
                      <a:pt x="228" y="671"/>
                    </a:lnTo>
                    <a:lnTo>
                      <a:pt x="228" y="94"/>
                    </a:lnTo>
                    <a:lnTo>
                      <a:pt x="2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9"/>
              <p:cNvSpPr/>
              <p:nvPr/>
            </p:nvSpPr>
            <p:spPr>
              <a:xfrm>
                <a:off x="6873200" y="3798838"/>
                <a:ext cx="21500" cy="30525"/>
              </a:xfrm>
              <a:custGeom>
                <a:avLst/>
                <a:gdLst/>
                <a:ahLst/>
                <a:cxnLst/>
                <a:rect l="l" t="t" r="r" b="b"/>
                <a:pathLst>
                  <a:path w="860" h="1221" extrusionOk="0">
                    <a:moveTo>
                      <a:pt x="1" y="1"/>
                    </a:moveTo>
                    <a:lnTo>
                      <a:pt x="1" y="41"/>
                    </a:lnTo>
                    <a:lnTo>
                      <a:pt x="41" y="41"/>
                    </a:lnTo>
                    <a:lnTo>
                      <a:pt x="819" y="54"/>
                    </a:lnTo>
                    <a:lnTo>
                      <a:pt x="819" y="1221"/>
                    </a:lnTo>
                    <a:lnTo>
                      <a:pt x="859" y="1221"/>
                    </a:lnTo>
                    <a:lnTo>
                      <a:pt x="859" y="14"/>
                    </a:lnTo>
                    <a:lnTo>
                      <a:pt x="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9"/>
              <p:cNvSpPr/>
              <p:nvPr/>
            </p:nvSpPr>
            <p:spPr>
              <a:xfrm>
                <a:off x="6806500" y="3834388"/>
                <a:ext cx="1880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604" extrusionOk="0">
                    <a:moveTo>
                      <a:pt x="188" y="0"/>
                    </a:moveTo>
                    <a:cubicBezTo>
                      <a:pt x="94" y="0"/>
                      <a:pt x="0" y="81"/>
                      <a:pt x="0" y="174"/>
                    </a:cubicBezTo>
                    <a:lnTo>
                      <a:pt x="0" y="604"/>
                    </a:lnTo>
                    <a:lnTo>
                      <a:pt x="54" y="604"/>
                    </a:lnTo>
                    <a:lnTo>
                      <a:pt x="54" y="174"/>
                    </a:lnTo>
                    <a:cubicBezTo>
                      <a:pt x="54" y="107"/>
                      <a:pt x="107" y="40"/>
                      <a:pt x="188" y="40"/>
                    </a:cubicBezTo>
                    <a:lnTo>
                      <a:pt x="751" y="40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9"/>
              <p:cNvSpPr/>
              <p:nvPr/>
            </p:nvSpPr>
            <p:spPr>
              <a:xfrm>
                <a:off x="6954675" y="3692563"/>
                <a:ext cx="31875" cy="4375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75" extrusionOk="0">
                    <a:moveTo>
                      <a:pt x="1" y="0"/>
                    </a:moveTo>
                    <a:cubicBezTo>
                      <a:pt x="28" y="54"/>
                      <a:pt x="54" y="108"/>
                      <a:pt x="54" y="175"/>
                    </a:cubicBezTo>
                    <a:lnTo>
                      <a:pt x="1261" y="175"/>
                    </a:lnTo>
                    <a:lnTo>
                      <a:pt x="12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9"/>
              <p:cNvSpPr/>
              <p:nvPr/>
            </p:nvSpPr>
            <p:spPr>
              <a:xfrm>
                <a:off x="7005300" y="3692563"/>
                <a:ext cx="205225" cy="4375"/>
              </a:xfrm>
              <a:custGeom>
                <a:avLst/>
                <a:gdLst/>
                <a:ahLst/>
                <a:cxnLst/>
                <a:rect l="l" t="t" r="r" b="b"/>
                <a:pathLst>
                  <a:path w="8209" h="175" extrusionOk="0">
                    <a:moveTo>
                      <a:pt x="1" y="0"/>
                    </a:moveTo>
                    <a:lnTo>
                      <a:pt x="1" y="175"/>
                    </a:lnTo>
                    <a:lnTo>
                      <a:pt x="8208" y="175"/>
                    </a:lnTo>
                    <a:lnTo>
                      <a:pt x="82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9"/>
              <p:cNvSpPr/>
              <p:nvPr/>
            </p:nvSpPr>
            <p:spPr>
              <a:xfrm>
                <a:off x="7025100" y="3692888"/>
                <a:ext cx="262875" cy="40250"/>
              </a:xfrm>
              <a:custGeom>
                <a:avLst/>
                <a:gdLst/>
                <a:ahLst/>
                <a:cxnLst/>
                <a:rect l="l" t="t" r="r" b="b"/>
                <a:pathLst>
                  <a:path w="10515" h="1610" extrusionOk="0">
                    <a:moveTo>
                      <a:pt x="8181" y="1"/>
                    </a:moveTo>
                    <a:lnTo>
                      <a:pt x="8181" y="162"/>
                    </a:lnTo>
                    <a:lnTo>
                      <a:pt x="9884" y="162"/>
                    </a:lnTo>
                    <a:lnTo>
                      <a:pt x="9897" y="175"/>
                    </a:lnTo>
                    <a:cubicBezTo>
                      <a:pt x="10152" y="215"/>
                      <a:pt x="10353" y="430"/>
                      <a:pt x="10353" y="698"/>
                    </a:cubicBezTo>
                    <a:lnTo>
                      <a:pt x="10353" y="913"/>
                    </a:lnTo>
                    <a:cubicBezTo>
                      <a:pt x="10353" y="1208"/>
                      <a:pt x="10112" y="1449"/>
                      <a:pt x="9817" y="1449"/>
                    </a:cubicBezTo>
                    <a:lnTo>
                      <a:pt x="0" y="1449"/>
                    </a:lnTo>
                    <a:lnTo>
                      <a:pt x="590" y="1610"/>
                    </a:lnTo>
                    <a:lnTo>
                      <a:pt x="9817" y="1610"/>
                    </a:lnTo>
                    <a:cubicBezTo>
                      <a:pt x="10206" y="1610"/>
                      <a:pt x="10514" y="1302"/>
                      <a:pt x="10514" y="913"/>
                    </a:cubicBezTo>
                    <a:lnTo>
                      <a:pt x="10514" y="698"/>
                    </a:lnTo>
                    <a:cubicBezTo>
                      <a:pt x="10514" y="309"/>
                      <a:pt x="10206" y="1"/>
                      <a:pt x="98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9"/>
              <p:cNvSpPr/>
              <p:nvPr/>
            </p:nvSpPr>
            <p:spPr>
              <a:xfrm>
                <a:off x="7210150" y="3681163"/>
                <a:ext cx="1947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194" extrusionOk="0">
                    <a:moveTo>
                      <a:pt x="457" y="67"/>
                    </a:moveTo>
                    <a:cubicBezTo>
                      <a:pt x="591" y="81"/>
                      <a:pt x="698" y="188"/>
                      <a:pt x="698" y="322"/>
                    </a:cubicBezTo>
                    <a:lnTo>
                      <a:pt x="685" y="859"/>
                    </a:lnTo>
                    <a:cubicBezTo>
                      <a:pt x="685" y="993"/>
                      <a:pt x="578" y="1100"/>
                      <a:pt x="444" y="1100"/>
                    </a:cubicBezTo>
                    <a:lnTo>
                      <a:pt x="444" y="1154"/>
                    </a:lnTo>
                    <a:lnTo>
                      <a:pt x="430" y="1113"/>
                    </a:lnTo>
                    <a:lnTo>
                      <a:pt x="336" y="1113"/>
                    </a:lnTo>
                    <a:cubicBezTo>
                      <a:pt x="269" y="1100"/>
                      <a:pt x="202" y="1073"/>
                      <a:pt x="162" y="1033"/>
                    </a:cubicBezTo>
                    <a:cubicBezTo>
                      <a:pt x="108" y="979"/>
                      <a:pt x="95" y="912"/>
                      <a:pt x="95" y="859"/>
                    </a:cubicBezTo>
                    <a:lnTo>
                      <a:pt x="108" y="309"/>
                    </a:lnTo>
                    <a:cubicBezTo>
                      <a:pt x="108" y="188"/>
                      <a:pt x="216" y="67"/>
                      <a:pt x="350" y="67"/>
                    </a:cubicBezTo>
                    <a:close/>
                    <a:moveTo>
                      <a:pt x="350" y="0"/>
                    </a:moveTo>
                    <a:cubicBezTo>
                      <a:pt x="175" y="0"/>
                      <a:pt x="28" y="134"/>
                      <a:pt x="14" y="322"/>
                    </a:cubicBezTo>
                    <a:lnTo>
                      <a:pt x="14" y="470"/>
                    </a:lnTo>
                    <a:lnTo>
                      <a:pt x="14" y="631"/>
                    </a:lnTo>
                    <a:lnTo>
                      <a:pt x="1" y="859"/>
                    </a:lnTo>
                    <a:cubicBezTo>
                      <a:pt x="1" y="939"/>
                      <a:pt x="41" y="1019"/>
                      <a:pt x="95" y="1087"/>
                    </a:cubicBezTo>
                    <a:cubicBezTo>
                      <a:pt x="162" y="1154"/>
                      <a:pt x="242" y="1194"/>
                      <a:pt x="323" y="1194"/>
                    </a:cubicBezTo>
                    <a:lnTo>
                      <a:pt x="444" y="1194"/>
                    </a:lnTo>
                    <a:cubicBezTo>
                      <a:pt x="618" y="1194"/>
                      <a:pt x="765" y="1046"/>
                      <a:pt x="765" y="872"/>
                    </a:cubicBezTo>
                    <a:lnTo>
                      <a:pt x="779" y="631"/>
                    </a:lnTo>
                    <a:lnTo>
                      <a:pt x="779" y="470"/>
                    </a:lnTo>
                    <a:lnTo>
                      <a:pt x="779" y="336"/>
                    </a:lnTo>
                    <a:cubicBezTo>
                      <a:pt x="779" y="148"/>
                      <a:pt x="645" y="0"/>
                      <a:pt x="4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29"/>
              <p:cNvSpPr/>
              <p:nvPr/>
            </p:nvSpPr>
            <p:spPr>
              <a:xfrm>
                <a:off x="6986200" y="3681138"/>
                <a:ext cx="1947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088" extrusionOk="0">
                    <a:moveTo>
                      <a:pt x="314" y="0"/>
                    </a:moveTo>
                    <a:cubicBezTo>
                      <a:pt x="149" y="0"/>
                      <a:pt x="14" y="143"/>
                      <a:pt x="14" y="310"/>
                    </a:cubicBezTo>
                    <a:lnTo>
                      <a:pt x="0" y="457"/>
                    </a:lnTo>
                    <a:lnTo>
                      <a:pt x="0" y="632"/>
                    </a:lnTo>
                    <a:lnTo>
                      <a:pt x="0" y="860"/>
                    </a:lnTo>
                    <a:cubicBezTo>
                      <a:pt x="0" y="940"/>
                      <a:pt x="27" y="1020"/>
                      <a:pt x="81" y="1088"/>
                    </a:cubicBezTo>
                    <a:lnTo>
                      <a:pt x="228" y="1088"/>
                    </a:lnTo>
                    <a:cubicBezTo>
                      <a:pt x="134" y="1047"/>
                      <a:pt x="81" y="953"/>
                      <a:pt x="81" y="860"/>
                    </a:cubicBezTo>
                    <a:lnTo>
                      <a:pt x="94" y="323"/>
                    </a:lnTo>
                    <a:cubicBezTo>
                      <a:pt x="94" y="189"/>
                      <a:pt x="202" y="82"/>
                      <a:pt x="349" y="82"/>
                    </a:cubicBezTo>
                    <a:lnTo>
                      <a:pt x="443" y="82"/>
                    </a:lnTo>
                    <a:cubicBezTo>
                      <a:pt x="577" y="82"/>
                      <a:pt x="684" y="189"/>
                      <a:pt x="684" y="323"/>
                    </a:cubicBezTo>
                    <a:lnTo>
                      <a:pt x="684" y="860"/>
                    </a:lnTo>
                    <a:cubicBezTo>
                      <a:pt x="671" y="967"/>
                      <a:pt x="617" y="1047"/>
                      <a:pt x="537" y="1088"/>
                    </a:cubicBezTo>
                    <a:lnTo>
                      <a:pt x="671" y="1088"/>
                    </a:lnTo>
                    <a:cubicBezTo>
                      <a:pt x="725" y="1020"/>
                      <a:pt x="765" y="953"/>
                      <a:pt x="765" y="873"/>
                    </a:cubicBezTo>
                    <a:lnTo>
                      <a:pt x="765" y="632"/>
                    </a:lnTo>
                    <a:lnTo>
                      <a:pt x="765" y="457"/>
                    </a:lnTo>
                    <a:lnTo>
                      <a:pt x="778" y="337"/>
                    </a:lnTo>
                    <a:cubicBezTo>
                      <a:pt x="778" y="149"/>
                      <a:pt x="631" y="1"/>
                      <a:pt x="456" y="1"/>
                    </a:cubicBezTo>
                    <a:lnTo>
                      <a:pt x="336" y="1"/>
                    </a:lnTo>
                    <a:cubicBezTo>
                      <a:pt x="328" y="1"/>
                      <a:pt x="321" y="0"/>
                      <a:pt x="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29"/>
              <p:cNvSpPr/>
              <p:nvPr/>
            </p:nvSpPr>
            <p:spPr>
              <a:xfrm>
                <a:off x="6379350" y="3657688"/>
                <a:ext cx="439900" cy="38925"/>
              </a:xfrm>
              <a:custGeom>
                <a:avLst/>
                <a:gdLst/>
                <a:ahLst/>
                <a:cxnLst/>
                <a:rect l="l" t="t" r="r" b="b"/>
                <a:pathLst>
                  <a:path w="17596" h="1557" extrusionOk="0">
                    <a:moveTo>
                      <a:pt x="17565" y="676"/>
                    </a:moveTo>
                    <a:cubicBezTo>
                      <a:pt x="17574" y="681"/>
                      <a:pt x="17584" y="684"/>
                      <a:pt x="17596" y="684"/>
                    </a:cubicBezTo>
                    <a:lnTo>
                      <a:pt x="17565" y="676"/>
                    </a:lnTo>
                    <a:close/>
                    <a:moveTo>
                      <a:pt x="765" y="0"/>
                    </a:moveTo>
                    <a:cubicBezTo>
                      <a:pt x="617" y="0"/>
                      <a:pt x="497" y="41"/>
                      <a:pt x="376" y="121"/>
                    </a:cubicBezTo>
                    <a:cubicBezTo>
                      <a:pt x="161" y="269"/>
                      <a:pt x="0" y="550"/>
                      <a:pt x="0" y="886"/>
                    </a:cubicBezTo>
                    <a:lnTo>
                      <a:pt x="27" y="1556"/>
                    </a:lnTo>
                    <a:cubicBezTo>
                      <a:pt x="27" y="1529"/>
                      <a:pt x="41" y="1503"/>
                      <a:pt x="54" y="1489"/>
                    </a:cubicBezTo>
                    <a:cubicBezTo>
                      <a:pt x="73" y="1480"/>
                      <a:pt x="92" y="1470"/>
                      <a:pt x="106" y="1470"/>
                    </a:cubicBezTo>
                    <a:cubicBezTo>
                      <a:pt x="112" y="1470"/>
                      <a:pt x="117" y="1472"/>
                      <a:pt x="121" y="1476"/>
                    </a:cubicBezTo>
                    <a:lnTo>
                      <a:pt x="201" y="1476"/>
                    </a:lnTo>
                    <a:lnTo>
                      <a:pt x="175" y="872"/>
                    </a:lnTo>
                    <a:cubicBezTo>
                      <a:pt x="175" y="711"/>
                      <a:pt x="215" y="564"/>
                      <a:pt x="295" y="443"/>
                    </a:cubicBezTo>
                    <a:lnTo>
                      <a:pt x="282" y="443"/>
                    </a:lnTo>
                    <a:lnTo>
                      <a:pt x="295" y="389"/>
                    </a:lnTo>
                    <a:lnTo>
                      <a:pt x="322" y="403"/>
                    </a:lnTo>
                    <a:cubicBezTo>
                      <a:pt x="429" y="255"/>
                      <a:pt x="590" y="161"/>
                      <a:pt x="765" y="161"/>
                    </a:cubicBezTo>
                    <a:lnTo>
                      <a:pt x="5700" y="161"/>
                    </a:lnTo>
                    <a:lnTo>
                      <a:pt x="5646" y="148"/>
                    </a:lnTo>
                    <a:lnTo>
                      <a:pt x="5660" y="108"/>
                    </a:lnTo>
                    <a:lnTo>
                      <a:pt x="5861" y="161"/>
                    </a:lnTo>
                    <a:lnTo>
                      <a:pt x="14028" y="161"/>
                    </a:lnTo>
                    <a:lnTo>
                      <a:pt x="13934" y="135"/>
                    </a:lnTo>
                    <a:lnTo>
                      <a:pt x="13948" y="94"/>
                    </a:lnTo>
                    <a:lnTo>
                      <a:pt x="14189" y="161"/>
                    </a:lnTo>
                    <a:lnTo>
                      <a:pt x="15732" y="161"/>
                    </a:lnTo>
                    <a:lnTo>
                      <a:pt x="17565" y="676"/>
                    </a:lnTo>
                    <a:lnTo>
                      <a:pt x="17565" y="676"/>
                    </a:lnTo>
                    <a:cubicBezTo>
                      <a:pt x="17543" y="662"/>
                      <a:pt x="17529" y="633"/>
                      <a:pt x="17529" y="604"/>
                    </a:cubicBezTo>
                    <a:lnTo>
                      <a:pt x="17529" y="591"/>
                    </a:lnTo>
                    <a:cubicBezTo>
                      <a:pt x="17529" y="550"/>
                      <a:pt x="17555" y="524"/>
                      <a:pt x="17582" y="510"/>
                    </a:cubicBezTo>
                    <a:lnTo>
                      <a:pt x="16201" y="121"/>
                    </a:lnTo>
                    <a:lnTo>
                      <a:pt x="157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9"/>
              <p:cNvSpPr/>
              <p:nvPr/>
            </p:nvSpPr>
            <p:spPr>
              <a:xfrm>
                <a:off x="6998275" y="3725738"/>
                <a:ext cx="162625" cy="53675"/>
              </a:xfrm>
              <a:custGeom>
                <a:avLst/>
                <a:gdLst/>
                <a:ahLst/>
                <a:cxnLst/>
                <a:rect l="l" t="t" r="r" b="b"/>
                <a:pathLst>
                  <a:path w="6505" h="2147" extrusionOk="0">
                    <a:moveTo>
                      <a:pt x="0" y="1"/>
                    </a:moveTo>
                    <a:lnTo>
                      <a:pt x="698" y="202"/>
                    </a:lnTo>
                    <a:lnTo>
                      <a:pt x="707" y="202"/>
                    </a:lnTo>
                    <a:lnTo>
                      <a:pt x="0" y="1"/>
                    </a:lnTo>
                    <a:close/>
                    <a:moveTo>
                      <a:pt x="858" y="68"/>
                    </a:moveTo>
                    <a:cubicBezTo>
                      <a:pt x="845" y="108"/>
                      <a:pt x="818" y="148"/>
                      <a:pt x="791" y="175"/>
                    </a:cubicBezTo>
                    <a:cubicBezTo>
                      <a:pt x="778" y="189"/>
                      <a:pt x="751" y="202"/>
                      <a:pt x="724" y="202"/>
                    </a:cubicBezTo>
                    <a:lnTo>
                      <a:pt x="707" y="202"/>
                    </a:lnTo>
                    <a:lnTo>
                      <a:pt x="6223" y="1771"/>
                    </a:lnTo>
                    <a:cubicBezTo>
                      <a:pt x="6250" y="1771"/>
                      <a:pt x="6277" y="1798"/>
                      <a:pt x="6303" y="1825"/>
                    </a:cubicBezTo>
                    <a:lnTo>
                      <a:pt x="6330" y="1825"/>
                    </a:lnTo>
                    <a:lnTo>
                      <a:pt x="6330" y="1865"/>
                    </a:lnTo>
                    <a:lnTo>
                      <a:pt x="6317" y="1865"/>
                    </a:lnTo>
                    <a:cubicBezTo>
                      <a:pt x="6330" y="1892"/>
                      <a:pt x="6330" y="1905"/>
                      <a:pt x="6330" y="1932"/>
                    </a:cubicBezTo>
                    <a:lnTo>
                      <a:pt x="6330" y="1946"/>
                    </a:lnTo>
                    <a:cubicBezTo>
                      <a:pt x="6330" y="1972"/>
                      <a:pt x="6330" y="2026"/>
                      <a:pt x="6317" y="2080"/>
                    </a:cubicBezTo>
                    <a:cubicBezTo>
                      <a:pt x="6330" y="2066"/>
                      <a:pt x="6344" y="2066"/>
                      <a:pt x="6344" y="2053"/>
                    </a:cubicBezTo>
                    <a:cubicBezTo>
                      <a:pt x="6355" y="2047"/>
                      <a:pt x="6368" y="2044"/>
                      <a:pt x="6382" y="2044"/>
                    </a:cubicBezTo>
                    <a:cubicBezTo>
                      <a:pt x="6401" y="2044"/>
                      <a:pt x="6422" y="2050"/>
                      <a:pt x="6437" y="2066"/>
                    </a:cubicBezTo>
                    <a:cubicBezTo>
                      <a:pt x="6464" y="2080"/>
                      <a:pt x="6478" y="2120"/>
                      <a:pt x="6478" y="2147"/>
                    </a:cubicBezTo>
                    <a:cubicBezTo>
                      <a:pt x="6478" y="2106"/>
                      <a:pt x="6505" y="2013"/>
                      <a:pt x="6505" y="1946"/>
                    </a:cubicBezTo>
                    <a:lnTo>
                      <a:pt x="6505" y="1919"/>
                    </a:lnTo>
                    <a:cubicBezTo>
                      <a:pt x="6491" y="1771"/>
                      <a:pt x="6397" y="1637"/>
                      <a:pt x="6263" y="1610"/>
                    </a:cubicBezTo>
                    <a:lnTo>
                      <a:pt x="1663" y="296"/>
                    </a:lnTo>
                    <a:lnTo>
                      <a:pt x="1073" y="135"/>
                    </a:lnTo>
                    <a:lnTo>
                      <a:pt x="858" y="6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9"/>
              <p:cNvSpPr/>
              <p:nvPr/>
            </p:nvSpPr>
            <p:spPr>
              <a:xfrm>
                <a:off x="6932225" y="3706963"/>
                <a:ext cx="2047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819" h="229" extrusionOk="0">
                    <a:moveTo>
                      <a:pt x="0" y="1"/>
                    </a:moveTo>
                    <a:lnTo>
                      <a:pt x="671" y="189"/>
                    </a:lnTo>
                    <a:cubicBezTo>
                      <a:pt x="684" y="202"/>
                      <a:pt x="698" y="202"/>
                      <a:pt x="698" y="202"/>
                    </a:cubicBezTo>
                    <a:cubicBezTo>
                      <a:pt x="703" y="202"/>
                      <a:pt x="709" y="201"/>
                      <a:pt x="715" y="200"/>
                    </a:cubicBezTo>
                    <a:lnTo>
                      <a:pt x="715" y="200"/>
                    </a:lnTo>
                    <a:lnTo>
                      <a:pt x="796" y="223"/>
                    </a:lnTo>
                    <a:lnTo>
                      <a:pt x="796" y="223"/>
                    </a:lnTo>
                    <a:cubicBezTo>
                      <a:pt x="778" y="213"/>
                      <a:pt x="765" y="191"/>
                      <a:pt x="765" y="162"/>
                    </a:cubicBezTo>
                    <a:cubicBezTo>
                      <a:pt x="754" y="183"/>
                      <a:pt x="736" y="196"/>
                      <a:pt x="715" y="200"/>
                    </a:cubicBezTo>
                    <a:lnTo>
                      <a:pt x="715" y="200"/>
                    </a:lnTo>
                    <a:lnTo>
                      <a:pt x="0" y="1"/>
                    </a:lnTo>
                    <a:close/>
                    <a:moveTo>
                      <a:pt x="796" y="223"/>
                    </a:moveTo>
                    <a:lnTo>
                      <a:pt x="796" y="223"/>
                    </a:lnTo>
                    <a:cubicBezTo>
                      <a:pt x="803" y="227"/>
                      <a:pt x="811" y="229"/>
                      <a:pt x="818" y="229"/>
                    </a:cubicBezTo>
                    <a:lnTo>
                      <a:pt x="796" y="22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9"/>
              <p:cNvSpPr/>
              <p:nvPr/>
            </p:nvSpPr>
            <p:spPr>
              <a:xfrm>
                <a:off x="6864150" y="3687538"/>
                <a:ext cx="21825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873" h="255" extrusionOk="0">
                    <a:moveTo>
                      <a:pt x="1" y="0"/>
                    </a:moveTo>
                    <a:lnTo>
                      <a:pt x="725" y="215"/>
                    </a:lnTo>
                    <a:lnTo>
                      <a:pt x="735" y="215"/>
                    </a:lnTo>
                    <a:lnTo>
                      <a:pt x="1" y="0"/>
                    </a:lnTo>
                    <a:close/>
                    <a:moveTo>
                      <a:pt x="819" y="188"/>
                    </a:moveTo>
                    <a:cubicBezTo>
                      <a:pt x="792" y="201"/>
                      <a:pt x="779" y="215"/>
                      <a:pt x="752" y="215"/>
                    </a:cubicBezTo>
                    <a:lnTo>
                      <a:pt x="735" y="215"/>
                    </a:lnTo>
                    <a:lnTo>
                      <a:pt x="872" y="255"/>
                    </a:lnTo>
                    <a:cubicBezTo>
                      <a:pt x="846" y="241"/>
                      <a:pt x="819" y="215"/>
                      <a:pt x="819" y="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29"/>
              <p:cNvSpPr/>
              <p:nvPr/>
            </p:nvSpPr>
            <p:spPr>
              <a:xfrm>
                <a:off x="6380025" y="3694438"/>
                <a:ext cx="780200" cy="104750"/>
              </a:xfrm>
              <a:custGeom>
                <a:avLst/>
                <a:gdLst/>
                <a:ahLst/>
                <a:cxnLst/>
                <a:rect l="l" t="t" r="r" b="b"/>
                <a:pathLst>
                  <a:path w="31208" h="4190" extrusionOk="0">
                    <a:moveTo>
                      <a:pt x="188" y="180"/>
                    </a:moveTo>
                    <a:lnTo>
                      <a:pt x="1609" y="381"/>
                    </a:lnTo>
                    <a:lnTo>
                      <a:pt x="1609" y="314"/>
                    </a:lnTo>
                    <a:lnTo>
                      <a:pt x="1650" y="314"/>
                    </a:lnTo>
                    <a:lnTo>
                      <a:pt x="1650" y="395"/>
                    </a:lnTo>
                    <a:lnTo>
                      <a:pt x="16952" y="2527"/>
                    </a:lnTo>
                    <a:lnTo>
                      <a:pt x="16952" y="2500"/>
                    </a:lnTo>
                    <a:lnTo>
                      <a:pt x="16992" y="2500"/>
                    </a:lnTo>
                    <a:lnTo>
                      <a:pt x="16992" y="2527"/>
                    </a:lnTo>
                    <a:lnTo>
                      <a:pt x="26085" y="3801"/>
                    </a:lnTo>
                    <a:lnTo>
                      <a:pt x="29786" y="3801"/>
                    </a:lnTo>
                    <a:cubicBezTo>
                      <a:pt x="30188" y="3801"/>
                      <a:pt x="30577" y="3721"/>
                      <a:pt x="30940" y="3573"/>
                    </a:cubicBezTo>
                    <a:lnTo>
                      <a:pt x="30940" y="3573"/>
                    </a:lnTo>
                    <a:cubicBezTo>
                      <a:pt x="30913" y="3600"/>
                      <a:pt x="30886" y="3627"/>
                      <a:pt x="30859" y="3667"/>
                    </a:cubicBezTo>
                    <a:cubicBezTo>
                      <a:pt x="30644" y="3895"/>
                      <a:pt x="30349" y="4016"/>
                      <a:pt x="30028" y="4016"/>
                    </a:cubicBezTo>
                    <a:lnTo>
                      <a:pt x="26098" y="4016"/>
                    </a:lnTo>
                    <a:lnTo>
                      <a:pt x="858" y="784"/>
                    </a:lnTo>
                    <a:lnTo>
                      <a:pt x="845" y="784"/>
                    </a:lnTo>
                    <a:cubicBezTo>
                      <a:pt x="550" y="743"/>
                      <a:pt x="295" y="542"/>
                      <a:pt x="215" y="274"/>
                    </a:cubicBezTo>
                    <a:cubicBezTo>
                      <a:pt x="201" y="247"/>
                      <a:pt x="188" y="207"/>
                      <a:pt x="188" y="180"/>
                    </a:cubicBezTo>
                    <a:close/>
                    <a:moveTo>
                      <a:pt x="79" y="0"/>
                    </a:moveTo>
                    <a:cubicBezTo>
                      <a:pt x="65" y="0"/>
                      <a:pt x="46" y="10"/>
                      <a:pt x="27" y="19"/>
                    </a:cubicBezTo>
                    <a:cubicBezTo>
                      <a:pt x="14" y="33"/>
                      <a:pt x="0" y="59"/>
                      <a:pt x="0" y="86"/>
                    </a:cubicBezTo>
                    <a:cubicBezTo>
                      <a:pt x="0" y="153"/>
                      <a:pt x="14" y="234"/>
                      <a:pt x="54" y="328"/>
                    </a:cubicBezTo>
                    <a:cubicBezTo>
                      <a:pt x="161" y="663"/>
                      <a:pt x="470" y="904"/>
                      <a:pt x="832" y="958"/>
                    </a:cubicBezTo>
                    <a:lnTo>
                      <a:pt x="2682" y="1186"/>
                    </a:lnTo>
                    <a:lnTo>
                      <a:pt x="2803" y="1213"/>
                    </a:lnTo>
                    <a:lnTo>
                      <a:pt x="3286" y="1266"/>
                    </a:lnTo>
                    <a:lnTo>
                      <a:pt x="3407" y="1280"/>
                    </a:lnTo>
                    <a:lnTo>
                      <a:pt x="9535" y="2071"/>
                    </a:lnTo>
                    <a:lnTo>
                      <a:pt x="9670" y="2084"/>
                    </a:lnTo>
                    <a:lnTo>
                      <a:pt x="10139" y="2151"/>
                    </a:lnTo>
                    <a:lnTo>
                      <a:pt x="10273" y="2165"/>
                    </a:lnTo>
                    <a:lnTo>
                      <a:pt x="16402" y="2956"/>
                    </a:lnTo>
                    <a:lnTo>
                      <a:pt x="16751" y="2996"/>
                    </a:lnTo>
                    <a:lnTo>
                      <a:pt x="17005" y="3023"/>
                    </a:lnTo>
                    <a:lnTo>
                      <a:pt x="17126" y="3050"/>
                    </a:lnTo>
                    <a:lnTo>
                      <a:pt x="23228" y="3828"/>
                    </a:lnTo>
                    <a:lnTo>
                      <a:pt x="24234" y="3962"/>
                    </a:lnTo>
                    <a:lnTo>
                      <a:pt x="26085" y="4190"/>
                    </a:lnTo>
                    <a:lnTo>
                      <a:pt x="30028" y="4190"/>
                    </a:lnTo>
                    <a:cubicBezTo>
                      <a:pt x="30390" y="4190"/>
                      <a:pt x="30738" y="4042"/>
                      <a:pt x="30980" y="3774"/>
                    </a:cubicBezTo>
                    <a:cubicBezTo>
                      <a:pt x="31060" y="3694"/>
                      <a:pt x="31114" y="3613"/>
                      <a:pt x="31181" y="3493"/>
                    </a:cubicBezTo>
                    <a:cubicBezTo>
                      <a:pt x="31194" y="3466"/>
                      <a:pt x="31194" y="3439"/>
                      <a:pt x="31208" y="3399"/>
                    </a:cubicBezTo>
                    <a:cubicBezTo>
                      <a:pt x="31208" y="3372"/>
                      <a:pt x="31208" y="3332"/>
                      <a:pt x="31167" y="3318"/>
                    </a:cubicBezTo>
                    <a:cubicBezTo>
                      <a:pt x="31152" y="3302"/>
                      <a:pt x="31136" y="3296"/>
                      <a:pt x="31118" y="3296"/>
                    </a:cubicBezTo>
                    <a:cubicBezTo>
                      <a:pt x="31105" y="3296"/>
                      <a:pt x="31090" y="3299"/>
                      <a:pt x="31074" y="3305"/>
                    </a:cubicBezTo>
                    <a:cubicBezTo>
                      <a:pt x="31074" y="3318"/>
                      <a:pt x="31060" y="3318"/>
                      <a:pt x="31047" y="3332"/>
                    </a:cubicBezTo>
                    <a:cubicBezTo>
                      <a:pt x="31033" y="3332"/>
                      <a:pt x="31007" y="3345"/>
                      <a:pt x="30980" y="3358"/>
                    </a:cubicBezTo>
                    <a:cubicBezTo>
                      <a:pt x="30618" y="3546"/>
                      <a:pt x="30202" y="3627"/>
                      <a:pt x="29786" y="3627"/>
                    </a:cubicBezTo>
                    <a:lnTo>
                      <a:pt x="26098" y="3627"/>
                    </a:lnTo>
                    <a:lnTo>
                      <a:pt x="161" y="6"/>
                    </a:lnTo>
                    <a:lnTo>
                      <a:pt x="94" y="6"/>
                    </a:lnTo>
                    <a:cubicBezTo>
                      <a:pt x="90" y="2"/>
                      <a:pt x="85" y="0"/>
                      <a:pt x="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9"/>
              <p:cNvSpPr/>
              <p:nvPr/>
            </p:nvSpPr>
            <p:spPr>
              <a:xfrm>
                <a:off x="6817550" y="3670438"/>
                <a:ext cx="71775" cy="22475"/>
              </a:xfrm>
              <a:custGeom>
                <a:avLst/>
                <a:gdLst/>
                <a:ahLst/>
                <a:cxnLst/>
                <a:rect l="l" t="t" r="r" b="b"/>
                <a:pathLst>
                  <a:path w="2871" h="899" extrusionOk="0">
                    <a:moveTo>
                      <a:pt x="2576" y="161"/>
                    </a:moveTo>
                    <a:cubicBezTo>
                      <a:pt x="2589" y="161"/>
                      <a:pt x="2602" y="174"/>
                      <a:pt x="2616" y="174"/>
                    </a:cubicBezTo>
                    <a:lnTo>
                      <a:pt x="2629" y="174"/>
                    </a:lnTo>
                    <a:lnTo>
                      <a:pt x="2656" y="201"/>
                    </a:lnTo>
                    <a:cubicBezTo>
                      <a:pt x="2683" y="228"/>
                      <a:pt x="2696" y="282"/>
                      <a:pt x="2696" y="335"/>
                    </a:cubicBezTo>
                    <a:cubicBezTo>
                      <a:pt x="2696" y="469"/>
                      <a:pt x="2656" y="604"/>
                      <a:pt x="2589" y="724"/>
                    </a:cubicBezTo>
                    <a:lnTo>
                      <a:pt x="2348" y="657"/>
                    </a:lnTo>
                    <a:lnTo>
                      <a:pt x="2348" y="738"/>
                    </a:lnTo>
                    <a:lnTo>
                      <a:pt x="2307" y="738"/>
                    </a:lnTo>
                    <a:lnTo>
                      <a:pt x="2307" y="644"/>
                    </a:lnTo>
                    <a:lnTo>
                      <a:pt x="1503" y="416"/>
                    </a:lnTo>
                    <a:lnTo>
                      <a:pt x="1234" y="416"/>
                    </a:lnTo>
                    <a:lnTo>
                      <a:pt x="1234" y="376"/>
                    </a:lnTo>
                    <a:lnTo>
                      <a:pt x="1355" y="376"/>
                    </a:lnTo>
                    <a:lnTo>
                      <a:pt x="617" y="161"/>
                    </a:lnTo>
                    <a:close/>
                    <a:moveTo>
                      <a:pt x="54" y="0"/>
                    </a:moveTo>
                    <a:cubicBezTo>
                      <a:pt x="27" y="14"/>
                      <a:pt x="1" y="40"/>
                      <a:pt x="1" y="81"/>
                    </a:cubicBezTo>
                    <a:lnTo>
                      <a:pt x="1" y="94"/>
                    </a:lnTo>
                    <a:cubicBezTo>
                      <a:pt x="1" y="134"/>
                      <a:pt x="27" y="161"/>
                      <a:pt x="68" y="174"/>
                    </a:cubicBezTo>
                    <a:lnTo>
                      <a:pt x="1865" y="684"/>
                    </a:lnTo>
                    <a:lnTo>
                      <a:pt x="2589" y="899"/>
                    </a:lnTo>
                    <a:lnTo>
                      <a:pt x="2616" y="899"/>
                    </a:lnTo>
                    <a:cubicBezTo>
                      <a:pt x="2643" y="899"/>
                      <a:pt x="2656" y="885"/>
                      <a:pt x="2683" y="872"/>
                    </a:cubicBezTo>
                    <a:cubicBezTo>
                      <a:pt x="2683" y="872"/>
                      <a:pt x="2669" y="858"/>
                      <a:pt x="2669" y="858"/>
                    </a:cubicBezTo>
                    <a:lnTo>
                      <a:pt x="2669" y="845"/>
                    </a:lnTo>
                    <a:cubicBezTo>
                      <a:pt x="2669" y="791"/>
                      <a:pt x="2710" y="751"/>
                      <a:pt x="2750" y="751"/>
                    </a:cubicBezTo>
                    <a:cubicBezTo>
                      <a:pt x="2830" y="630"/>
                      <a:pt x="2871" y="483"/>
                      <a:pt x="2871" y="335"/>
                    </a:cubicBezTo>
                    <a:cubicBezTo>
                      <a:pt x="2871" y="148"/>
                      <a:pt x="2736" y="0"/>
                      <a:pt x="2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9"/>
              <p:cNvSpPr/>
              <p:nvPr/>
            </p:nvSpPr>
            <p:spPr>
              <a:xfrm>
                <a:off x="6884275" y="3689213"/>
                <a:ext cx="717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871" h="913" extrusionOk="0">
                    <a:moveTo>
                      <a:pt x="2575" y="174"/>
                    </a:moveTo>
                    <a:cubicBezTo>
                      <a:pt x="2602" y="174"/>
                      <a:pt x="2616" y="174"/>
                      <a:pt x="2629" y="188"/>
                    </a:cubicBezTo>
                    <a:lnTo>
                      <a:pt x="2642" y="188"/>
                    </a:lnTo>
                    <a:lnTo>
                      <a:pt x="2656" y="215"/>
                    </a:lnTo>
                    <a:cubicBezTo>
                      <a:pt x="2683" y="242"/>
                      <a:pt x="2709" y="282"/>
                      <a:pt x="2709" y="335"/>
                    </a:cubicBezTo>
                    <a:cubicBezTo>
                      <a:pt x="2709" y="483"/>
                      <a:pt x="2669" y="617"/>
                      <a:pt x="2589" y="724"/>
                    </a:cubicBezTo>
                    <a:lnTo>
                      <a:pt x="2361" y="657"/>
                    </a:lnTo>
                    <a:lnTo>
                      <a:pt x="2361" y="751"/>
                    </a:lnTo>
                    <a:lnTo>
                      <a:pt x="2321" y="751"/>
                    </a:lnTo>
                    <a:lnTo>
                      <a:pt x="2321" y="657"/>
                    </a:lnTo>
                    <a:lnTo>
                      <a:pt x="1543" y="429"/>
                    </a:lnTo>
                    <a:lnTo>
                      <a:pt x="1248" y="429"/>
                    </a:lnTo>
                    <a:lnTo>
                      <a:pt x="1248" y="389"/>
                    </a:lnTo>
                    <a:lnTo>
                      <a:pt x="1395" y="389"/>
                    </a:lnTo>
                    <a:lnTo>
                      <a:pt x="631" y="174"/>
                    </a:lnTo>
                    <a:close/>
                    <a:moveTo>
                      <a:pt x="94" y="0"/>
                    </a:moveTo>
                    <a:cubicBezTo>
                      <a:pt x="41" y="0"/>
                      <a:pt x="0" y="40"/>
                      <a:pt x="0" y="81"/>
                    </a:cubicBezTo>
                    <a:lnTo>
                      <a:pt x="0" y="94"/>
                    </a:lnTo>
                    <a:lnTo>
                      <a:pt x="0" y="107"/>
                    </a:lnTo>
                    <a:cubicBezTo>
                      <a:pt x="0" y="107"/>
                      <a:pt x="14" y="121"/>
                      <a:pt x="14" y="121"/>
                    </a:cubicBezTo>
                    <a:cubicBezTo>
                      <a:pt x="14" y="148"/>
                      <a:pt x="41" y="174"/>
                      <a:pt x="67" y="188"/>
                    </a:cubicBezTo>
                    <a:lnTo>
                      <a:pt x="1918" y="711"/>
                    </a:lnTo>
                    <a:lnTo>
                      <a:pt x="2589" y="899"/>
                    </a:lnTo>
                    <a:cubicBezTo>
                      <a:pt x="2589" y="899"/>
                      <a:pt x="2602" y="912"/>
                      <a:pt x="2616" y="912"/>
                    </a:cubicBezTo>
                    <a:cubicBezTo>
                      <a:pt x="2642" y="912"/>
                      <a:pt x="2669" y="899"/>
                      <a:pt x="2683" y="872"/>
                    </a:cubicBezTo>
                    <a:cubicBezTo>
                      <a:pt x="2683" y="872"/>
                      <a:pt x="2683" y="872"/>
                      <a:pt x="2683" y="858"/>
                    </a:cubicBezTo>
                    <a:lnTo>
                      <a:pt x="2683" y="845"/>
                    </a:lnTo>
                    <a:cubicBezTo>
                      <a:pt x="2683" y="805"/>
                      <a:pt x="2709" y="765"/>
                      <a:pt x="2763" y="765"/>
                    </a:cubicBezTo>
                    <a:cubicBezTo>
                      <a:pt x="2830" y="630"/>
                      <a:pt x="2870" y="483"/>
                      <a:pt x="2870" y="335"/>
                    </a:cubicBezTo>
                    <a:cubicBezTo>
                      <a:pt x="2870" y="322"/>
                      <a:pt x="2870" y="322"/>
                      <a:pt x="2870" y="309"/>
                    </a:cubicBezTo>
                    <a:cubicBezTo>
                      <a:pt x="2870" y="242"/>
                      <a:pt x="2844" y="188"/>
                      <a:pt x="2817" y="148"/>
                    </a:cubicBezTo>
                    <a:cubicBezTo>
                      <a:pt x="2763" y="54"/>
                      <a:pt x="2683" y="0"/>
                      <a:pt x="25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9"/>
              <p:cNvSpPr/>
              <p:nvPr/>
            </p:nvSpPr>
            <p:spPr>
              <a:xfrm>
                <a:off x="6951325" y="3708313"/>
                <a:ext cx="71450" cy="225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900" extrusionOk="0">
                    <a:moveTo>
                      <a:pt x="2562" y="161"/>
                    </a:moveTo>
                    <a:cubicBezTo>
                      <a:pt x="2589" y="161"/>
                      <a:pt x="2616" y="175"/>
                      <a:pt x="2643" y="202"/>
                    </a:cubicBezTo>
                    <a:cubicBezTo>
                      <a:pt x="2669" y="229"/>
                      <a:pt x="2696" y="282"/>
                      <a:pt x="2696" y="336"/>
                    </a:cubicBezTo>
                    <a:cubicBezTo>
                      <a:pt x="2696" y="470"/>
                      <a:pt x="2656" y="617"/>
                      <a:pt x="2576" y="725"/>
                    </a:cubicBezTo>
                    <a:lnTo>
                      <a:pt x="2361" y="658"/>
                    </a:lnTo>
                    <a:lnTo>
                      <a:pt x="2361" y="765"/>
                    </a:lnTo>
                    <a:lnTo>
                      <a:pt x="2321" y="765"/>
                    </a:lnTo>
                    <a:lnTo>
                      <a:pt x="2321" y="644"/>
                    </a:lnTo>
                    <a:lnTo>
                      <a:pt x="1597" y="443"/>
                    </a:lnTo>
                    <a:lnTo>
                      <a:pt x="1248" y="443"/>
                    </a:lnTo>
                    <a:lnTo>
                      <a:pt x="1248" y="403"/>
                    </a:lnTo>
                    <a:lnTo>
                      <a:pt x="1449" y="403"/>
                    </a:lnTo>
                    <a:lnTo>
                      <a:pt x="618" y="161"/>
                    </a:lnTo>
                    <a:close/>
                    <a:moveTo>
                      <a:pt x="81" y="1"/>
                    </a:moveTo>
                    <a:cubicBezTo>
                      <a:pt x="27" y="1"/>
                      <a:pt x="1" y="41"/>
                      <a:pt x="1" y="81"/>
                    </a:cubicBezTo>
                    <a:lnTo>
                      <a:pt x="1" y="94"/>
                    </a:lnTo>
                    <a:cubicBezTo>
                      <a:pt x="1" y="94"/>
                      <a:pt x="1" y="108"/>
                      <a:pt x="1" y="108"/>
                    </a:cubicBezTo>
                    <a:cubicBezTo>
                      <a:pt x="1" y="148"/>
                      <a:pt x="27" y="175"/>
                      <a:pt x="54" y="175"/>
                    </a:cubicBezTo>
                    <a:lnTo>
                      <a:pt x="792" y="389"/>
                    </a:lnTo>
                    <a:lnTo>
                      <a:pt x="1074" y="389"/>
                    </a:lnTo>
                    <a:lnTo>
                      <a:pt x="1074" y="430"/>
                    </a:lnTo>
                    <a:lnTo>
                      <a:pt x="939" y="430"/>
                    </a:lnTo>
                    <a:lnTo>
                      <a:pt x="1878" y="698"/>
                    </a:lnTo>
                    <a:lnTo>
                      <a:pt x="2589" y="899"/>
                    </a:lnTo>
                    <a:lnTo>
                      <a:pt x="2602" y="899"/>
                    </a:lnTo>
                    <a:cubicBezTo>
                      <a:pt x="2629" y="899"/>
                      <a:pt x="2656" y="886"/>
                      <a:pt x="2669" y="872"/>
                    </a:cubicBezTo>
                    <a:cubicBezTo>
                      <a:pt x="2696" y="845"/>
                      <a:pt x="2723" y="805"/>
                      <a:pt x="2736" y="765"/>
                    </a:cubicBezTo>
                    <a:cubicBezTo>
                      <a:pt x="2804" y="658"/>
                      <a:pt x="2844" y="537"/>
                      <a:pt x="2857" y="403"/>
                    </a:cubicBezTo>
                    <a:lnTo>
                      <a:pt x="2817" y="403"/>
                    </a:lnTo>
                    <a:lnTo>
                      <a:pt x="2817" y="363"/>
                    </a:lnTo>
                    <a:lnTo>
                      <a:pt x="2857" y="363"/>
                    </a:lnTo>
                    <a:cubicBezTo>
                      <a:pt x="2857" y="349"/>
                      <a:pt x="2857" y="336"/>
                      <a:pt x="2857" y="336"/>
                    </a:cubicBezTo>
                    <a:cubicBezTo>
                      <a:pt x="2857" y="148"/>
                      <a:pt x="2723" y="1"/>
                      <a:pt x="25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9"/>
              <p:cNvSpPr/>
              <p:nvPr/>
            </p:nvSpPr>
            <p:spPr>
              <a:xfrm>
                <a:off x="7105550" y="3733113"/>
                <a:ext cx="357100" cy="109675"/>
              </a:xfrm>
              <a:custGeom>
                <a:avLst/>
                <a:gdLst/>
                <a:ahLst/>
                <a:cxnLst/>
                <a:rect l="l" t="t" r="r" b="b"/>
                <a:pathLst>
                  <a:path w="14284" h="4387" extrusionOk="0">
                    <a:moveTo>
                      <a:pt x="9603" y="1"/>
                    </a:moveTo>
                    <a:cubicBezTo>
                      <a:pt x="9295" y="1"/>
                      <a:pt x="8986" y="68"/>
                      <a:pt x="8718" y="189"/>
                    </a:cubicBezTo>
                    <a:lnTo>
                      <a:pt x="2629" y="3032"/>
                    </a:lnTo>
                    <a:lnTo>
                      <a:pt x="2535" y="3072"/>
                    </a:lnTo>
                    <a:lnTo>
                      <a:pt x="148" y="4185"/>
                    </a:lnTo>
                    <a:lnTo>
                      <a:pt x="54" y="4225"/>
                    </a:lnTo>
                    <a:cubicBezTo>
                      <a:pt x="14" y="4239"/>
                      <a:pt x="1" y="4292"/>
                      <a:pt x="14" y="4333"/>
                    </a:cubicBezTo>
                    <a:cubicBezTo>
                      <a:pt x="28" y="4346"/>
                      <a:pt x="28" y="4360"/>
                      <a:pt x="41" y="4360"/>
                    </a:cubicBezTo>
                    <a:cubicBezTo>
                      <a:pt x="54" y="4373"/>
                      <a:pt x="68" y="4386"/>
                      <a:pt x="95" y="4386"/>
                    </a:cubicBezTo>
                    <a:cubicBezTo>
                      <a:pt x="108" y="4386"/>
                      <a:pt x="121" y="4386"/>
                      <a:pt x="121" y="4373"/>
                    </a:cubicBezTo>
                    <a:lnTo>
                      <a:pt x="188" y="4346"/>
                    </a:lnTo>
                    <a:lnTo>
                      <a:pt x="658" y="4132"/>
                    </a:lnTo>
                    <a:lnTo>
                      <a:pt x="8785" y="350"/>
                    </a:lnTo>
                    <a:cubicBezTo>
                      <a:pt x="9040" y="229"/>
                      <a:pt x="9321" y="162"/>
                      <a:pt x="9603" y="162"/>
                    </a:cubicBezTo>
                    <a:lnTo>
                      <a:pt x="14203" y="162"/>
                    </a:lnTo>
                    <a:cubicBezTo>
                      <a:pt x="14230" y="162"/>
                      <a:pt x="14243" y="148"/>
                      <a:pt x="14257" y="135"/>
                    </a:cubicBezTo>
                    <a:cubicBezTo>
                      <a:pt x="14270" y="122"/>
                      <a:pt x="14284" y="95"/>
                      <a:pt x="14284" y="81"/>
                    </a:cubicBezTo>
                    <a:cubicBezTo>
                      <a:pt x="14284" y="28"/>
                      <a:pt x="14243" y="1"/>
                      <a:pt x="142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9"/>
              <p:cNvSpPr/>
              <p:nvPr/>
            </p:nvSpPr>
            <p:spPr>
              <a:xfrm>
                <a:off x="5980375" y="3677138"/>
                <a:ext cx="29525" cy="22150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886" extrusionOk="0">
                    <a:moveTo>
                      <a:pt x="443" y="0"/>
                    </a:moveTo>
                    <a:lnTo>
                      <a:pt x="0" y="832"/>
                    </a:lnTo>
                    <a:lnTo>
                      <a:pt x="1180" y="885"/>
                    </a:lnTo>
                    <a:lnTo>
                      <a:pt x="1073" y="14"/>
                    </a:lnTo>
                    <a:lnTo>
                      <a:pt x="4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29"/>
              <p:cNvSpPr/>
              <p:nvPr/>
            </p:nvSpPr>
            <p:spPr>
              <a:xfrm>
                <a:off x="6011200" y="3677813"/>
                <a:ext cx="17800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712" h="966" extrusionOk="0">
                    <a:moveTo>
                      <a:pt x="1" y="0"/>
                    </a:moveTo>
                    <a:lnTo>
                      <a:pt x="122" y="872"/>
                    </a:lnTo>
                    <a:lnTo>
                      <a:pt x="591" y="885"/>
                    </a:lnTo>
                    <a:lnTo>
                      <a:pt x="604" y="966"/>
                    </a:lnTo>
                    <a:lnTo>
                      <a:pt x="604" y="885"/>
                    </a:lnTo>
                    <a:cubicBezTo>
                      <a:pt x="631" y="885"/>
                      <a:pt x="671" y="872"/>
                      <a:pt x="685" y="845"/>
                    </a:cubicBezTo>
                    <a:cubicBezTo>
                      <a:pt x="698" y="832"/>
                      <a:pt x="712" y="805"/>
                      <a:pt x="712" y="765"/>
                    </a:cubicBezTo>
                    <a:lnTo>
                      <a:pt x="578" y="161"/>
                    </a:lnTo>
                    <a:cubicBezTo>
                      <a:pt x="564" y="67"/>
                      <a:pt x="470" y="0"/>
                      <a:pt x="3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29"/>
              <p:cNvSpPr/>
              <p:nvPr/>
            </p:nvSpPr>
            <p:spPr>
              <a:xfrm>
                <a:off x="5959250" y="3676788"/>
                <a:ext cx="27500" cy="20825"/>
              </a:xfrm>
              <a:custGeom>
                <a:avLst/>
                <a:gdLst/>
                <a:ahLst/>
                <a:cxnLst/>
                <a:rect l="l" t="t" r="r" b="b"/>
                <a:pathLst>
                  <a:path w="1100" h="833" extrusionOk="0">
                    <a:moveTo>
                      <a:pt x="617" y="1"/>
                    </a:moveTo>
                    <a:lnTo>
                      <a:pt x="496" y="95"/>
                    </a:lnTo>
                    <a:lnTo>
                      <a:pt x="483" y="108"/>
                    </a:lnTo>
                    <a:cubicBezTo>
                      <a:pt x="282" y="309"/>
                      <a:pt x="121" y="537"/>
                      <a:pt x="0" y="806"/>
                    </a:cubicBezTo>
                    <a:lnTo>
                      <a:pt x="671" y="832"/>
                    </a:lnTo>
                    <a:lnTo>
                      <a:pt x="1100" y="14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9"/>
              <p:cNvSpPr/>
              <p:nvPr/>
            </p:nvSpPr>
            <p:spPr>
              <a:xfrm>
                <a:off x="5943475" y="3672763"/>
                <a:ext cx="89900" cy="31550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1262" extrusionOk="0">
                    <a:moveTo>
                      <a:pt x="1771" y="95"/>
                    </a:moveTo>
                    <a:lnTo>
                      <a:pt x="1919" y="175"/>
                    </a:lnTo>
                    <a:lnTo>
                      <a:pt x="1919" y="189"/>
                    </a:lnTo>
                    <a:lnTo>
                      <a:pt x="2536" y="202"/>
                    </a:lnTo>
                    <a:lnTo>
                      <a:pt x="2536" y="122"/>
                    </a:lnTo>
                    <a:lnTo>
                      <a:pt x="2697" y="108"/>
                    </a:lnTo>
                    <a:lnTo>
                      <a:pt x="2710" y="202"/>
                    </a:lnTo>
                    <a:lnTo>
                      <a:pt x="3085" y="202"/>
                    </a:lnTo>
                    <a:cubicBezTo>
                      <a:pt x="3179" y="202"/>
                      <a:pt x="3273" y="269"/>
                      <a:pt x="3287" y="363"/>
                    </a:cubicBezTo>
                    <a:lnTo>
                      <a:pt x="3421" y="967"/>
                    </a:lnTo>
                    <a:cubicBezTo>
                      <a:pt x="3421" y="1007"/>
                      <a:pt x="3407" y="1034"/>
                      <a:pt x="3394" y="1047"/>
                    </a:cubicBezTo>
                    <a:cubicBezTo>
                      <a:pt x="3380" y="1074"/>
                      <a:pt x="3340" y="1087"/>
                      <a:pt x="3313" y="1087"/>
                    </a:cubicBezTo>
                    <a:lnTo>
                      <a:pt x="3313" y="1168"/>
                    </a:lnTo>
                    <a:lnTo>
                      <a:pt x="3300" y="1087"/>
                    </a:lnTo>
                    <a:lnTo>
                      <a:pt x="2831" y="1074"/>
                    </a:lnTo>
                    <a:lnTo>
                      <a:pt x="2831" y="1074"/>
                    </a:lnTo>
                    <a:lnTo>
                      <a:pt x="2844" y="1154"/>
                    </a:lnTo>
                    <a:lnTo>
                      <a:pt x="2670" y="1168"/>
                    </a:lnTo>
                    <a:lnTo>
                      <a:pt x="2656" y="1060"/>
                    </a:lnTo>
                    <a:lnTo>
                      <a:pt x="1476" y="1007"/>
                    </a:lnTo>
                    <a:lnTo>
                      <a:pt x="1409" y="1127"/>
                    </a:lnTo>
                    <a:lnTo>
                      <a:pt x="1262" y="1060"/>
                    </a:lnTo>
                    <a:lnTo>
                      <a:pt x="1302" y="993"/>
                    </a:lnTo>
                    <a:lnTo>
                      <a:pt x="631" y="967"/>
                    </a:lnTo>
                    <a:cubicBezTo>
                      <a:pt x="752" y="712"/>
                      <a:pt x="913" y="470"/>
                      <a:pt x="1114" y="269"/>
                    </a:cubicBezTo>
                    <a:lnTo>
                      <a:pt x="1127" y="256"/>
                    </a:lnTo>
                    <a:lnTo>
                      <a:pt x="1248" y="175"/>
                    </a:lnTo>
                    <a:lnTo>
                      <a:pt x="1731" y="175"/>
                    </a:lnTo>
                    <a:lnTo>
                      <a:pt x="1771" y="95"/>
                    </a:lnTo>
                    <a:close/>
                    <a:moveTo>
                      <a:pt x="1194" y="1"/>
                    </a:moveTo>
                    <a:lnTo>
                      <a:pt x="1020" y="135"/>
                    </a:lnTo>
                    <a:lnTo>
                      <a:pt x="1007" y="148"/>
                    </a:lnTo>
                    <a:cubicBezTo>
                      <a:pt x="792" y="350"/>
                      <a:pt x="618" y="604"/>
                      <a:pt x="484" y="873"/>
                    </a:cubicBezTo>
                    <a:lnTo>
                      <a:pt x="1" y="1114"/>
                    </a:lnTo>
                    <a:lnTo>
                      <a:pt x="350" y="1127"/>
                    </a:lnTo>
                    <a:lnTo>
                      <a:pt x="3287" y="1262"/>
                    </a:lnTo>
                    <a:lnTo>
                      <a:pt x="3313" y="1262"/>
                    </a:lnTo>
                    <a:cubicBezTo>
                      <a:pt x="3394" y="1262"/>
                      <a:pt x="3474" y="1221"/>
                      <a:pt x="3528" y="1154"/>
                    </a:cubicBezTo>
                    <a:cubicBezTo>
                      <a:pt x="3582" y="1087"/>
                      <a:pt x="3595" y="1007"/>
                      <a:pt x="3582" y="940"/>
                    </a:cubicBezTo>
                    <a:lnTo>
                      <a:pt x="3448" y="323"/>
                    </a:lnTo>
                    <a:cubicBezTo>
                      <a:pt x="3421" y="162"/>
                      <a:pt x="3260" y="41"/>
                      <a:pt x="3099" y="41"/>
                    </a:cubicBez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9"/>
              <p:cNvSpPr/>
              <p:nvPr/>
            </p:nvSpPr>
            <p:spPr>
              <a:xfrm>
                <a:off x="5975000" y="3675113"/>
                <a:ext cx="16450" cy="25850"/>
              </a:xfrm>
              <a:custGeom>
                <a:avLst/>
                <a:gdLst/>
                <a:ahLst/>
                <a:cxnLst/>
                <a:rect l="l" t="t" r="r" b="b"/>
                <a:pathLst>
                  <a:path w="658" h="1034" extrusionOk="0">
                    <a:moveTo>
                      <a:pt x="510" y="1"/>
                    </a:moveTo>
                    <a:lnTo>
                      <a:pt x="470" y="81"/>
                    </a:lnTo>
                    <a:lnTo>
                      <a:pt x="41" y="899"/>
                    </a:lnTo>
                    <a:lnTo>
                      <a:pt x="1" y="966"/>
                    </a:lnTo>
                    <a:lnTo>
                      <a:pt x="148" y="1033"/>
                    </a:lnTo>
                    <a:lnTo>
                      <a:pt x="215" y="913"/>
                    </a:lnTo>
                    <a:lnTo>
                      <a:pt x="658" y="81"/>
                    </a:lnTo>
                    <a:lnTo>
                      <a:pt x="5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29"/>
              <p:cNvSpPr/>
              <p:nvPr/>
            </p:nvSpPr>
            <p:spPr>
              <a:xfrm>
                <a:off x="6006850" y="3675113"/>
                <a:ext cx="7750" cy="268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074" extrusionOk="0">
                    <a:moveTo>
                      <a:pt x="162" y="1"/>
                    </a:moveTo>
                    <a:lnTo>
                      <a:pt x="1" y="28"/>
                    </a:lnTo>
                    <a:lnTo>
                      <a:pt x="14" y="95"/>
                    </a:lnTo>
                    <a:lnTo>
                      <a:pt x="121" y="966"/>
                    </a:lnTo>
                    <a:lnTo>
                      <a:pt x="135" y="1074"/>
                    </a:lnTo>
                    <a:lnTo>
                      <a:pt x="309" y="1060"/>
                    </a:lnTo>
                    <a:lnTo>
                      <a:pt x="296" y="980"/>
                    </a:lnTo>
                    <a:lnTo>
                      <a:pt x="175" y="108"/>
                    </a:lnTo>
                    <a:lnTo>
                      <a:pt x="1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9"/>
              <p:cNvSpPr/>
              <p:nvPr/>
            </p:nvSpPr>
            <p:spPr>
              <a:xfrm>
                <a:off x="6076925" y="3754913"/>
                <a:ext cx="41275" cy="72450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2898" extrusionOk="0">
                    <a:moveTo>
                      <a:pt x="1248" y="175"/>
                    </a:moveTo>
                    <a:cubicBezTo>
                      <a:pt x="1382" y="175"/>
                      <a:pt x="1476" y="282"/>
                      <a:pt x="1476" y="403"/>
                    </a:cubicBezTo>
                    <a:lnTo>
                      <a:pt x="1476" y="2495"/>
                    </a:lnTo>
                    <a:cubicBezTo>
                      <a:pt x="1476" y="2629"/>
                      <a:pt x="1382" y="2723"/>
                      <a:pt x="1248" y="2723"/>
                    </a:cubicBezTo>
                    <a:lnTo>
                      <a:pt x="389" y="2723"/>
                    </a:lnTo>
                    <a:cubicBezTo>
                      <a:pt x="269" y="2723"/>
                      <a:pt x="161" y="2629"/>
                      <a:pt x="161" y="2495"/>
                    </a:cubicBezTo>
                    <a:lnTo>
                      <a:pt x="161" y="403"/>
                    </a:lnTo>
                    <a:cubicBezTo>
                      <a:pt x="161" y="282"/>
                      <a:pt x="269" y="175"/>
                      <a:pt x="389" y="175"/>
                    </a:cubicBezTo>
                    <a:close/>
                    <a:moveTo>
                      <a:pt x="389" y="1"/>
                    </a:moveTo>
                    <a:cubicBezTo>
                      <a:pt x="175" y="1"/>
                      <a:pt x="1" y="188"/>
                      <a:pt x="1" y="403"/>
                    </a:cubicBezTo>
                    <a:lnTo>
                      <a:pt x="1" y="2495"/>
                    </a:lnTo>
                    <a:cubicBezTo>
                      <a:pt x="1" y="2710"/>
                      <a:pt x="175" y="2897"/>
                      <a:pt x="389" y="2897"/>
                    </a:cubicBezTo>
                    <a:lnTo>
                      <a:pt x="1248" y="2897"/>
                    </a:lnTo>
                    <a:cubicBezTo>
                      <a:pt x="1476" y="2897"/>
                      <a:pt x="1650" y="2710"/>
                      <a:pt x="1650" y="2495"/>
                    </a:cubicBezTo>
                    <a:lnTo>
                      <a:pt x="1650" y="403"/>
                    </a:lnTo>
                    <a:cubicBezTo>
                      <a:pt x="1650" y="188"/>
                      <a:pt x="1462" y="1"/>
                      <a:pt x="12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9"/>
              <p:cNvSpPr/>
              <p:nvPr/>
            </p:nvSpPr>
            <p:spPr>
              <a:xfrm>
                <a:off x="6848400" y="3679813"/>
                <a:ext cx="278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363" extrusionOk="0">
                    <a:moveTo>
                      <a:pt x="0" y="1"/>
                    </a:moveTo>
                    <a:lnTo>
                      <a:pt x="0" y="41"/>
                    </a:lnTo>
                    <a:lnTo>
                      <a:pt x="1073" y="41"/>
                    </a:lnTo>
                    <a:lnTo>
                      <a:pt x="1073" y="269"/>
                    </a:lnTo>
                    <a:lnTo>
                      <a:pt x="1073" y="363"/>
                    </a:lnTo>
                    <a:lnTo>
                      <a:pt x="1114" y="363"/>
                    </a:lnTo>
                    <a:lnTo>
                      <a:pt x="1114" y="282"/>
                    </a:lnTo>
                    <a:lnTo>
                      <a:pt x="1114" y="27"/>
                    </a:lnTo>
                    <a:lnTo>
                      <a:pt x="1100" y="27"/>
                    </a:lnTo>
                    <a:lnTo>
                      <a:pt x="10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9"/>
              <p:cNvSpPr/>
              <p:nvPr/>
            </p:nvSpPr>
            <p:spPr>
              <a:xfrm>
                <a:off x="6875550" y="3674788"/>
                <a:ext cx="840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336" h="229" extrusionOk="0">
                    <a:moveTo>
                      <a:pt x="296" y="0"/>
                    </a:moveTo>
                    <a:lnTo>
                      <a:pt x="1" y="202"/>
                    </a:lnTo>
                    <a:lnTo>
                      <a:pt x="14" y="228"/>
                    </a:lnTo>
                    <a:lnTo>
                      <a:pt x="28" y="228"/>
                    </a:lnTo>
                    <a:lnTo>
                      <a:pt x="336" y="27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9"/>
              <p:cNvSpPr/>
              <p:nvPr/>
            </p:nvSpPr>
            <p:spPr>
              <a:xfrm>
                <a:off x="6915450" y="3698938"/>
                <a:ext cx="278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363" extrusionOk="0">
                    <a:moveTo>
                      <a:pt x="1" y="0"/>
                    </a:moveTo>
                    <a:lnTo>
                      <a:pt x="1" y="40"/>
                    </a:lnTo>
                    <a:lnTo>
                      <a:pt x="1074" y="40"/>
                    </a:lnTo>
                    <a:lnTo>
                      <a:pt x="1074" y="255"/>
                    </a:lnTo>
                    <a:lnTo>
                      <a:pt x="1074" y="362"/>
                    </a:lnTo>
                    <a:lnTo>
                      <a:pt x="1114" y="362"/>
                    </a:lnTo>
                    <a:lnTo>
                      <a:pt x="1114" y="268"/>
                    </a:lnTo>
                    <a:lnTo>
                      <a:pt x="1114" y="27"/>
                    </a:lnTo>
                    <a:lnTo>
                      <a:pt x="1100" y="40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9"/>
              <p:cNvSpPr/>
              <p:nvPr/>
            </p:nvSpPr>
            <p:spPr>
              <a:xfrm>
                <a:off x="6942275" y="3693888"/>
                <a:ext cx="84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336" h="243" extrusionOk="0">
                    <a:moveTo>
                      <a:pt x="309" y="1"/>
                    </a:moveTo>
                    <a:lnTo>
                      <a:pt x="14" y="202"/>
                    </a:lnTo>
                    <a:lnTo>
                      <a:pt x="1" y="202"/>
                    </a:lnTo>
                    <a:lnTo>
                      <a:pt x="27" y="242"/>
                    </a:lnTo>
                    <a:lnTo>
                      <a:pt x="41" y="229"/>
                    </a:lnTo>
                    <a:lnTo>
                      <a:pt x="336" y="41"/>
                    </a:lnTo>
                    <a:lnTo>
                      <a:pt x="336" y="14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9"/>
              <p:cNvSpPr/>
              <p:nvPr/>
            </p:nvSpPr>
            <p:spPr>
              <a:xfrm>
                <a:off x="6982500" y="3718363"/>
                <a:ext cx="278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363" extrusionOk="0">
                    <a:moveTo>
                      <a:pt x="1" y="1"/>
                    </a:moveTo>
                    <a:lnTo>
                      <a:pt x="1" y="41"/>
                    </a:lnTo>
                    <a:lnTo>
                      <a:pt x="1074" y="41"/>
                    </a:lnTo>
                    <a:lnTo>
                      <a:pt x="1074" y="242"/>
                    </a:lnTo>
                    <a:lnTo>
                      <a:pt x="1074" y="363"/>
                    </a:lnTo>
                    <a:lnTo>
                      <a:pt x="1114" y="363"/>
                    </a:lnTo>
                    <a:lnTo>
                      <a:pt x="1114" y="256"/>
                    </a:lnTo>
                    <a:lnTo>
                      <a:pt x="1114" y="28"/>
                    </a:lnTo>
                    <a:lnTo>
                      <a:pt x="1101" y="41"/>
                    </a:lnTo>
                    <a:lnTo>
                      <a:pt x="10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9"/>
              <p:cNvSpPr/>
              <p:nvPr/>
            </p:nvSpPr>
            <p:spPr>
              <a:xfrm>
                <a:off x="7009675" y="3713338"/>
                <a:ext cx="84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336" h="243" extrusionOk="0">
                    <a:moveTo>
                      <a:pt x="309" y="1"/>
                    </a:moveTo>
                    <a:lnTo>
                      <a:pt x="0" y="202"/>
                    </a:lnTo>
                    <a:lnTo>
                      <a:pt x="14" y="242"/>
                    </a:lnTo>
                    <a:lnTo>
                      <a:pt x="27" y="229"/>
                    </a:lnTo>
                    <a:lnTo>
                      <a:pt x="335" y="28"/>
                    </a:lnTo>
                    <a:lnTo>
                      <a:pt x="30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9"/>
              <p:cNvSpPr/>
              <p:nvPr/>
            </p:nvSpPr>
            <p:spPr>
              <a:xfrm>
                <a:off x="6420250" y="3702288"/>
                <a:ext cx="384575" cy="60375"/>
              </a:xfrm>
              <a:custGeom>
                <a:avLst/>
                <a:gdLst/>
                <a:ahLst/>
                <a:cxnLst/>
                <a:rect l="l" t="t" r="r" b="b"/>
                <a:pathLst>
                  <a:path w="15383" h="2415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0" y="389"/>
                    </a:lnTo>
                    <a:lnTo>
                      <a:pt x="15356" y="2414"/>
                    </a:lnTo>
                    <a:lnTo>
                      <a:pt x="15383" y="2414"/>
                    </a:lnTo>
                    <a:lnTo>
                      <a:pt x="15383" y="2213"/>
                    </a:lnTo>
                    <a:lnTo>
                      <a:pt x="15383" y="2186"/>
                    </a:lnTo>
                    <a:lnTo>
                      <a:pt x="15343" y="2186"/>
                    </a:lnTo>
                    <a:lnTo>
                      <a:pt x="15343" y="2213"/>
                    </a:lnTo>
                    <a:lnTo>
                      <a:pt x="15343" y="2374"/>
                    </a:lnTo>
                    <a:lnTo>
                      <a:pt x="41" y="349"/>
                    </a:lnTo>
                    <a:lnTo>
                      <a:pt x="41" y="6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9"/>
              <p:cNvSpPr/>
              <p:nvPr/>
            </p:nvSpPr>
            <p:spPr>
              <a:xfrm>
                <a:off x="6506750" y="3793813"/>
                <a:ext cx="40925" cy="65400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616" extrusionOk="0">
                    <a:moveTo>
                      <a:pt x="27" y="0"/>
                    </a:moveTo>
                    <a:lnTo>
                      <a:pt x="1" y="27"/>
                    </a:lnTo>
                    <a:lnTo>
                      <a:pt x="14" y="41"/>
                    </a:lnTo>
                    <a:lnTo>
                      <a:pt x="41" y="54"/>
                    </a:lnTo>
                    <a:lnTo>
                      <a:pt x="54" y="67"/>
                    </a:lnTo>
                    <a:lnTo>
                      <a:pt x="1596" y="1248"/>
                    </a:lnTo>
                    <a:lnTo>
                      <a:pt x="1596" y="2589"/>
                    </a:lnTo>
                    <a:lnTo>
                      <a:pt x="1596" y="2615"/>
                    </a:lnTo>
                    <a:lnTo>
                      <a:pt x="1637" y="2615"/>
                    </a:lnTo>
                    <a:lnTo>
                      <a:pt x="1637" y="2589"/>
                    </a:lnTo>
                    <a:lnTo>
                      <a:pt x="1637" y="1248"/>
                    </a:lnTo>
                    <a:lnTo>
                      <a:pt x="1637" y="1221"/>
                    </a:lnTo>
                    <a:lnTo>
                      <a:pt x="1623" y="1207"/>
                    </a:lnTo>
                    <a:lnTo>
                      <a:pt x="121" y="67"/>
                    </a:lnTo>
                    <a:lnTo>
                      <a:pt x="41" y="1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9"/>
              <p:cNvSpPr/>
              <p:nvPr/>
            </p:nvSpPr>
            <p:spPr>
              <a:xfrm>
                <a:off x="6386375" y="3667413"/>
                <a:ext cx="466400" cy="51650"/>
              </a:xfrm>
              <a:custGeom>
                <a:avLst/>
                <a:gdLst/>
                <a:ahLst/>
                <a:cxnLst/>
                <a:rect l="l" t="t" r="r" b="b"/>
                <a:pathLst>
                  <a:path w="18656" h="2066" extrusionOk="0">
                    <a:moveTo>
                      <a:pt x="14" y="0"/>
                    </a:moveTo>
                    <a:lnTo>
                      <a:pt x="1" y="41"/>
                    </a:lnTo>
                    <a:lnTo>
                      <a:pt x="14" y="54"/>
                    </a:lnTo>
                    <a:lnTo>
                      <a:pt x="12621" y="2066"/>
                    </a:lnTo>
                    <a:lnTo>
                      <a:pt x="18656" y="2066"/>
                    </a:lnTo>
                    <a:lnTo>
                      <a:pt x="18522" y="2025"/>
                    </a:lnTo>
                    <a:lnTo>
                      <a:pt x="12621" y="2025"/>
                    </a:lnTo>
                    <a:lnTo>
                      <a:pt x="41" y="1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9"/>
              <p:cNvSpPr/>
              <p:nvPr/>
            </p:nvSpPr>
            <p:spPr>
              <a:xfrm>
                <a:off x="6908075" y="3718038"/>
                <a:ext cx="70100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41" extrusionOk="0">
                    <a:moveTo>
                      <a:pt x="1" y="0"/>
                    </a:moveTo>
                    <a:lnTo>
                      <a:pt x="148" y="41"/>
                    </a:lnTo>
                    <a:lnTo>
                      <a:pt x="2804" y="41"/>
                    </a:lnTo>
                    <a:lnTo>
                      <a:pt x="280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9"/>
              <p:cNvSpPr/>
              <p:nvPr/>
            </p:nvSpPr>
            <p:spPr>
              <a:xfrm>
                <a:off x="6853100" y="3718038"/>
                <a:ext cx="55000" cy="102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41" extrusionOk="0">
                    <a:moveTo>
                      <a:pt x="14" y="0"/>
                    </a:moveTo>
                    <a:lnTo>
                      <a:pt x="0" y="41"/>
                    </a:lnTo>
                    <a:lnTo>
                      <a:pt x="2200" y="41"/>
                    </a:lnTo>
                    <a:lnTo>
                      <a:pt x="2159" y="27"/>
                    </a:lnTo>
                    <a:lnTo>
                      <a:pt x="215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9"/>
              <p:cNvSpPr/>
              <p:nvPr/>
            </p:nvSpPr>
            <p:spPr>
              <a:xfrm>
                <a:off x="6700200" y="3674463"/>
                <a:ext cx="153250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6130" h="1784" extrusionOk="0">
                    <a:moveTo>
                      <a:pt x="1" y="0"/>
                    </a:moveTo>
                    <a:lnTo>
                      <a:pt x="5969" y="1743"/>
                    </a:lnTo>
                    <a:lnTo>
                      <a:pt x="6103" y="1784"/>
                    </a:lnTo>
                    <a:lnTo>
                      <a:pt x="6116" y="1784"/>
                    </a:lnTo>
                    <a:lnTo>
                      <a:pt x="6130" y="1743"/>
                    </a:lnTo>
                    <a:lnTo>
                      <a:pt x="6116" y="1743"/>
                    </a:lnTo>
                    <a:lnTo>
                      <a:pt x="1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9"/>
              <p:cNvSpPr/>
              <p:nvPr/>
            </p:nvSpPr>
            <p:spPr>
              <a:xfrm>
                <a:off x="6520500" y="3660038"/>
                <a:ext cx="261525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61" h="578" extrusionOk="0">
                    <a:moveTo>
                      <a:pt x="8302" y="0"/>
                    </a:moveTo>
                    <a:lnTo>
                      <a:pt x="8288" y="41"/>
                    </a:lnTo>
                    <a:lnTo>
                      <a:pt x="8369" y="67"/>
                    </a:lnTo>
                    <a:lnTo>
                      <a:pt x="10139" y="537"/>
                    </a:lnTo>
                    <a:lnTo>
                      <a:pt x="1958" y="537"/>
                    </a:lnTo>
                    <a:lnTo>
                      <a:pt x="215" y="67"/>
                    </a:lnTo>
                    <a:lnTo>
                      <a:pt x="0" y="14"/>
                    </a:lnTo>
                    <a:lnTo>
                      <a:pt x="0" y="54"/>
                    </a:lnTo>
                    <a:lnTo>
                      <a:pt x="54" y="67"/>
                    </a:lnTo>
                    <a:lnTo>
                      <a:pt x="1958" y="577"/>
                    </a:lnTo>
                    <a:lnTo>
                      <a:pt x="10461" y="577"/>
                    </a:lnTo>
                    <a:lnTo>
                      <a:pt x="8543" y="67"/>
                    </a:lnTo>
                    <a:lnTo>
                      <a:pt x="83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9"/>
              <p:cNvSpPr/>
              <p:nvPr/>
            </p:nvSpPr>
            <p:spPr>
              <a:xfrm>
                <a:off x="7540075" y="3628863"/>
                <a:ext cx="1485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5942" h="765" extrusionOk="0">
                    <a:moveTo>
                      <a:pt x="5915" y="0"/>
                    </a:moveTo>
                    <a:lnTo>
                      <a:pt x="5888" y="40"/>
                    </a:lnTo>
                    <a:lnTo>
                      <a:pt x="5499" y="496"/>
                    </a:lnTo>
                    <a:lnTo>
                      <a:pt x="54" y="724"/>
                    </a:lnTo>
                    <a:lnTo>
                      <a:pt x="0" y="724"/>
                    </a:lnTo>
                    <a:lnTo>
                      <a:pt x="0" y="765"/>
                    </a:lnTo>
                    <a:lnTo>
                      <a:pt x="14" y="765"/>
                    </a:lnTo>
                    <a:lnTo>
                      <a:pt x="5499" y="537"/>
                    </a:lnTo>
                    <a:lnTo>
                      <a:pt x="5512" y="537"/>
                    </a:lnTo>
                    <a:lnTo>
                      <a:pt x="5928" y="54"/>
                    </a:lnTo>
                    <a:lnTo>
                      <a:pt x="5942" y="27"/>
                    </a:lnTo>
                    <a:lnTo>
                      <a:pt x="591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9"/>
              <p:cNvSpPr/>
              <p:nvPr/>
            </p:nvSpPr>
            <p:spPr>
              <a:xfrm>
                <a:off x="7603450" y="3448138"/>
                <a:ext cx="21800" cy="31200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248" extrusionOk="0">
                    <a:moveTo>
                      <a:pt x="40" y="1"/>
                    </a:moveTo>
                    <a:lnTo>
                      <a:pt x="0" y="27"/>
                    </a:lnTo>
                    <a:lnTo>
                      <a:pt x="54" y="108"/>
                    </a:lnTo>
                    <a:lnTo>
                      <a:pt x="832" y="1234"/>
                    </a:lnTo>
                    <a:lnTo>
                      <a:pt x="845" y="1248"/>
                    </a:lnTo>
                    <a:lnTo>
                      <a:pt x="872" y="1221"/>
                    </a:lnTo>
                    <a:lnTo>
                      <a:pt x="858" y="1208"/>
                    </a:lnTo>
                    <a:lnTo>
                      <a:pt x="107" y="94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9"/>
              <p:cNvSpPr/>
              <p:nvPr/>
            </p:nvSpPr>
            <p:spPr>
              <a:xfrm>
                <a:off x="7438825" y="3648288"/>
                <a:ext cx="184075" cy="78825"/>
              </a:xfrm>
              <a:custGeom>
                <a:avLst/>
                <a:gdLst/>
                <a:ahLst/>
                <a:cxnLst/>
                <a:rect l="l" t="t" r="r" b="b"/>
                <a:pathLst>
                  <a:path w="7363" h="3153" extrusionOk="0">
                    <a:moveTo>
                      <a:pt x="0" y="1"/>
                    </a:moveTo>
                    <a:lnTo>
                      <a:pt x="0" y="41"/>
                    </a:lnTo>
                    <a:lnTo>
                      <a:pt x="1999" y="41"/>
                    </a:lnTo>
                    <a:lnTo>
                      <a:pt x="4346" y="3153"/>
                    </a:lnTo>
                    <a:lnTo>
                      <a:pt x="7363" y="3153"/>
                    </a:lnTo>
                    <a:lnTo>
                      <a:pt x="7363" y="3112"/>
                    </a:lnTo>
                    <a:lnTo>
                      <a:pt x="4372" y="3112"/>
                    </a:lnTo>
                    <a:lnTo>
                      <a:pt x="203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9"/>
              <p:cNvSpPr/>
              <p:nvPr/>
            </p:nvSpPr>
            <p:spPr>
              <a:xfrm>
                <a:off x="7347950" y="3655338"/>
                <a:ext cx="105650" cy="32875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1315" extrusionOk="0">
                    <a:moveTo>
                      <a:pt x="4225" y="1"/>
                    </a:moveTo>
                    <a:lnTo>
                      <a:pt x="4158" y="14"/>
                    </a:lnTo>
                    <a:lnTo>
                      <a:pt x="148" y="993"/>
                    </a:lnTo>
                    <a:lnTo>
                      <a:pt x="148" y="1006"/>
                    </a:lnTo>
                    <a:lnTo>
                      <a:pt x="122" y="1033"/>
                    </a:lnTo>
                    <a:lnTo>
                      <a:pt x="108" y="1033"/>
                    </a:lnTo>
                    <a:lnTo>
                      <a:pt x="28" y="1234"/>
                    </a:lnTo>
                    <a:lnTo>
                      <a:pt x="1" y="1301"/>
                    </a:lnTo>
                    <a:lnTo>
                      <a:pt x="41" y="1315"/>
                    </a:lnTo>
                    <a:lnTo>
                      <a:pt x="81" y="1221"/>
                    </a:lnTo>
                    <a:lnTo>
                      <a:pt x="148" y="1033"/>
                    </a:lnTo>
                    <a:lnTo>
                      <a:pt x="4185" y="54"/>
                    </a:lnTo>
                    <a:lnTo>
                      <a:pt x="4225" y="41"/>
                    </a:lnTo>
                    <a:lnTo>
                      <a:pt x="42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9"/>
              <p:cNvSpPr/>
              <p:nvPr/>
            </p:nvSpPr>
            <p:spPr>
              <a:xfrm>
                <a:off x="7346275" y="3677138"/>
                <a:ext cx="5400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162" extrusionOk="0">
                    <a:moveTo>
                      <a:pt x="28" y="0"/>
                    </a:moveTo>
                    <a:lnTo>
                      <a:pt x="1" y="41"/>
                    </a:lnTo>
                    <a:lnTo>
                      <a:pt x="175" y="161"/>
                    </a:lnTo>
                    <a:lnTo>
                      <a:pt x="189" y="161"/>
                    </a:lnTo>
                    <a:lnTo>
                      <a:pt x="215" y="134"/>
                    </a:lnTo>
                    <a:lnTo>
                      <a:pt x="215" y="121"/>
                    </a:lnTo>
                    <a:lnTo>
                      <a:pt x="55" y="2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9"/>
              <p:cNvSpPr/>
              <p:nvPr/>
            </p:nvSpPr>
            <p:spPr>
              <a:xfrm>
                <a:off x="7386850" y="3671763"/>
                <a:ext cx="81500" cy="29525"/>
              </a:xfrm>
              <a:custGeom>
                <a:avLst/>
                <a:gdLst/>
                <a:ahLst/>
                <a:cxnLst/>
                <a:rect l="l" t="t" r="r" b="b"/>
                <a:pathLst>
                  <a:path w="3260" h="1181" extrusionOk="0">
                    <a:moveTo>
                      <a:pt x="3246" y="1"/>
                    </a:moveTo>
                    <a:lnTo>
                      <a:pt x="3125" y="41"/>
                    </a:lnTo>
                    <a:lnTo>
                      <a:pt x="175" y="725"/>
                    </a:lnTo>
                    <a:cubicBezTo>
                      <a:pt x="94" y="738"/>
                      <a:pt x="41" y="792"/>
                      <a:pt x="27" y="872"/>
                    </a:cubicBezTo>
                    <a:lnTo>
                      <a:pt x="14" y="872"/>
                    </a:lnTo>
                    <a:cubicBezTo>
                      <a:pt x="1" y="940"/>
                      <a:pt x="27" y="1020"/>
                      <a:pt x="81" y="1074"/>
                    </a:cubicBezTo>
                    <a:lnTo>
                      <a:pt x="94" y="1087"/>
                    </a:lnTo>
                    <a:lnTo>
                      <a:pt x="202" y="1181"/>
                    </a:lnTo>
                    <a:lnTo>
                      <a:pt x="242" y="1154"/>
                    </a:lnTo>
                    <a:lnTo>
                      <a:pt x="148" y="1074"/>
                    </a:lnTo>
                    <a:lnTo>
                      <a:pt x="108" y="1047"/>
                    </a:lnTo>
                    <a:cubicBezTo>
                      <a:pt x="68" y="993"/>
                      <a:pt x="41" y="940"/>
                      <a:pt x="68" y="886"/>
                    </a:cubicBezTo>
                    <a:cubicBezTo>
                      <a:pt x="81" y="819"/>
                      <a:pt x="121" y="779"/>
                      <a:pt x="188" y="765"/>
                    </a:cubicBezTo>
                    <a:lnTo>
                      <a:pt x="3152" y="68"/>
                    </a:lnTo>
                    <a:lnTo>
                      <a:pt x="3260" y="41"/>
                    </a:lnTo>
                    <a:lnTo>
                      <a:pt x="32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9"/>
              <p:cNvSpPr/>
              <p:nvPr/>
            </p:nvSpPr>
            <p:spPr>
              <a:xfrm>
                <a:off x="5873400" y="3791463"/>
                <a:ext cx="52675" cy="36900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1476" extrusionOk="0">
                    <a:moveTo>
                      <a:pt x="1" y="0"/>
                    </a:moveTo>
                    <a:lnTo>
                      <a:pt x="1" y="41"/>
                    </a:lnTo>
                    <a:lnTo>
                      <a:pt x="1436" y="41"/>
                    </a:lnTo>
                    <a:cubicBezTo>
                      <a:pt x="1677" y="41"/>
                      <a:pt x="1879" y="215"/>
                      <a:pt x="1919" y="456"/>
                    </a:cubicBezTo>
                    <a:lnTo>
                      <a:pt x="2066" y="1462"/>
                    </a:lnTo>
                    <a:lnTo>
                      <a:pt x="2066" y="1476"/>
                    </a:lnTo>
                    <a:lnTo>
                      <a:pt x="2107" y="1462"/>
                    </a:lnTo>
                    <a:lnTo>
                      <a:pt x="1959" y="456"/>
                    </a:lnTo>
                    <a:cubicBezTo>
                      <a:pt x="1919" y="188"/>
                      <a:pt x="1691" y="0"/>
                      <a:pt x="1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9"/>
              <p:cNvSpPr/>
              <p:nvPr/>
            </p:nvSpPr>
            <p:spPr>
              <a:xfrm>
                <a:off x="7150475" y="3744188"/>
                <a:ext cx="289375" cy="91225"/>
              </a:xfrm>
              <a:custGeom>
                <a:avLst/>
                <a:gdLst/>
                <a:ahLst/>
                <a:cxnLst/>
                <a:rect l="l" t="t" r="r" b="b"/>
                <a:pathLst>
                  <a:path w="11575" h="3649" extrusionOk="0">
                    <a:moveTo>
                      <a:pt x="7524" y="1"/>
                    </a:moveTo>
                    <a:lnTo>
                      <a:pt x="189" y="3514"/>
                    </a:lnTo>
                    <a:lnTo>
                      <a:pt x="1" y="3608"/>
                    </a:lnTo>
                    <a:lnTo>
                      <a:pt x="14" y="3648"/>
                    </a:lnTo>
                    <a:lnTo>
                      <a:pt x="323" y="3501"/>
                    </a:lnTo>
                    <a:lnTo>
                      <a:pt x="7524" y="41"/>
                    </a:lnTo>
                    <a:lnTo>
                      <a:pt x="11199" y="54"/>
                    </a:lnTo>
                    <a:lnTo>
                      <a:pt x="11575" y="54"/>
                    </a:lnTo>
                    <a:lnTo>
                      <a:pt x="11575" y="14"/>
                    </a:lnTo>
                    <a:lnTo>
                      <a:pt x="11306" y="14"/>
                    </a:lnTo>
                    <a:lnTo>
                      <a:pt x="752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9"/>
              <p:cNvSpPr/>
              <p:nvPr/>
            </p:nvSpPr>
            <p:spPr>
              <a:xfrm>
                <a:off x="7021725" y="3696913"/>
                <a:ext cx="2511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10046" h="859" extrusionOk="0">
                    <a:moveTo>
                      <a:pt x="10019" y="1"/>
                    </a:moveTo>
                    <a:lnTo>
                      <a:pt x="10006" y="14"/>
                    </a:lnTo>
                    <a:lnTo>
                      <a:pt x="9201" y="819"/>
                    </a:lnTo>
                    <a:lnTo>
                      <a:pt x="1" y="819"/>
                    </a:lnTo>
                    <a:lnTo>
                      <a:pt x="1" y="859"/>
                    </a:lnTo>
                    <a:lnTo>
                      <a:pt x="9214" y="859"/>
                    </a:lnTo>
                    <a:lnTo>
                      <a:pt x="10046" y="27"/>
                    </a:lnTo>
                    <a:lnTo>
                      <a:pt x="10032" y="14"/>
                    </a:lnTo>
                    <a:lnTo>
                      <a:pt x="1001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9"/>
              <p:cNvSpPr/>
              <p:nvPr/>
            </p:nvSpPr>
            <p:spPr>
              <a:xfrm>
                <a:off x="6907075" y="3717713"/>
                <a:ext cx="2498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9992" h="2187" extrusionOk="0">
                    <a:moveTo>
                      <a:pt x="0" y="0"/>
                    </a:moveTo>
                    <a:lnTo>
                      <a:pt x="0" y="13"/>
                    </a:lnTo>
                    <a:lnTo>
                      <a:pt x="0" y="40"/>
                    </a:lnTo>
                    <a:lnTo>
                      <a:pt x="41" y="54"/>
                    </a:lnTo>
                    <a:lnTo>
                      <a:pt x="7363" y="2186"/>
                    </a:lnTo>
                    <a:lnTo>
                      <a:pt x="9992" y="2186"/>
                    </a:lnTo>
                    <a:lnTo>
                      <a:pt x="9992" y="2146"/>
                    </a:lnTo>
                    <a:lnTo>
                      <a:pt x="7363" y="2146"/>
                    </a:lnTo>
                    <a:lnTo>
                      <a:pt x="188" y="54"/>
                    </a:lnTo>
                    <a:lnTo>
                      <a:pt x="41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9"/>
              <p:cNvSpPr/>
              <p:nvPr/>
            </p:nvSpPr>
            <p:spPr>
              <a:xfrm>
                <a:off x="6064850" y="3660038"/>
                <a:ext cx="64750" cy="185100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7404" extrusionOk="0">
                    <a:moveTo>
                      <a:pt x="1" y="0"/>
                    </a:moveTo>
                    <a:lnTo>
                      <a:pt x="1" y="2522"/>
                    </a:lnTo>
                    <a:lnTo>
                      <a:pt x="1" y="2562"/>
                    </a:lnTo>
                    <a:lnTo>
                      <a:pt x="1" y="2911"/>
                    </a:lnTo>
                    <a:cubicBezTo>
                      <a:pt x="1" y="3179"/>
                      <a:pt x="215" y="3393"/>
                      <a:pt x="484" y="3393"/>
                    </a:cubicBezTo>
                    <a:lnTo>
                      <a:pt x="2106" y="3393"/>
                    </a:lnTo>
                    <a:cubicBezTo>
                      <a:pt x="2348" y="3393"/>
                      <a:pt x="2549" y="3595"/>
                      <a:pt x="2549" y="3836"/>
                    </a:cubicBezTo>
                    <a:lnTo>
                      <a:pt x="2549" y="7403"/>
                    </a:lnTo>
                    <a:lnTo>
                      <a:pt x="2589" y="7403"/>
                    </a:lnTo>
                    <a:lnTo>
                      <a:pt x="2589" y="5955"/>
                    </a:lnTo>
                    <a:lnTo>
                      <a:pt x="2589" y="3836"/>
                    </a:lnTo>
                    <a:cubicBezTo>
                      <a:pt x="2589" y="3568"/>
                      <a:pt x="2374" y="3353"/>
                      <a:pt x="2106" y="3353"/>
                    </a:cubicBezTo>
                    <a:lnTo>
                      <a:pt x="484" y="3353"/>
                    </a:lnTo>
                    <a:cubicBezTo>
                      <a:pt x="242" y="3353"/>
                      <a:pt x="41" y="3165"/>
                      <a:pt x="41" y="2911"/>
                    </a:cubicBezTo>
                    <a:lnTo>
                      <a:pt x="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9"/>
              <p:cNvSpPr/>
              <p:nvPr/>
            </p:nvSpPr>
            <p:spPr>
              <a:xfrm>
                <a:off x="6476575" y="3636238"/>
                <a:ext cx="149225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5969" h="483" extrusionOk="0">
                    <a:moveTo>
                      <a:pt x="27" y="0"/>
                    </a:moveTo>
                    <a:lnTo>
                      <a:pt x="1" y="27"/>
                    </a:lnTo>
                    <a:lnTo>
                      <a:pt x="443" y="483"/>
                    </a:lnTo>
                    <a:lnTo>
                      <a:pt x="443" y="470"/>
                    </a:lnTo>
                    <a:lnTo>
                      <a:pt x="483" y="470"/>
                    </a:lnTo>
                    <a:lnTo>
                      <a:pt x="483" y="483"/>
                    </a:lnTo>
                    <a:lnTo>
                      <a:pt x="5968" y="483"/>
                    </a:lnTo>
                    <a:lnTo>
                      <a:pt x="5968" y="443"/>
                    </a:lnTo>
                    <a:lnTo>
                      <a:pt x="470" y="443"/>
                    </a:lnTo>
                    <a:lnTo>
                      <a:pt x="54" y="27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9"/>
              <p:cNvSpPr/>
              <p:nvPr/>
            </p:nvSpPr>
            <p:spPr>
              <a:xfrm>
                <a:off x="6487650" y="3647963"/>
                <a:ext cx="1025" cy="8750"/>
              </a:xfrm>
              <a:custGeom>
                <a:avLst/>
                <a:gdLst/>
                <a:ahLst/>
                <a:cxnLst/>
                <a:rect l="l" t="t" r="r" b="b"/>
                <a:pathLst>
                  <a:path w="41" h="350" extrusionOk="0">
                    <a:moveTo>
                      <a:pt x="0" y="1"/>
                    </a:moveTo>
                    <a:lnTo>
                      <a:pt x="0" y="14"/>
                    </a:lnTo>
                    <a:lnTo>
                      <a:pt x="0" y="336"/>
                    </a:lnTo>
                    <a:lnTo>
                      <a:pt x="0" y="349"/>
                    </a:lnTo>
                    <a:lnTo>
                      <a:pt x="40" y="349"/>
                    </a:lnTo>
                    <a:lnTo>
                      <a:pt x="40" y="336"/>
                    </a:lnTo>
                    <a:lnTo>
                      <a:pt x="40" y="14"/>
                    </a:lnTo>
                    <a:lnTo>
                      <a:pt x="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9"/>
              <p:cNvSpPr/>
              <p:nvPr/>
            </p:nvSpPr>
            <p:spPr>
              <a:xfrm>
                <a:off x="6143650" y="3707638"/>
                <a:ext cx="25175" cy="36575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1463" extrusionOk="0">
                    <a:moveTo>
                      <a:pt x="805" y="121"/>
                    </a:moveTo>
                    <a:cubicBezTo>
                      <a:pt x="845" y="121"/>
                      <a:pt x="885" y="162"/>
                      <a:pt x="885" y="202"/>
                    </a:cubicBezTo>
                    <a:lnTo>
                      <a:pt x="885" y="1261"/>
                    </a:lnTo>
                    <a:cubicBezTo>
                      <a:pt x="885" y="1302"/>
                      <a:pt x="845" y="1342"/>
                      <a:pt x="805" y="1342"/>
                    </a:cubicBezTo>
                    <a:lnTo>
                      <a:pt x="201" y="1342"/>
                    </a:lnTo>
                    <a:cubicBezTo>
                      <a:pt x="161" y="1342"/>
                      <a:pt x="121" y="1302"/>
                      <a:pt x="121" y="1261"/>
                    </a:cubicBezTo>
                    <a:lnTo>
                      <a:pt x="121" y="202"/>
                    </a:lnTo>
                    <a:cubicBezTo>
                      <a:pt x="121" y="162"/>
                      <a:pt x="161" y="121"/>
                      <a:pt x="201" y="121"/>
                    </a:cubicBezTo>
                    <a:close/>
                    <a:moveTo>
                      <a:pt x="201" y="1"/>
                    </a:moveTo>
                    <a:cubicBezTo>
                      <a:pt x="94" y="1"/>
                      <a:pt x="0" y="95"/>
                      <a:pt x="0" y="202"/>
                    </a:cubicBezTo>
                    <a:lnTo>
                      <a:pt x="0" y="1261"/>
                    </a:lnTo>
                    <a:cubicBezTo>
                      <a:pt x="0" y="1369"/>
                      <a:pt x="94" y="1463"/>
                      <a:pt x="201" y="1463"/>
                    </a:cubicBezTo>
                    <a:lnTo>
                      <a:pt x="805" y="1463"/>
                    </a:lnTo>
                    <a:cubicBezTo>
                      <a:pt x="912" y="1463"/>
                      <a:pt x="1006" y="1369"/>
                      <a:pt x="1006" y="1261"/>
                    </a:cubicBezTo>
                    <a:lnTo>
                      <a:pt x="1006" y="202"/>
                    </a:lnTo>
                    <a:cubicBezTo>
                      <a:pt x="1006" y="95"/>
                      <a:pt x="912" y="1"/>
                      <a:pt x="8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9"/>
              <p:cNvSpPr/>
              <p:nvPr/>
            </p:nvSpPr>
            <p:spPr>
              <a:xfrm>
                <a:off x="6237850" y="3707638"/>
                <a:ext cx="25525" cy="36575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463" extrusionOk="0">
                    <a:moveTo>
                      <a:pt x="805" y="121"/>
                    </a:moveTo>
                    <a:cubicBezTo>
                      <a:pt x="859" y="121"/>
                      <a:pt x="886" y="162"/>
                      <a:pt x="886" y="202"/>
                    </a:cubicBezTo>
                    <a:lnTo>
                      <a:pt x="886" y="1261"/>
                    </a:lnTo>
                    <a:cubicBezTo>
                      <a:pt x="886" y="1302"/>
                      <a:pt x="859" y="1342"/>
                      <a:pt x="805" y="1342"/>
                    </a:cubicBezTo>
                    <a:lnTo>
                      <a:pt x="202" y="1342"/>
                    </a:lnTo>
                    <a:cubicBezTo>
                      <a:pt x="162" y="1342"/>
                      <a:pt x="122" y="1302"/>
                      <a:pt x="122" y="1261"/>
                    </a:cubicBezTo>
                    <a:lnTo>
                      <a:pt x="122" y="202"/>
                    </a:lnTo>
                    <a:cubicBezTo>
                      <a:pt x="122" y="162"/>
                      <a:pt x="162" y="121"/>
                      <a:pt x="202" y="121"/>
                    </a:cubicBezTo>
                    <a:close/>
                    <a:moveTo>
                      <a:pt x="202" y="1"/>
                    </a:moveTo>
                    <a:cubicBezTo>
                      <a:pt x="95" y="1"/>
                      <a:pt x="1" y="95"/>
                      <a:pt x="1" y="202"/>
                    </a:cubicBezTo>
                    <a:lnTo>
                      <a:pt x="1" y="1261"/>
                    </a:lnTo>
                    <a:cubicBezTo>
                      <a:pt x="1" y="1369"/>
                      <a:pt x="95" y="1463"/>
                      <a:pt x="202" y="1463"/>
                    </a:cubicBezTo>
                    <a:lnTo>
                      <a:pt x="805" y="1463"/>
                    </a:lnTo>
                    <a:cubicBezTo>
                      <a:pt x="926" y="1463"/>
                      <a:pt x="1020" y="1369"/>
                      <a:pt x="1020" y="1261"/>
                    </a:cubicBezTo>
                    <a:lnTo>
                      <a:pt x="1020" y="202"/>
                    </a:lnTo>
                    <a:cubicBezTo>
                      <a:pt x="1020" y="95"/>
                      <a:pt x="926" y="1"/>
                      <a:pt x="8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9"/>
              <p:cNvSpPr/>
              <p:nvPr/>
            </p:nvSpPr>
            <p:spPr>
              <a:xfrm>
                <a:off x="6332075" y="3707638"/>
                <a:ext cx="25500" cy="36575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1463" extrusionOk="0">
                    <a:moveTo>
                      <a:pt x="818" y="121"/>
                    </a:moveTo>
                    <a:cubicBezTo>
                      <a:pt x="859" y="121"/>
                      <a:pt x="899" y="162"/>
                      <a:pt x="899" y="202"/>
                    </a:cubicBezTo>
                    <a:lnTo>
                      <a:pt x="899" y="1261"/>
                    </a:lnTo>
                    <a:cubicBezTo>
                      <a:pt x="899" y="1302"/>
                      <a:pt x="859" y="1342"/>
                      <a:pt x="818" y="1342"/>
                    </a:cubicBezTo>
                    <a:lnTo>
                      <a:pt x="215" y="1342"/>
                    </a:lnTo>
                    <a:cubicBezTo>
                      <a:pt x="175" y="1342"/>
                      <a:pt x="134" y="1302"/>
                      <a:pt x="134" y="1261"/>
                    </a:cubicBezTo>
                    <a:lnTo>
                      <a:pt x="134" y="202"/>
                    </a:lnTo>
                    <a:cubicBezTo>
                      <a:pt x="134" y="162"/>
                      <a:pt x="175" y="121"/>
                      <a:pt x="215" y="121"/>
                    </a:cubicBezTo>
                    <a:close/>
                    <a:moveTo>
                      <a:pt x="215" y="1"/>
                    </a:moveTo>
                    <a:cubicBezTo>
                      <a:pt x="94" y="1"/>
                      <a:pt x="0" y="95"/>
                      <a:pt x="0" y="202"/>
                    </a:cubicBezTo>
                    <a:lnTo>
                      <a:pt x="0" y="1261"/>
                    </a:lnTo>
                    <a:cubicBezTo>
                      <a:pt x="0" y="1369"/>
                      <a:pt x="94" y="1463"/>
                      <a:pt x="215" y="1463"/>
                    </a:cubicBezTo>
                    <a:lnTo>
                      <a:pt x="818" y="1463"/>
                    </a:lnTo>
                    <a:cubicBezTo>
                      <a:pt x="926" y="1463"/>
                      <a:pt x="1020" y="1369"/>
                      <a:pt x="1020" y="1261"/>
                    </a:cubicBezTo>
                    <a:lnTo>
                      <a:pt x="1020" y="202"/>
                    </a:lnTo>
                    <a:cubicBezTo>
                      <a:pt x="1020" y="95"/>
                      <a:pt x="926" y="1"/>
                      <a:pt x="8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9"/>
              <p:cNvSpPr/>
              <p:nvPr/>
            </p:nvSpPr>
            <p:spPr>
              <a:xfrm>
                <a:off x="6104425" y="3658688"/>
                <a:ext cx="246450" cy="30200"/>
              </a:xfrm>
              <a:custGeom>
                <a:avLst/>
                <a:gdLst/>
                <a:ahLst/>
                <a:cxnLst/>
                <a:rect l="l" t="t" r="r" b="b"/>
                <a:pathLst>
                  <a:path w="9858" h="1208" extrusionOk="0">
                    <a:moveTo>
                      <a:pt x="9817" y="1"/>
                    </a:moveTo>
                    <a:cubicBezTo>
                      <a:pt x="9817" y="28"/>
                      <a:pt x="9817" y="54"/>
                      <a:pt x="9804" y="81"/>
                    </a:cubicBezTo>
                    <a:cubicBezTo>
                      <a:pt x="9763" y="685"/>
                      <a:pt x="9267" y="1167"/>
                      <a:pt x="8650" y="1167"/>
                    </a:cubicBezTo>
                    <a:lnTo>
                      <a:pt x="0" y="1167"/>
                    </a:lnTo>
                    <a:lnTo>
                      <a:pt x="0" y="1208"/>
                    </a:lnTo>
                    <a:lnTo>
                      <a:pt x="8650" y="1208"/>
                    </a:lnTo>
                    <a:cubicBezTo>
                      <a:pt x="9281" y="1208"/>
                      <a:pt x="9804" y="711"/>
                      <a:pt x="9857" y="81"/>
                    </a:cubicBezTo>
                    <a:cubicBezTo>
                      <a:pt x="9857" y="54"/>
                      <a:pt x="9857" y="28"/>
                      <a:pt x="9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9"/>
              <p:cNvSpPr/>
              <p:nvPr/>
            </p:nvSpPr>
            <p:spPr>
              <a:xfrm>
                <a:off x="5868375" y="3723063"/>
                <a:ext cx="196850" cy="19150"/>
              </a:xfrm>
              <a:custGeom>
                <a:avLst/>
                <a:gdLst/>
                <a:ahLst/>
                <a:cxnLst/>
                <a:rect l="l" t="t" r="r" b="b"/>
                <a:pathLst>
                  <a:path w="7874" h="766" extrusionOk="0">
                    <a:moveTo>
                      <a:pt x="6049" y="1"/>
                    </a:moveTo>
                    <a:lnTo>
                      <a:pt x="6049" y="725"/>
                    </a:lnTo>
                    <a:lnTo>
                      <a:pt x="1" y="725"/>
                    </a:lnTo>
                    <a:lnTo>
                      <a:pt x="1" y="752"/>
                    </a:lnTo>
                    <a:lnTo>
                      <a:pt x="1" y="765"/>
                    </a:lnTo>
                    <a:lnTo>
                      <a:pt x="6103" y="765"/>
                    </a:lnTo>
                    <a:lnTo>
                      <a:pt x="6103" y="41"/>
                    </a:lnTo>
                    <a:lnTo>
                      <a:pt x="7873" y="41"/>
                    </a:lnTo>
                    <a:lnTo>
                      <a:pt x="787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9" name="Google Shape;669;p29"/>
            <p:cNvGrpSpPr/>
            <p:nvPr/>
          </p:nvGrpSpPr>
          <p:grpSpPr>
            <a:xfrm>
              <a:off x="1690919" y="310914"/>
              <a:ext cx="222300" cy="1417923"/>
              <a:chOff x="1690919" y="310914"/>
              <a:chExt cx="222300" cy="1417923"/>
            </a:xfrm>
          </p:grpSpPr>
          <p:cxnSp>
            <p:nvCxnSpPr>
              <p:cNvPr id="670" name="Google Shape;670;p29"/>
              <p:cNvCxnSpPr/>
              <p:nvPr/>
            </p:nvCxnSpPr>
            <p:spPr>
              <a:xfrm>
                <a:off x="1913219" y="310914"/>
                <a:ext cx="0" cy="1417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671" name="Google Shape;671;p29"/>
              <p:cNvCxnSpPr/>
              <p:nvPr/>
            </p:nvCxnSpPr>
            <p:spPr>
              <a:xfrm rot="10800000">
                <a:off x="1690919" y="1728837"/>
                <a:ext cx="222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2" name="Google Shape;672;p29"/>
              <p:cNvCxnSpPr/>
              <p:nvPr/>
            </p:nvCxnSpPr>
            <p:spPr>
              <a:xfrm>
                <a:off x="1766276" y="310914"/>
                <a:ext cx="0" cy="116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673" name="Google Shape;673;p29"/>
              <p:cNvCxnSpPr/>
              <p:nvPr/>
            </p:nvCxnSpPr>
            <p:spPr>
              <a:xfrm rot="10800000">
                <a:off x="1716719" y="1491464"/>
                <a:ext cx="196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4" name="Google Shape;674;p29"/>
              <p:cNvCxnSpPr/>
              <p:nvPr/>
            </p:nvCxnSpPr>
            <p:spPr>
              <a:xfrm rot="10800000">
                <a:off x="1690919" y="311670"/>
                <a:ext cx="222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675" name="Google Shape;675;p29"/>
          <p:cNvCxnSpPr/>
          <p:nvPr/>
        </p:nvCxnSpPr>
        <p:spPr>
          <a:xfrm rot="5400000">
            <a:off x="9183716" y="2037619"/>
            <a:ext cx="23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6" name="Google Shape;676;p29"/>
          <p:cNvGrpSpPr/>
          <p:nvPr/>
        </p:nvGrpSpPr>
        <p:grpSpPr>
          <a:xfrm>
            <a:off x="7371512" y="2092661"/>
            <a:ext cx="3724367" cy="2807708"/>
            <a:chOff x="7295312" y="2016461"/>
            <a:chExt cx="3724367" cy="2807708"/>
          </a:xfrm>
        </p:grpSpPr>
        <p:grpSp>
          <p:nvGrpSpPr>
            <p:cNvPr id="677" name="Google Shape;677;p29"/>
            <p:cNvGrpSpPr/>
            <p:nvPr/>
          </p:nvGrpSpPr>
          <p:grpSpPr>
            <a:xfrm>
              <a:off x="7295315" y="2016461"/>
              <a:ext cx="3724364" cy="2711166"/>
              <a:chOff x="3356825" y="1789863"/>
              <a:chExt cx="1927525" cy="1403150"/>
            </a:xfrm>
          </p:grpSpPr>
          <p:sp>
            <p:nvSpPr>
              <p:cNvPr id="678" name="Google Shape;678;p29"/>
              <p:cNvSpPr/>
              <p:nvPr/>
            </p:nvSpPr>
            <p:spPr>
              <a:xfrm>
                <a:off x="4243300" y="1855913"/>
                <a:ext cx="69075" cy="244125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9765" extrusionOk="0">
                    <a:moveTo>
                      <a:pt x="1985" y="1"/>
                    </a:moveTo>
                    <a:cubicBezTo>
                      <a:pt x="1248" y="1"/>
                      <a:pt x="631" y="537"/>
                      <a:pt x="537" y="1261"/>
                    </a:cubicBezTo>
                    <a:cubicBezTo>
                      <a:pt x="537" y="1288"/>
                      <a:pt x="523" y="1328"/>
                      <a:pt x="523" y="1355"/>
                    </a:cubicBezTo>
                    <a:lnTo>
                      <a:pt x="161" y="6747"/>
                    </a:lnTo>
                    <a:cubicBezTo>
                      <a:pt x="94" y="7752"/>
                      <a:pt x="41" y="8758"/>
                      <a:pt x="0" y="9751"/>
                    </a:cubicBezTo>
                    <a:lnTo>
                      <a:pt x="14" y="9751"/>
                    </a:lnTo>
                    <a:cubicBezTo>
                      <a:pt x="27" y="9751"/>
                      <a:pt x="41" y="9764"/>
                      <a:pt x="41" y="9764"/>
                    </a:cubicBezTo>
                    <a:lnTo>
                      <a:pt x="54" y="9764"/>
                    </a:lnTo>
                    <a:cubicBezTo>
                      <a:pt x="81" y="9563"/>
                      <a:pt x="134" y="9362"/>
                      <a:pt x="201" y="9174"/>
                    </a:cubicBezTo>
                    <a:cubicBezTo>
                      <a:pt x="228" y="8369"/>
                      <a:pt x="268" y="7565"/>
                      <a:pt x="336" y="6760"/>
                    </a:cubicBezTo>
                    <a:lnTo>
                      <a:pt x="362" y="6304"/>
                    </a:lnTo>
                    <a:lnTo>
                      <a:pt x="309" y="6304"/>
                    </a:lnTo>
                    <a:lnTo>
                      <a:pt x="268" y="6143"/>
                    </a:lnTo>
                    <a:cubicBezTo>
                      <a:pt x="309" y="6143"/>
                      <a:pt x="336" y="6130"/>
                      <a:pt x="376" y="6130"/>
                    </a:cubicBezTo>
                    <a:lnTo>
                      <a:pt x="443" y="5017"/>
                    </a:lnTo>
                    <a:lnTo>
                      <a:pt x="389" y="5017"/>
                    </a:lnTo>
                    <a:lnTo>
                      <a:pt x="376" y="4936"/>
                    </a:lnTo>
                    <a:lnTo>
                      <a:pt x="456" y="4923"/>
                    </a:lnTo>
                    <a:lnTo>
                      <a:pt x="698" y="1369"/>
                    </a:lnTo>
                    <a:cubicBezTo>
                      <a:pt x="698" y="1369"/>
                      <a:pt x="698" y="1355"/>
                      <a:pt x="698" y="1342"/>
                    </a:cubicBezTo>
                    <a:cubicBezTo>
                      <a:pt x="684" y="1342"/>
                      <a:pt x="657" y="1355"/>
                      <a:pt x="644" y="1355"/>
                    </a:cubicBezTo>
                    <a:lnTo>
                      <a:pt x="604" y="1194"/>
                    </a:lnTo>
                    <a:cubicBezTo>
                      <a:pt x="644" y="1181"/>
                      <a:pt x="684" y="1181"/>
                      <a:pt x="724" y="1168"/>
                    </a:cubicBezTo>
                    <a:cubicBezTo>
                      <a:pt x="859" y="591"/>
                      <a:pt x="1382" y="162"/>
                      <a:pt x="1985" y="162"/>
                    </a:cubicBezTo>
                    <a:lnTo>
                      <a:pt x="2763" y="162"/>
                    </a:lnTo>
                    <a:lnTo>
                      <a:pt x="27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9"/>
              <p:cNvSpPr/>
              <p:nvPr/>
            </p:nvSpPr>
            <p:spPr>
              <a:xfrm>
                <a:off x="4244975" y="2118113"/>
                <a:ext cx="2025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81" h="296" extrusionOk="0">
                    <a:moveTo>
                      <a:pt x="14" y="0"/>
                    </a:moveTo>
                    <a:cubicBezTo>
                      <a:pt x="14" y="94"/>
                      <a:pt x="0" y="175"/>
                      <a:pt x="0" y="255"/>
                    </a:cubicBezTo>
                    <a:cubicBezTo>
                      <a:pt x="27" y="268"/>
                      <a:pt x="54" y="282"/>
                      <a:pt x="81" y="295"/>
                    </a:cubicBezTo>
                    <a:cubicBezTo>
                      <a:pt x="81" y="201"/>
                      <a:pt x="81" y="107"/>
                      <a:pt x="81" y="14"/>
                    </a:cubicBezTo>
                    <a:cubicBezTo>
                      <a:pt x="67" y="14"/>
                      <a:pt x="54" y="0"/>
                      <a:pt x="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9"/>
              <p:cNvSpPr/>
              <p:nvPr/>
            </p:nvSpPr>
            <p:spPr>
              <a:xfrm>
                <a:off x="4347900" y="3006588"/>
                <a:ext cx="2700" cy="2047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19" extrusionOk="0">
                    <a:moveTo>
                      <a:pt x="27" y="0"/>
                    </a:moveTo>
                    <a:lnTo>
                      <a:pt x="1" y="818"/>
                    </a:lnTo>
                    <a:cubicBezTo>
                      <a:pt x="27" y="765"/>
                      <a:pt x="41" y="711"/>
                      <a:pt x="54" y="644"/>
                    </a:cubicBezTo>
                    <a:lnTo>
                      <a:pt x="108" y="188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9"/>
              <p:cNvSpPr/>
              <p:nvPr/>
            </p:nvSpPr>
            <p:spPr>
              <a:xfrm>
                <a:off x="4366350" y="2427888"/>
                <a:ext cx="59700" cy="434225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17369" extrusionOk="0">
                    <a:moveTo>
                      <a:pt x="2213" y="1"/>
                    </a:moveTo>
                    <a:cubicBezTo>
                      <a:pt x="2133" y="859"/>
                      <a:pt x="2039" y="1718"/>
                      <a:pt x="1931" y="2589"/>
                    </a:cubicBezTo>
                    <a:cubicBezTo>
                      <a:pt x="1958" y="2589"/>
                      <a:pt x="1972" y="2576"/>
                      <a:pt x="1998" y="2576"/>
                    </a:cubicBezTo>
                    <a:lnTo>
                      <a:pt x="2025" y="2737"/>
                    </a:lnTo>
                    <a:cubicBezTo>
                      <a:pt x="1985" y="2750"/>
                      <a:pt x="1945" y="2750"/>
                      <a:pt x="1905" y="2764"/>
                    </a:cubicBezTo>
                    <a:cubicBezTo>
                      <a:pt x="1864" y="3059"/>
                      <a:pt x="1824" y="3367"/>
                      <a:pt x="1784" y="3662"/>
                    </a:cubicBezTo>
                    <a:lnTo>
                      <a:pt x="1153" y="8504"/>
                    </a:lnTo>
                    <a:cubicBezTo>
                      <a:pt x="1180" y="8504"/>
                      <a:pt x="1194" y="8490"/>
                      <a:pt x="1221" y="8490"/>
                    </a:cubicBezTo>
                    <a:lnTo>
                      <a:pt x="1261" y="8651"/>
                    </a:lnTo>
                    <a:cubicBezTo>
                      <a:pt x="1221" y="8664"/>
                      <a:pt x="1180" y="8678"/>
                      <a:pt x="1127" y="8678"/>
                    </a:cubicBezTo>
                    <a:lnTo>
                      <a:pt x="0" y="17341"/>
                    </a:lnTo>
                    <a:lnTo>
                      <a:pt x="161" y="17368"/>
                    </a:lnTo>
                    <a:lnTo>
                      <a:pt x="1958" y="3689"/>
                    </a:lnTo>
                    <a:cubicBezTo>
                      <a:pt x="2119" y="2455"/>
                      <a:pt x="2267" y="1221"/>
                      <a:pt x="2387" y="28"/>
                    </a:cubicBezTo>
                    <a:lnTo>
                      <a:pt x="2280" y="28"/>
                    </a:lnTo>
                    <a:cubicBezTo>
                      <a:pt x="2253" y="28"/>
                      <a:pt x="2240" y="14"/>
                      <a:pt x="221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9"/>
              <p:cNvSpPr/>
              <p:nvPr/>
            </p:nvSpPr>
            <p:spPr>
              <a:xfrm>
                <a:off x="4367350" y="1855913"/>
                <a:ext cx="69100" cy="244125"/>
              </a:xfrm>
              <a:custGeom>
                <a:avLst/>
                <a:gdLst/>
                <a:ahLst/>
                <a:cxnLst/>
                <a:rect l="l" t="t" r="r" b="b"/>
                <a:pathLst>
                  <a:path w="2764" h="9765" extrusionOk="0">
                    <a:moveTo>
                      <a:pt x="0" y="1"/>
                    </a:moveTo>
                    <a:lnTo>
                      <a:pt x="0" y="162"/>
                    </a:lnTo>
                    <a:lnTo>
                      <a:pt x="818" y="162"/>
                    </a:lnTo>
                    <a:cubicBezTo>
                      <a:pt x="1449" y="162"/>
                      <a:pt x="1999" y="645"/>
                      <a:pt x="2093" y="1261"/>
                    </a:cubicBezTo>
                    <a:cubicBezTo>
                      <a:pt x="2133" y="1275"/>
                      <a:pt x="2173" y="1288"/>
                      <a:pt x="2213" y="1302"/>
                    </a:cubicBezTo>
                    <a:lnTo>
                      <a:pt x="2160" y="1463"/>
                    </a:lnTo>
                    <a:cubicBezTo>
                      <a:pt x="2146" y="1449"/>
                      <a:pt x="2119" y="1449"/>
                      <a:pt x="2106" y="1436"/>
                    </a:cubicBezTo>
                    <a:lnTo>
                      <a:pt x="2106" y="1436"/>
                    </a:lnTo>
                    <a:lnTo>
                      <a:pt x="2334" y="4923"/>
                    </a:lnTo>
                    <a:lnTo>
                      <a:pt x="2428" y="4936"/>
                    </a:lnTo>
                    <a:lnTo>
                      <a:pt x="2414" y="5017"/>
                    </a:lnTo>
                    <a:lnTo>
                      <a:pt x="2334" y="5017"/>
                    </a:lnTo>
                    <a:lnTo>
                      <a:pt x="2414" y="6237"/>
                    </a:lnTo>
                    <a:cubicBezTo>
                      <a:pt x="2455" y="6237"/>
                      <a:pt x="2495" y="6250"/>
                      <a:pt x="2535" y="6264"/>
                    </a:cubicBezTo>
                    <a:lnTo>
                      <a:pt x="2495" y="6425"/>
                    </a:lnTo>
                    <a:cubicBezTo>
                      <a:pt x="2468" y="6411"/>
                      <a:pt x="2441" y="6411"/>
                      <a:pt x="2428" y="6411"/>
                    </a:cubicBezTo>
                    <a:lnTo>
                      <a:pt x="2455" y="6934"/>
                    </a:lnTo>
                    <a:cubicBezTo>
                      <a:pt x="2508" y="7726"/>
                      <a:pt x="2548" y="8503"/>
                      <a:pt x="2575" y="9254"/>
                    </a:cubicBezTo>
                    <a:cubicBezTo>
                      <a:pt x="2642" y="9415"/>
                      <a:pt x="2683" y="9590"/>
                      <a:pt x="2723" y="9764"/>
                    </a:cubicBezTo>
                    <a:lnTo>
                      <a:pt x="2763" y="9764"/>
                    </a:lnTo>
                    <a:cubicBezTo>
                      <a:pt x="2736" y="8852"/>
                      <a:pt x="2696" y="7900"/>
                      <a:pt x="2629" y="6934"/>
                    </a:cubicBezTo>
                    <a:lnTo>
                      <a:pt x="2267" y="1355"/>
                    </a:lnTo>
                    <a:cubicBezTo>
                      <a:pt x="2227" y="591"/>
                      <a:pt x="1583" y="1"/>
                      <a:pt x="8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9"/>
              <p:cNvSpPr/>
              <p:nvPr/>
            </p:nvSpPr>
            <p:spPr>
              <a:xfrm>
                <a:off x="4251350" y="2427888"/>
                <a:ext cx="56000" cy="43857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7543" extrusionOk="0">
                    <a:moveTo>
                      <a:pt x="161" y="1"/>
                    </a:moveTo>
                    <a:cubicBezTo>
                      <a:pt x="148" y="14"/>
                      <a:pt x="134" y="28"/>
                      <a:pt x="107" y="28"/>
                    </a:cubicBezTo>
                    <a:lnTo>
                      <a:pt x="0" y="28"/>
                    </a:lnTo>
                    <a:cubicBezTo>
                      <a:pt x="81" y="886"/>
                      <a:pt x="161" y="1771"/>
                      <a:pt x="268" y="2670"/>
                    </a:cubicBezTo>
                    <a:lnTo>
                      <a:pt x="2052" y="17368"/>
                    </a:lnTo>
                    <a:lnTo>
                      <a:pt x="2213" y="17341"/>
                    </a:lnTo>
                    <a:lnTo>
                      <a:pt x="2240" y="17543"/>
                    </a:lnTo>
                    <a:lnTo>
                      <a:pt x="1180" y="8745"/>
                    </a:lnTo>
                    <a:cubicBezTo>
                      <a:pt x="1140" y="8745"/>
                      <a:pt x="1100" y="8732"/>
                      <a:pt x="1060" y="8732"/>
                    </a:cubicBezTo>
                    <a:lnTo>
                      <a:pt x="1100" y="8571"/>
                    </a:lnTo>
                    <a:lnTo>
                      <a:pt x="1153" y="8571"/>
                    </a:lnTo>
                    <a:lnTo>
                      <a:pt x="456" y="2831"/>
                    </a:lnTo>
                    <a:cubicBezTo>
                      <a:pt x="402" y="2831"/>
                      <a:pt x="349" y="2817"/>
                      <a:pt x="295" y="2804"/>
                    </a:cubicBezTo>
                    <a:lnTo>
                      <a:pt x="322" y="2643"/>
                    </a:lnTo>
                    <a:cubicBezTo>
                      <a:pt x="349" y="2656"/>
                      <a:pt x="389" y="2656"/>
                      <a:pt x="429" y="2656"/>
                    </a:cubicBezTo>
                    <a:cubicBezTo>
                      <a:pt x="335" y="1758"/>
                      <a:pt x="242" y="859"/>
                      <a:pt x="1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9"/>
              <p:cNvSpPr/>
              <p:nvPr/>
            </p:nvSpPr>
            <p:spPr>
              <a:xfrm>
                <a:off x="4321075" y="3008938"/>
                <a:ext cx="2700" cy="1845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738" extrusionOk="0">
                    <a:moveTo>
                      <a:pt x="81" y="0"/>
                    </a:moveTo>
                    <a:lnTo>
                      <a:pt x="1" y="201"/>
                    </a:lnTo>
                    <a:lnTo>
                      <a:pt x="41" y="550"/>
                    </a:lnTo>
                    <a:cubicBezTo>
                      <a:pt x="54" y="617"/>
                      <a:pt x="68" y="684"/>
                      <a:pt x="108" y="738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9"/>
              <p:cNvSpPr/>
              <p:nvPr/>
            </p:nvSpPr>
            <p:spPr>
              <a:xfrm>
                <a:off x="4244300" y="2126813"/>
                <a:ext cx="54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8960" extrusionOk="0">
                    <a:moveTo>
                      <a:pt x="27" y="1"/>
                    </a:moveTo>
                    <a:cubicBezTo>
                      <a:pt x="27" y="283"/>
                      <a:pt x="14" y="551"/>
                      <a:pt x="14" y="819"/>
                    </a:cubicBezTo>
                    <a:cubicBezTo>
                      <a:pt x="1" y="1342"/>
                      <a:pt x="1" y="1865"/>
                      <a:pt x="1" y="2375"/>
                    </a:cubicBezTo>
                    <a:cubicBezTo>
                      <a:pt x="1" y="4319"/>
                      <a:pt x="54" y="6277"/>
                      <a:pt x="175" y="8195"/>
                    </a:cubicBezTo>
                    <a:cubicBezTo>
                      <a:pt x="188" y="8450"/>
                      <a:pt x="202" y="8705"/>
                      <a:pt x="215" y="8959"/>
                    </a:cubicBezTo>
                    <a:cubicBezTo>
                      <a:pt x="121" y="7109"/>
                      <a:pt x="54" y="5258"/>
                      <a:pt x="54" y="3421"/>
                    </a:cubicBezTo>
                    <a:lnTo>
                      <a:pt x="54" y="2562"/>
                    </a:lnTo>
                    <a:lnTo>
                      <a:pt x="68" y="2562"/>
                    </a:lnTo>
                    <a:cubicBezTo>
                      <a:pt x="68" y="1731"/>
                      <a:pt x="81" y="873"/>
                      <a:pt x="94" y="28"/>
                    </a:cubicBezTo>
                    <a:cubicBezTo>
                      <a:pt x="68" y="28"/>
                      <a:pt x="54" y="14"/>
                      <a:pt x="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9"/>
              <p:cNvSpPr/>
              <p:nvPr/>
            </p:nvSpPr>
            <p:spPr>
              <a:xfrm>
                <a:off x="4349250" y="2941538"/>
                <a:ext cx="6375" cy="48650"/>
              </a:xfrm>
              <a:custGeom>
                <a:avLst/>
                <a:gdLst/>
                <a:ahLst/>
                <a:cxnLst/>
                <a:rect l="l" t="t" r="r" b="b"/>
                <a:pathLst>
                  <a:path w="255" h="1946" extrusionOk="0">
                    <a:moveTo>
                      <a:pt x="0" y="1945"/>
                    </a:moveTo>
                    <a:lnTo>
                      <a:pt x="255" y="1"/>
                    </a:lnTo>
                    <a:lnTo>
                      <a:pt x="0" y="19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9"/>
              <p:cNvSpPr/>
              <p:nvPr/>
            </p:nvSpPr>
            <p:spPr>
              <a:xfrm>
                <a:off x="4312350" y="1850563"/>
                <a:ext cx="55025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2201" h="859" extrusionOk="0">
                    <a:moveTo>
                      <a:pt x="1" y="0"/>
                    </a:moveTo>
                    <a:lnTo>
                      <a:pt x="1" y="215"/>
                    </a:lnTo>
                    <a:lnTo>
                      <a:pt x="1" y="376"/>
                    </a:lnTo>
                    <a:lnTo>
                      <a:pt x="1" y="859"/>
                    </a:lnTo>
                    <a:lnTo>
                      <a:pt x="2200" y="859"/>
                    </a:lnTo>
                    <a:lnTo>
                      <a:pt x="2200" y="376"/>
                    </a:lnTo>
                    <a:lnTo>
                      <a:pt x="2200" y="215"/>
                    </a:lnTo>
                    <a:lnTo>
                      <a:pt x="2200" y="0"/>
                    </a:lnTo>
                    <a:lnTo>
                      <a:pt x="2026" y="0"/>
                    </a:lnTo>
                    <a:lnTo>
                      <a:pt x="2026" y="684"/>
                    </a:lnTo>
                    <a:lnTo>
                      <a:pt x="175" y="684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9"/>
              <p:cNvSpPr/>
              <p:nvPr/>
            </p:nvSpPr>
            <p:spPr>
              <a:xfrm>
                <a:off x="4303975" y="1827088"/>
                <a:ext cx="721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940" extrusionOk="0">
                    <a:moveTo>
                      <a:pt x="443" y="0"/>
                    </a:moveTo>
                    <a:lnTo>
                      <a:pt x="28" y="671"/>
                    </a:lnTo>
                    <a:cubicBezTo>
                      <a:pt x="1" y="725"/>
                      <a:pt x="1" y="792"/>
                      <a:pt x="28" y="845"/>
                    </a:cubicBezTo>
                    <a:cubicBezTo>
                      <a:pt x="54" y="899"/>
                      <a:pt x="121" y="939"/>
                      <a:pt x="175" y="939"/>
                    </a:cubicBezTo>
                    <a:lnTo>
                      <a:pt x="2696" y="939"/>
                    </a:lnTo>
                    <a:cubicBezTo>
                      <a:pt x="2763" y="939"/>
                      <a:pt x="2817" y="912"/>
                      <a:pt x="2844" y="845"/>
                    </a:cubicBezTo>
                    <a:cubicBezTo>
                      <a:pt x="2884" y="792"/>
                      <a:pt x="2884" y="725"/>
                      <a:pt x="2844" y="671"/>
                    </a:cubicBezTo>
                    <a:lnTo>
                      <a:pt x="2455" y="0"/>
                    </a:lnTo>
                    <a:lnTo>
                      <a:pt x="2254" y="0"/>
                    </a:lnTo>
                    <a:lnTo>
                      <a:pt x="2710" y="765"/>
                    </a:lnTo>
                    <a:lnTo>
                      <a:pt x="175" y="765"/>
                    </a:lnTo>
                    <a:lnTo>
                      <a:pt x="6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9"/>
              <p:cNvSpPr/>
              <p:nvPr/>
            </p:nvSpPr>
            <p:spPr>
              <a:xfrm>
                <a:off x="4323750" y="1789863"/>
                <a:ext cx="3322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329" h="927" extrusionOk="0">
                    <a:moveTo>
                      <a:pt x="677" y="1"/>
                    </a:moveTo>
                    <a:cubicBezTo>
                      <a:pt x="618" y="1"/>
                      <a:pt x="557" y="28"/>
                      <a:pt x="524" y="81"/>
                    </a:cubicBezTo>
                    <a:lnTo>
                      <a:pt x="1" y="926"/>
                    </a:lnTo>
                    <a:lnTo>
                      <a:pt x="202" y="926"/>
                    </a:lnTo>
                    <a:lnTo>
                      <a:pt x="685" y="162"/>
                    </a:lnTo>
                    <a:lnTo>
                      <a:pt x="1127" y="926"/>
                    </a:lnTo>
                    <a:lnTo>
                      <a:pt x="1329" y="926"/>
                    </a:lnTo>
                    <a:lnTo>
                      <a:pt x="819" y="81"/>
                    </a:lnTo>
                    <a:cubicBezTo>
                      <a:pt x="792" y="28"/>
                      <a:pt x="735" y="1"/>
                      <a:pt x="6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9"/>
              <p:cNvSpPr/>
              <p:nvPr/>
            </p:nvSpPr>
            <p:spPr>
              <a:xfrm>
                <a:off x="4345225" y="1813013"/>
                <a:ext cx="37225" cy="144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577" extrusionOk="0">
                    <a:moveTo>
                      <a:pt x="0" y="0"/>
                    </a:moveTo>
                    <a:lnTo>
                      <a:pt x="201" y="577"/>
                    </a:lnTo>
                    <a:lnTo>
                      <a:pt x="1221" y="577"/>
                    </a:lnTo>
                    <a:cubicBezTo>
                      <a:pt x="1341" y="577"/>
                      <a:pt x="1449" y="496"/>
                      <a:pt x="1489" y="389"/>
                    </a:cubicBezTo>
                    <a:lnTo>
                      <a:pt x="1288" y="389"/>
                    </a:lnTo>
                    <a:cubicBezTo>
                      <a:pt x="1261" y="403"/>
                      <a:pt x="1247" y="403"/>
                      <a:pt x="1221" y="403"/>
                    </a:cubicBezTo>
                    <a:lnTo>
                      <a:pt x="322" y="403"/>
                    </a:lnTo>
                    <a:lnTo>
                      <a:pt x="242" y="175"/>
                    </a:lnTo>
                    <a:lnTo>
                      <a:pt x="1221" y="175"/>
                    </a:lnTo>
                    <a:cubicBezTo>
                      <a:pt x="1247" y="175"/>
                      <a:pt x="1261" y="175"/>
                      <a:pt x="1288" y="188"/>
                    </a:cubicBezTo>
                    <a:lnTo>
                      <a:pt x="1489" y="188"/>
                    </a:lnTo>
                    <a:cubicBezTo>
                      <a:pt x="1449" y="81"/>
                      <a:pt x="1341" y="0"/>
                      <a:pt x="12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9"/>
              <p:cNvSpPr/>
              <p:nvPr/>
            </p:nvSpPr>
            <p:spPr>
              <a:xfrm>
                <a:off x="4297275" y="1813013"/>
                <a:ext cx="37250" cy="14425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577" extrusionOk="0">
                    <a:moveTo>
                      <a:pt x="269" y="0"/>
                    </a:moveTo>
                    <a:cubicBezTo>
                      <a:pt x="148" y="0"/>
                      <a:pt x="41" y="81"/>
                      <a:pt x="0" y="188"/>
                    </a:cubicBezTo>
                    <a:lnTo>
                      <a:pt x="215" y="188"/>
                    </a:lnTo>
                    <a:cubicBezTo>
                      <a:pt x="228" y="175"/>
                      <a:pt x="242" y="175"/>
                      <a:pt x="269" y="175"/>
                    </a:cubicBezTo>
                    <a:lnTo>
                      <a:pt x="1248" y="175"/>
                    </a:lnTo>
                    <a:lnTo>
                      <a:pt x="1167" y="403"/>
                    </a:lnTo>
                    <a:lnTo>
                      <a:pt x="269" y="403"/>
                    </a:lnTo>
                    <a:cubicBezTo>
                      <a:pt x="242" y="403"/>
                      <a:pt x="228" y="403"/>
                      <a:pt x="215" y="389"/>
                    </a:cubicBezTo>
                    <a:lnTo>
                      <a:pt x="0" y="389"/>
                    </a:lnTo>
                    <a:cubicBezTo>
                      <a:pt x="41" y="496"/>
                      <a:pt x="148" y="577"/>
                      <a:pt x="269" y="577"/>
                    </a:cubicBezTo>
                    <a:lnTo>
                      <a:pt x="1288" y="577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9"/>
              <p:cNvSpPr/>
              <p:nvPr/>
            </p:nvSpPr>
            <p:spPr>
              <a:xfrm>
                <a:off x="4372700" y="1817688"/>
                <a:ext cx="165675" cy="5075"/>
              </a:xfrm>
              <a:custGeom>
                <a:avLst/>
                <a:gdLst/>
                <a:ahLst/>
                <a:cxnLst/>
                <a:rect l="l" t="t" r="r" b="b"/>
                <a:pathLst>
                  <a:path w="6627" h="203" extrusionOk="0">
                    <a:moveTo>
                      <a:pt x="6546" y="81"/>
                    </a:moveTo>
                    <a:lnTo>
                      <a:pt x="6546" y="122"/>
                    </a:lnTo>
                    <a:lnTo>
                      <a:pt x="81" y="122"/>
                    </a:lnTo>
                    <a:lnTo>
                      <a:pt x="81" y="81"/>
                    </a:lnTo>
                    <a:close/>
                    <a:moveTo>
                      <a:pt x="1" y="1"/>
                    </a:moveTo>
                    <a:lnTo>
                      <a:pt x="1" y="202"/>
                    </a:lnTo>
                    <a:lnTo>
                      <a:pt x="6626" y="202"/>
                    </a:lnTo>
                    <a:lnTo>
                      <a:pt x="66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9"/>
              <p:cNvSpPr/>
              <p:nvPr/>
            </p:nvSpPr>
            <p:spPr>
              <a:xfrm>
                <a:off x="4141375" y="1817688"/>
                <a:ext cx="165650" cy="5075"/>
              </a:xfrm>
              <a:custGeom>
                <a:avLst/>
                <a:gdLst/>
                <a:ahLst/>
                <a:cxnLst/>
                <a:rect l="l" t="t" r="r" b="b"/>
                <a:pathLst>
                  <a:path w="6626" h="203" extrusionOk="0">
                    <a:moveTo>
                      <a:pt x="6545" y="81"/>
                    </a:moveTo>
                    <a:lnTo>
                      <a:pt x="6545" y="122"/>
                    </a:lnTo>
                    <a:lnTo>
                      <a:pt x="94" y="122"/>
                    </a:lnTo>
                    <a:lnTo>
                      <a:pt x="94" y="81"/>
                    </a:lnTo>
                    <a:close/>
                    <a:moveTo>
                      <a:pt x="0" y="1"/>
                    </a:moveTo>
                    <a:lnTo>
                      <a:pt x="0" y="202"/>
                    </a:lnTo>
                    <a:lnTo>
                      <a:pt x="6625" y="202"/>
                    </a:lnTo>
                    <a:lnTo>
                      <a:pt x="66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9"/>
              <p:cNvSpPr/>
              <p:nvPr/>
            </p:nvSpPr>
            <p:spPr>
              <a:xfrm>
                <a:off x="4334825" y="2119113"/>
                <a:ext cx="1025" cy="4375"/>
              </a:xfrm>
              <a:custGeom>
                <a:avLst/>
                <a:gdLst/>
                <a:ahLst/>
                <a:cxnLst/>
                <a:rect l="l" t="t" r="r" b="b"/>
                <a:pathLst>
                  <a:path w="41" h="175" extrusionOk="0">
                    <a:moveTo>
                      <a:pt x="1" y="0"/>
                    </a:moveTo>
                    <a:lnTo>
                      <a:pt x="1" y="175"/>
                    </a:lnTo>
                    <a:lnTo>
                      <a:pt x="41" y="175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9"/>
              <p:cNvSpPr/>
              <p:nvPr/>
            </p:nvSpPr>
            <p:spPr>
              <a:xfrm>
                <a:off x="4340200" y="2118113"/>
                <a:ext cx="46275" cy="1350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54" extrusionOk="0">
                    <a:moveTo>
                      <a:pt x="1851" y="0"/>
                    </a:moveTo>
                    <a:cubicBezTo>
                      <a:pt x="1247" y="27"/>
                      <a:pt x="630" y="40"/>
                      <a:pt x="0" y="40"/>
                    </a:cubicBezTo>
                    <a:lnTo>
                      <a:pt x="0" y="54"/>
                    </a:lnTo>
                    <a:cubicBezTo>
                      <a:pt x="630" y="54"/>
                      <a:pt x="1247" y="27"/>
                      <a:pt x="18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9"/>
              <p:cNvSpPr/>
              <p:nvPr/>
            </p:nvSpPr>
            <p:spPr>
              <a:xfrm>
                <a:off x="4286875" y="2117438"/>
                <a:ext cx="43950" cy="202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81" extrusionOk="0">
                    <a:moveTo>
                      <a:pt x="1" y="0"/>
                    </a:moveTo>
                    <a:cubicBezTo>
                      <a:pt x="564" y="41"/>
                      <a:pt x="1154" y="67"/>
                      <a:pt x="1758" y="81"/>
                    </a:cubicBezTo>
                    <a:lnTo>
                      <a:pt x="1758" y="67"/>
                    </a:lnTo>
                    <a:cubicBezTo>
                      <a:pt x="1154" y="67"/>
                      <a:pt x="577" y="41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9"/>
              <p:cNvSpPr/>
              <p:nvPr/>
            </p:nvSpPr>
            <p:spPr>
              <a:xfrm>
                <a:off x="4387125" y="2112063"/>
                <a:ext cx="44950" cy="1010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404" extrusionOk="0">
                    <a:moveTo>
                      <a:pt x="1798" y="1"/>
                    </a:moveTo>
                    <a:cubicBezTo>
                      <a:pt x="1798" y="28"/>
                      <a:pt x="1798" y="54"/>
                      <a:pt x="1784" y="81"/>
                    </a:cubicBezTo>
                    <a:cubicBezTo>
                      <a:pt x="1744" y="81"/>
                      <a:pt x="1704" y="81"/>
                      <a:pt x="1664" y="95"/>
                    </a:cubicBezTo>
                    <a:cubicBezTo>
                      <a:pt x="1664" y="122"/>
                      <a:pt x="1664" y="148"/>
                      <a:pt x="1664" y="189"/>
                    </a:cubicBezTo>
                    <a:lnTo>
                      <a:pt x="1650" y="256"/>
                    </a:lnTo>
                    <a:lnTo>
                      <a:pt x="1583" y="256"/>
                    </a:lnTo>
                    <a:cubicBezTo>
                      <a:pt x="1383" y="282"/>
                      <a:pt x="1180" y="306"/>
                      <a:pt x="975" y="328"/>
                    </a:cubicBezTo>
                    <a:lnTo>
                      <a:pt x="975" y="328"/>
                    </a:lnTo>
                    <a:cubicBezTo>
                      <a:pt x="1254" y="302"/>
                      <a:pt x="1527" y="274"/>
                      <a:pt x="1798" y="242"/>
                    </a:cubicBezTo>
                    <a:cubicBezTo>
                      <a:pt x="1798" y="162"/>
                      <a:pt x="1798" y="81"/>
                      <a:pt x="1798" y="1"/>
                    </a:cubicBezTo>
                    <a:close/>
                    <a:moveTo>
                      <a:pt x="975" y="328"/>
                    </a:moveTo>
                    <a:cubicBezTo>
                      <a:pt x="659" y="357"/>
                      <a:pt x="335" y="382"/>
                      <a:pt x="1" y="403"/>
                    </a:cubicBezTo>
                    <a:cubicBezTo>
                      <a:pt x="334" y="387"/>
                      <a:pt x="658" y="361"/>
                      <a:pt x="975" y="3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9"/>
              <p:cNvSpPr/>
              <p:nvPr/>
            </p:nvSpPr>
            <p:spPr>
              <a:xfrm>
                <a:off x="4244625" y="2028913"/>
                <a:ext cx="190800" cy="93250"/>
              </a:xfrm>
              <a:custGeom>
                <a:avLst/>
                <a:gdLst/>
                <a:ahLst/>
                <a:cxnLst/>
                <a:rect l="l" t="t" r="r" b="b"/>
                <a:pathLst>
                  <a:path w="7632" h="3730" extrusionOk="0">
                    <a:moveTo>
                      <a:pt x="3609" y="1"/>
                    </a:moveTo>
                    <a:cubicBezTo>
                      <a:pt x="2026" y="1"/>
                      <a:pt x="631" y="966"/>
                      <a:pt x="148" y="2267"/>
                    </a:cubicBezTo>
                    <a:cubicBezTo>
                      <a:pt x="81" y="2455"/>
                      <a:pt x="28" y="2643"/>
                      <a:pt x="1" y="2844"/>
                    </a:cubicBezTo>
                    <a:cubicBezTo>
                      <a:pt x="1" y="2857"/>
                      <a:pt x="14" y="2857"/>
                      <a:pt x="28" y="2871"/>
                    </a:cubicBezTo>
                    <a:cubicBezTo>
                      <a:pt x="41" y="2884"/>
                      <a:pt x="41" y="2911"/>
                      <a:pt x="41" y="2924"/>
                    </a:cubicBezTo>
                    <a:cubicBezTo>
                      <a:pt x="41" y="3152"/>
                      <a:pt x="28" y="3367"/>
                      <a:pt x="28" y="3568"/>
                    </a:cubicBezTo>
                    <a:lnTo>
                      <a:pt x="55" y="3568"/>
                    </a:lnTo>
                    <a:cubicBezTo>
                      <a:pt x="68" y="3582"/>
                      <a:pt x="81" y="3582"/>
                      <a:pt x="95" y="3582"/>
                    </a:cubicBezTo>
                    <a:cubicBezTo>
                      <a:pt x="658" y="3649"/>
                      <a:pt x="1221" y="3689"/>
                      <a:pt x="1811" y="3729"/>
                    </a:cubicBezTo>
                    <a:cubicBezTo>
                      <a:pt x="1315" y="3689"/>
                      <a:pt x="819" y="3649"/>
                      <a:pt x="350" y="3595"/>
                    </a:cubicBezTo>
                    <a:lnTo>
                      <a:pt x="283" y="3582"/>
                    </a:lnTo>
                    <a:lnTo>
                      <a:pt x="269" y="3515"/>
                    </a:lnTo>
                    <a:cubicBezTo>
                      <a:pt x="269" y="3488"/>
                      <a:pt x="269" y="3461"/>
                      <a:pt x="269" y="3421"/>
                    </a:cubicBezTo>
                    <a:cubicBezTo>
                      <a:pt x="229" y="3421"/>
                      <a:pt x="175" y="3421"/>
                      <a:pt x="135" y="3407"/>
                    </a:cubicBezTo>
                    <a:cubicBezTo>
                      <a:pt x="135" y="3367"/>
                      <a:pt x="135" y="3313"/>
                      <a:pt x="135" y="3260"/>
                    </a:cubicBezTo>
                    <a:cubicBezTo>
                      <a:pt x="135" y="1583"/>
                      <a:pt x="1731" y="162"/>
                      <a:pt x="3609" y="162"/>
                    </a:cubicBezTo>
                    <a:cubicBezTo>
                      <a:pt x="5620" y="162"/>
                      <a:pt x="7337" y="1463"/>
                      <a:pt x="7484" y="3032"/>
                    </a:cubicBezTo>
                    <a:cubicBezTo>
                      <a:pt x="7484" y="2992"/>
                      <a:pt x="7484" y="2965"/>
                      <a:pt x="7484" y="2924"/>
                    </a:cubicBezTo>
                    <a:cubicBezTo>
                      <a:pt x="7484" y="2911"/>
                      <a:pt x="7484" y="2884"/>
                      <a:pt x="7498" y="2871"/>
                    </a:cubicBezTo>
                    <a:cubicBezTo>
                      <a:pt x="7525" y="2844"/>
                      <a:pt x="7538" y="2844"/>
                      <a:pt x="7565" y="2844"/>
                    </a:cubicBezTo>
                    <a:lnTo>
                      <a:pt x="7632" y="2844"/>
                    </a:lnTo>
                    <a:cubicBezTo>
                      <a:pt x="7605" y="2670"/>
                      <a:pt x="7551" y="2495"/>
                      <a:pt x="7484" y="2334"/>
                    </a:cubicBezTo>
                    <a:cubicBezTo>
                      <a:pt x="6975" y="1007"/>
                      <a:pt x="5406" y="1"/>
                      <a:pt x="36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9"/>
              <p:cNvSpPr/>
              <p:nvPr/>
            </p:nvSpPr>
            <p:spPr>
              <a:xfrm>
                <a:off x="4251000" y="2035963"/>
                <a:ext cx="83850" cy="87525"/>
              </a:xfrm>
              <a:custGeom>
                <a:avLst/>
                <a:gdLst/>
                <a:ahLst/>
                <a:cxnLst/>
                <a:rect l="l" t="t" r="r" b="b"/>
                <a:pathLst>
                  <a:path w="3354" h="3501" extrusionOk="0">
                    <a:moveTo>
                      <a:pt x="3179" y="175"/>
                    </a:moveTo>
                    <a:lnTo>
                      <a:pt x="3179" y="3340"/>
                    </a:lnTo>
                    <a:cubicBezTo>
                      <a:pt x="2589" y="3326"/>
                      <a:pt x="1999" y="3313"/>
                      <a:pt x="1436" y="3273"/>
                    </a:cubicBezTo>
                    <a:cubicBezTo>
                      <a:pt x="1007" y="3233"/>
                      <a:pt x="577" y="3206"/>
                      <a:pt x="175" y="3152"/>
                    </a:cubicBezTo>
                    <a:cubicBezTo>
                      <a:pt x="175" y="3112"/>
                      <a:pt x="162" y="3058"/>
                      <a:pt x="162" y="3018"/>
                    </a:cubicBezTo>
                    <a:cubicBezTo>
                      <a:pt x="162" y="1570"/>
                      <a:pt x="1570" y="269"/>
                      <a:pt x="3179" y="175"/>
                    </a:cubicBezTo>
                    <a:close/>
                    <a:moveTo>
                      <a:pt x="3273" y="1"/>
                    </a:moveTo>
                    <a:cubicBezTo>
                      <a:pt x="1530" y="54"/>
                      <a:pt x="1" y="1462"/>
                      <a:pt x="1" y="3018"/>
                    </a:cubicBezTo>
                    <a:cubicBezTo>
                      <a:pt x="1" y="3058"/>
                      <a:pt x="1" y="3098"/>
                      <a:pt x="1" y="3139"/>
                    </a:cubicBezTo>
                    <a:cubicBezTo>
                      <a:pt x="1" y="3179"/>
                      <a:pt x="14" y="3206"/>
                      <a:pt x="14" y="3233"/>
                    </a:cubicBezTo>
                    <a:lnTo>
                      <a:pt x="14" y="3300"/>
                    </a:lnTo>
                    <a:lnTo>
                      <a:pt x="81" y="3313"/>
                    </a:lnTo>
                    <a:cubicBezTo>
                      <a:pt x="564" y="3367"/>
                      <a:pt x="1047" y="3407"/>
                      <a:pt x="1556" y="3447"/>
                    </a:cubicBezTo>
                    <a:cubicBezTo>
                      <a:pt x="2120" y="3474"/>
                      <a:pt x="2683" y="3501"/>
                      <a:pt x="3273" y="3501"/>
                    </a:cubicBezTo>
                    <a:lnTo>
                      <a:pt x="3354" y="3501"/>
                    </a:lnTo>
                    <a:lnTo>
                      <a:pt x="33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9"/>
              <p:cNvSpPr/>
              <p:nvPr/>
            </p:nvSpPr>
            <p:spPr>
              <a:xfrm>
                <a:off x="4335825" y="2035963"/>
                <a:ext cx="92900" cy="87525"/>
              </a:xfrm>
              <a:custGeom>
                <a:avLst/>
                <a:gdLst/>
                <a:ahLst/>
                <a:cxnLst/>
                <a:rect l="l" t="t" r="r" b="b"/>
                <a:pathLst>
                  <a:path w="3716" h="3501" extrusionOk="0">
                    <a:moveTo>
                      <a:pt x="175" y="175"/>
                    </a:moveTo>
                    <a:cubicBezTo>
                      <a:pt x="2012" y="269"/>
                      <a:pt x="3555" y="1556"/>
                      <a:pt x="3555" y="3018"/>
                    </a:cubicBezTo>
                    <a:cubicBezTo>
                      <a:pt x="3555" y="3058"/>
                      <a:pt x="3555" y="3098"/>
                      <a:pt x="3555" y="3152"/>
                    </a:cubicBezTo>
                    <a:cubicBezTo>
                      <a:pt x="3058" y="3206"/>
                      <a:pt x="2549" y="3246"/>
                      <a:pt x="2026" y="3286"/>
                    </a:cubicBezTo>
                    <a:cubicBezTo>
                      <a:pt x="1422" y="3313"/>
                      <a:pt x="805" y="3340"/>
                      <a:pt x="175" y="3340"/>
                    </a:cubicBezTo>
                    <a:lnTo>
                      <a:pt x="175" y="175"/>
                    </a:lnTo>
                    <a:close/>
                    <a:moveTo>
                      <a:pt x="1" y="1"/>
                    </a:moveTo>
                    <a:lnTo>
                      <a:pt x="1" y="3501"/>
                    </a:lnTo>
                    <a:lnTo>
                      <a:pt x="135" y="3501"/>
                    </a:lnTo>
                    <a:cubicBezTo>
                      <a:pt x="792" y="3501"/>
                      <a:pt x="1436" y="3487"/>
                      <a:pt x="2053" y="3447"/>
                    </a:cubicBezTo>
                    <a:cubicBezTo>
                      <a:pt x="2602" y="3407"/>
                      <a:pt x="3126" y="3367"/>
                      <a:pt x="3635" y="3300"/>
                    </a:cubicBezTo>
                    <a:lnTo>
                      <a:pt x="3702" y="3300"/>
                    </a:lnTo>
                    <a:lnTo>
                      <a:pt x="3716" y="3233"/>
                    </a:lnTo>
                    <a:cubicBezTo>
                      <a:pt x="3716" y="3192"/>
                      <a:pt x="3716" y="3166"/>
                      <a:pt x="3716" y="3139"/>
                    </a:cubicBezTo>
                    <a:cubicBezTo>
                      <a:pt x="3716" y="3085"/>
                      <a:pt x="3716" y="3045"/>
                      <a:pt x="3716" y="3018"/>
                    </a:cubicBezTo>
                    <a:cubicBezTo>
                      <a:pt x="3716" y="1435"/>
                      <a:pt x="2053" y="54"/>
                      <a:pt x="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9"/>
              <p:cNvSpPr/>
              <p:nvPr/>
            </p:nvSpPr>
            <p:spPr>
              <a:xfrm>
                <a:off x="4277825" y="2642138"/>
                <a:ext cx="5100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2040" h="390" extrusionOk="0">
                    <a:moveTo>
                      <a:pt x="41" y="1"/>
                    </a:moveTo>
                    <a:lnTo>
                      <a:pt x="1" y="162"/>
                    </a:lnTo>
                    <a:cubicBezTo>
                      <a:pt x="41" y="162"/>
                      <a:pt x="81" y="175"/>
                      <a:pt x="108" y="175"/>
                    </a:cubicBezTo>
                    <a:cubicBezTo>
                      <a:pt x="698" y="309"/>
                      <a:pt x="1355" y="376"/>
                      <a:pt x="2026" y="390"/>
                    </a:cubicBezTo>
                    <a:lnTo>
                      <a:pt x="2026" y="229"/>
                    </a:lnTo>
                    <a:lnTo>
                      <a:pt x="2039" y="229"/>
                    </a:lnTo>
                    <a:cubicBezTo>
                      <a:pt x="1342" y="215"/>
                      <a:pt x="685" y="135"/>
                      <a:pt x="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9"/>
              <p:cNvSpPr/>
              <p:nvPr/>
            </p:nvSpPr>
            <p:spPr>
              <a:xfrm>
                <a:off x="4344875" y="2640138"/>
                <a:ext cx="53000" cy="11750"/>
              </a:xfrm>
              <a:custGeom>
                <a:avLst/>
                <a:gdLst/>
                <a:ahLst/>
                <a:cxnLst/>
                <a:rect l="l" t="t" r="r" b="b"/>
                <a:pathLst>
                  <a:path w="2120" h="470" extrusionOk="0">
                    <a:moveTo>
                      <a:pt x="2080" y="0"/>
                    </a:moveTo>
                    <a:cubicBezTo>
                      <a:pt x="2053" y="0"/>
                      <a:pt x="2039" y="14"/>
                      <a:pt x="2012" y="14"/>
                    </a:cubicBezTo>
                    <a:cubicBezTo>
                      <a:pt x="1409" y="174"/>
                      <a:pt x="725" y="268"/>
                      <a:pt x="1" y="295"/>
                    </a:cubicBezTo>
                    <a:lnTo>
                      <a:pt x="1" y="470"/>
                    </a:lnTo>
                    <a:cubicBezTo>
                      <a:pt x="712" y="443"/>
                      <a:pt x="1396" y="349"/>
                      <a:pt x="1986" y="201"/>
                    </a:cubicBezTo>
                    <a:cubicBezTo>
                      <a:pt x="2039" y="188"/>
                      <a:pt x="2080" y="174"/>
                      <a:pt x="2120" y="161"/>
                    </a:cubicBezTo>
                    <a:lnTo>
                      <a:pt x="20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9"/>
              <p:cNvSpPr/>
              <p:nvPr/>
            </p:nvSpPr>
            <p:spPr>
              <a:xfrm>
                <a:off x="4323100" y="2530163"/>
                <a:ext cx="26500" cy="36245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4498" extrusionOk="0">
                    <a:moveTo>
                      <a:pt x="550" y="0"/>
                    </a:moveTo>
                    <a:cubicBezTo>
                      <a:pt x="429" y="0"/>
                      <a:pt x="335" y="94"/>
                      <a:pt x="322" y="215"/>
                    </a:cubicBezTo>
                    <a:lnTo>
                      <a:pt x="228" y="4708"/>
                    </a:lnTo>
                    <a:lnTo>
                      <a:pt x="215" y="4869"/>
                    </a:lnTo>
                    <a:lnTo>
                      <a:pt x="0" y="14498"/>
                    </a:lnTo>
                    <a:cubicBezTo>
                      <a:pt x="40" y="14417"/>
                      <a:pt x="94" y="14363"/>
                      <a:pt x="161" y="14310"/>
                    </a:cubicBezTo>
                    <a:lnTo>
                      <a:pt x="496" y="228"/>
                    </a:lnTo>
                    <a:lnTo>
                      <a:pt x="496" y="215"/>
                    </a:lnTo>
                    <a:lnTo>
                      <a:pt x="496" y="14"/>
                    </a:lnTo>
                    <a:lnTo>
                      <a:pt x="577" y="14"/>
                    </a:lnTo>
                    <a:lnTo>
                      <a:pt x="577" y="175"/>
                    </a:lnTo>
                    <a:cubicBezTo>
                      <a:pt x="604" y="188"/>
                      <a:pt x="617" y="201"/>
                      <a:pt x="617" y="215"/>
                    </a:cubicBezTo>
                    <a:lnTo>
                      <a:pt x="885" y="14296"/>
                    </a:lnTo>
                    <a:cubicBezTo>
                      <a:pt x="952" y="14337"/>
                      <a:pt x="1019" y="14390"/>
                      <a:pt x="1060" y="14457"/>
                    </a:cubicBezTo>
                    <a:lnTo>
                      <a:pt x="872" y="4869"/>
                    </a:lnTo>
                    <a:lnTo>
                      <a:pt x="872" y="4694"/>
                    </a:lnTo>
                    <a:lnTo>
                      <a:pt x="778" y="215"/>
                    </a:lnTo>
                    <a:cubicBezTo>
                      <a:pt x="778" y="94"/>
                      <a:pt x="684" y="0"/>
                      <a:pt x="5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9"/>
              <p:cNvSpPr/>
              <p:nvPr/>
            </p:nvSpPr>
            <p:spPr>
              <a:xfrm>
                <a:off x="4258375" y="1877713"/>
                <a:ext cx="163975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6559" h="591" extrusionOk="0">
                    <a:moveTo>
                      <a:pt x="3072" y="1"/>
                    </a:moveTo>
                    <a:cubicBezTo>
                      <a:pt x="2039" y="1"/>
                      <a:pt x="1020" y="94"/>
                      <a:pt x="121" y="296"/>
                    </a:cubicBezTo>
                    <a:cubicBezTo>
                      <a:pt x="81" y="309"/>
                      <a:pt x="41" y="309"/>
                      <a:pt x="1" y="322"/>
                    </a:cubicBezTo>
                    <a:lnTo>
                      <a:pt x="28" y="483"/>
                    </a:lnTo>
                    <a:cubicBezTo>
                      <a:pt x="54" y="483"/>
                      <a:pt x="68" y="483"/>
                      <a:pt x="95" y="470"/>
                    </a:cubicBezTo>
                    <a:cubicBezTo>
                      <a:pt x="618" y="363"/>
                      <a:pt x="1181" y="269"/>
                      <a:pt x="1771" y="215"/>
                    </a:cubicBezTo>
                    <a:lnTo>
                      <a:pt x="1811" y="215"/>
                    </a:lnTo>
                    <a:cubicBezTo>
                      <a:pt x="2227" y="175"/>
                      <a:pt x="2656" y="161"/>
                      <a:pt x="3072" y="161"/>
                    </a:cubicBezTo>
                    <a:lnTo>
                      <a:pt x="3166" y="161"/>
                    </a:lnTo>
                    <a:lnTo>
                      <a:pt x="3166" y="108"/>
                    </a:lnTo>
                    <a:lnTo>
                      <a:pt x="3246" y="108"/>
                    </a:lnTo>
                    <a:lnTo>
                      <a:pt x="3246" y="161"/>
                    </a:lnTo>
                    <a:cubicBezTo>
                      <a:pt x="3756" y="175"/>
                      <a:pt x="4239" y="202"/>
                      <a:pt x="4708" y="255"/>
                    </a:cubicBezTo>
                    <a:lnTo>
                      <a:pt x="4708" y="215"/>
                    </a:lnTo>
                    <a:lnTo>
                      <a:pt x="4789" y="215"/>
                    </a:lnTo>
                    <a:lnTo>
                      <a:pt x="4789" y="255"/>
                    </a:lnTo>
                    <a:cubicBezTo>
                      <a:pt x="5379" y="322"/>
                      <a:pt x="5942" y="430"/>
                      <a:pt x="6465" y="577"/>
                    </a:cubicBezTo>
                    <a:cubicBezTo>
                      <a:pt x="6478" y="577"/>
                      <a:pt x="6505" y="577"/>
                      <a:pt x="6519" y="591"/>
                    </a:cubicBezTo>
                    <a:lnTo>
                      <a:pt x="6559" y="430"/>
                    </a:lnTo>
                    <a:cubicBezTo>
                      <a:pt x="6532" y="416"/>
                      <a:pt x="6478" y="403"/>
                      <a:pt x="6452" y="389"/>
                    </a:cubicBezTo>
                    <a:cubicBezTo>
                      <a:pt x="5446" y="135"/>
                      <a:pt x="4292" y="1"/>
                      <a:pt x="30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9"/>
              <p:cNvSpPr/>
              <p:nvPr/>
            </p:nvSpPr>
            <p:spPr>
              <a:xfrm>
                <a:off x="4250000" y="2000413"/>
                <a:ext cx="180750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230" h="645" extrusionOk="0">
                    <a:moveTo>
                      <a:pt x="3394" y="1"/>
                    </a:moveTo>
                    <a:cubicBezTo>
                      <a:pt x="2240" y="1"/>
                      <a:pt x="1100" y="122"/>
                      <a:pt x="108" y="350"/>
                    </a:cubicBezTo>
                    <a:cubicBezTo>
                      <a:pt x="68" y="350"/>
                      <a:pt x="41" y="363"/>
                      <a:pt x="0" y="376"/>
                    </a:cubicBezTo>
                    <a:lnTo>
                      <a:pt x="41" y="537"/>
                    </a:lnTo>
                    <a:cubicBezTo>
                      <a:pt x="68" y="524"/>
                      <a:pt x="81" y="524"/>
                      <a:pt x="94" y="524"/>
                    </a:cubicBezTo>
                    <a:cubicBezTo>
                      <a:pt x="1087" y="296"/>
                      <a:pt x="2227" y="175"/>
                      <a:pt x="3394" y="175"/>
                    </a:cubicBezTo>
                    <a:cubicBezTo>
                      <a:pt x="4735" y="175"/>
                      <a:pt x="6022" y="323"/>
                      <a:pt x="7122" y="631"/>
                    </a:cubicBezTo>
                    <a:cubicBezTo>
                      <a:pt x="7135" y="631"/>
                      <a:pt x="7162" y="645"/>
                      <a:pt x="7189" y="645"/>
                    </a:cubicBezTo>
                    <a:lnTo>
                      <a:pt x="7229" y="484"/>
                    </a:lnTo>
                    <a:cubicBezTo>
                      <a:pt x="7189" y="470"/>
                      <a:pt x="7149" y="457"/>
                      <a:pt x="7108" y="457"/>
                    </a:cubicBezTo>
                    <a:cubicBezTo>
                      <a:pt x="6062" y="175"/>
                      <a:pt x="4855" y="14"/>
                      <a:pt x="3581" y="1"/>
                    </a:cubicBezTo>
                    <a:lnTo>
                      <a:pt x="3581" y="68"/>
                    </a:lnTo>
                    <a:lnTo>
                      <a:pt x="3501" y="68"/>
                    </a:lnTo>
                    <a:lnTo>
                      <a:pt x="35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9"/>
              <p:cNvSpPr/>
              <p:nvPr/>
            </p:nvSpPr>
            <p:spPr>
              <a:xfrm>
                <a:off x="4258725" y="2492263"/>
                <a:ext cx="158275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444" extrusionOk="0">
                    <a:moveTo>
                      <a:pt x="6303" y="1"/>
                    </a:moveTo>
                    <a:cubicBezTo>
                      <a:pt x="6277" y="14"/>
                      <a:pt x="6263" y="14"/>
                      <a:pt x="6236" y="14"/>
                    </a:cubicBezTo>
                    <a:cubicBezTo>
                      <a:pt x="5271" y="189"/>
                      <a:pt x="4144" y="283"/>
                      <a:pt x="2964" y="283"/>
                    </a:cubicBezTo>
                    <a:cubicBezTo>
                      <a:pt x="1972" y="283"/>
                      <a:pt x="993" y="215"/>
                      <a:pt x="134" y="81"/>
                    </a:cubicBezTo>
                    <a:cubicBezTo>
                      <a:pt x="94" y="81"/>
                      <a:pt x="54" y="68"/>
                      <a:pt x="14" y="68"/>
                    </a:cubicBezTo>
                    <a:lnTo>
                      <a:pt x="0" y="229"/>
                    </a:lnTo>
                    <a:cubicBezTo>
                      <a:pt x="54" y="242"/>
                      <a:pt x="107" y="242"/>
                      <a:pt x="161" y="256"/>
                    </a:cubicBezTo>
                    <a:cubicBezTo>
                      <a:pt x="1019" y="376"/>
                      <a:pt x="1985" y="443"/>
                      <a:pt x="2964" y="443"/>
                    </a:cubicBezTo>
                    <a:cubicBezTo>
                      <a:pt x="4131" y="443"/>
                      <a:pt x="5257" y="350"/>
                      <a:pt x="6210" y="189"/>
                    </a:cubicBezTo>
                    <a:cubicBezTo>
                      <a:pt x="6250" y="175"/>
                      <a:pt x="6290" y="175"/>
                      <a:pt x="6330" y="162"/>
                    </a:cubicBezTo>
                    <a:lnTo>
                      <a:pt x="63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29"/>
              <p:cNvSpPr/>
              <p:nvPr/>
            </p:nvSpPr>
            <p:spPr>
              <a:xfrm>
                <a:off x="4261075" y="2374463"/>
                <a:ext cx="68400" cy="110800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4432" extrusionOk="0">
                    <a:moveTo>
                      <a:pt x="858" y="220"/>
                    </a:moveTo>
                    <a:cubicBezTo>
                      <a:pt x="1180" y="462"/>
                      <a:pt x="1770" y="797"/>
                      <a:pt x="2575" y="891"/>
                    </a:cubicBezTo>
                    <a:lnTo>
                      <a:pt x="2575" y="4243"/>
                    </a:lnTo>
                    <a:lnTo>
                      <a:pt x="2575" y="4257"/>
                    </a:lnTo>
                    <a:cubicBezTo>
                      <a:pt x="1046" y="4016"/>
                      <a:pt x="335" y="2540"/>
                      <a:pt x="174" y="2165"/>
                    </a:cubicBezTo>
                    <a:lnTo>
                      <a:pt x="858" y="220"/>
                    </a:lnTo>
                    <a:close/>
                    <a:moveTo>
                      <a:pt x="828" y="0"/>
                    </a:moveTo>
                    <a:cubicBezTo>
                      <a:pt x="820" y="0"/>
                      <a:pt x="813" y="2"/>
                      <a:pt x="805" y="6"/>
                    </a:cubicBezTo>
                    <a:cubicBezTo>
                      <a:pt x="778" y="6"/>
                      <a:pt x="751" y="32"/>
                      <a:pt x="738" y="59"/>
                    </a:cubicBezTo>
                    <a:lnTo>
                      <a:pt x="13" y="2138"/>
                    </a:lnTo>
                    <a:cubicBezTo>
                      <a:pt x="0" y="2165"/>
                      <a:pt x="0" y="2178"/>
                      <a:pt x="13" y="2205"/>
                    </a:cubicBezTo>
                    <a:cubicBezTo>
                      <a:pt x="148" y="2527"/>
                      <a:pt x="899" y="4203"/>
                      <a:pt x="2629" y="4431"/>
                    </a:cubicBezTo>
                    <a:cubicBezTo>
                      <a:pt x="2696" y="4431"/>
                      <a:pt x="2736" y="4378"/>
                      <a:pt x="2736" y="4324"/>
                    </a:cubicBezTo>
                    <a:lnTo>
                      <a:pt x="2736" y="837"/>
                    </a:lnTo>
                    <a:cubicBezTo>
                      <a:pt x="2736" y="783"/>
                      <a:pt x="2696" y="730"/>
                      <a:pt x="2642" y="730"/>
                    </a:cubicBezTo>
                    <a:cubicBezTo>
                      <a:pt x="1770" y="649"/>
                      <a:pt x="1153" y="247"/>
                      <a:pt x="872" y="19"/>
                    </a:cubicBezTo>
                    <a:cubicBezTo>
                      <a:pt x="862" y="10"/>
                      <a:pt x="846" y="0"/>
                      <a:pt x="8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9"/>
              <p:cNvSpPr/>
              <p:nvPr/>
            </p:nvSpPr>
            <p:spPr>
              <a:xfrm>
                <a:off x="4341875" y="2373438"/>
                <a:ext cx="74450" cy="111825"/>
              </a:xfrm>
              <a:custGeom>
                <a:avLst/>
                <a:gdLst/>
                <a:ahLst/>
                <a:cxnLst/>
                <a:rect l="l" t="t" r="r" b="b"/>
                <a:pathLst>
                  <a:path w="2978" h="4473" extrusionOk="0">
                    <a:moveTo>
                      <a:pt x="2119" y="208"/>
                    </a:moveTo>
                    <a:cubicBezTo>
                      <a:pt x="2320" y="690"/>
                      <a:pt x="2723" y="1656"/>
                      <a:pt x="2803" y="2179"/>
                    </a:cubicBezTo>
                    <a:cubicBezTo>
                      <a:pt x="2669" y="2461"/>
                      <a:pt x="1811" y="4097"/>
                      <a:pt x="161" y="4298"/>
                    </a:cubicBezTo>
                    <a:lnTo>
                      <a:pt x="161" y="932"/>
                    </a:lnTo>
                    <a:cubicBezTo>
                      <a:pt x="805" y="851"/>
                      <a:pt x="1462" y="610"/>
                      <a:pt x="2119" y="208"/>
                    </a:cubicBezTo>
                    <a:close/>
                    <a:moveTo>
                      <a:pt x="2158" y="1"/>
                    </a:moveTo>
                    <a:cubicBezTo>
                      <a:pt x="2144" y="1"/>
                      <a:pt x="2125" y="10"/>
                      <a:pt x="2106" y="20"/>
                    </a:cubicBezTo>
                    <a:cubicBezTo>
                      <a:pt x="1422" y="449"/>
                      <a:pt x="751" y="704"/>
                      <a:pt x="94" y="771"/>
                    </a:cubicBezTo>
                    <a:cubicBezTo>
                      <a:pt x="40" y="771"/>
                      <a:pt x="0" y="824"/>
                      <a:pt x="0" y="878"/>
                    </a:cubicBezTo>
                    <a:lnTo>
                      <a:pt x="0" y="4365"/>
                    </a:lnTo>
                    <a:cubicBezTo>
                      <a:pt x="0" y="4432"/>
                      <a:pt x="40" y="4472"/>
                      <a:pt x="107" y="4472"/>
                    </a:cubicBezTo>
                    <a:lnTo>
                      <a:pt x="121" y="4472"/>
                    </a:lnTo>
                    <a:cubicBezTo>
                      <a:pt x="1905" y="4284"/>
                      <a:pt x="2803" y="2568"/>
                      <a:pt x="2964" y="2219"/>
                    </a:cubicBezTo>
                    <a:cubicBezTo>
                      <a:pt x="2977" y="2206"/>
                      <a:pt x="2977" y="2192"/>
                      <a:pt x="2977" y="2179"/>
                    </a:cubicBezTo>
                    <a:cubicBezTo>
                      <a:pt x="2884" y="1602"/>
                      <a:pt x="2428" y="503"/>
                      <a:pt x="2226" y="47"/>
                    </a:cubicBezTo>
                    <a:cubicBezTo>
                      <a:pt x="2226" y="33"/>
                      <a:pt x="2200" y="6"/>
                      <a:pt x="2173" y="6"/>
                    </a:cubicBezTo>
                    <a:cubicBezTo>
                      <a:pt x="2169" y="2"/>
                      <a:pt x="2164" y="1"/>
                      <a:pt x="215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29"/>
              <p:cNvSpPr/>
              <p:nvPr/>
            </p:nvSpPr>
            <p:spPr>
              <a:xfrm>
                <a:off x="4277150" y="2362188"/>
                <a:ext cx="123075" cy="22150"/>
              </a:xfrm>
              <a:custGeom>
                <a:avLst/>
                <a:gdLst/>
                <a:ahLst/>
                <a:cxnLst/>
                <a:rect l="l" t="t" r="r" b="b"/>
                <a:pathLst>
                  <a:path w="4923" h="886" extrusionOk="0">
                    <a:moveTo>
                      <a:pt x="54" y="0"/>
                    </a:moveTo>
                    <a:lnTo>
                      <a:pt x="41" y="14"/>
                    </a:lnTo>
                    <a:cubicBezTo>
                      <a:pt x="41" y="27"/>
                      <a:pt x="54" y="54"/>
                      <a:pt x="41" y="81"/>
                    </a:cubicBezTo>
                    <a:cubicBezTo>
                      <a:pt x="41" y="81"/>
                      <a:pt x="28" y="108"/>
                      <a:pt x="1" y="161"/>
                    </a:cubicBezTo>
                    <a:cubicBezTo>
                      <a:pt x="269" y="349"/>
                      <a:pt x="1194" y="886"/>
                      <a:pt x="2455" y="886"/>
                    </a:cubicBezTo>
                    <a:cubicBezTo>
                      <a:pt x="3193" y="886"/>
                      <a:pt x="4024" y="698"/>
                      <a:pt x="4923" y="161"/>
                    </a:cubicBezTo>
                    <a:cubicBezTo>
                      <a:pt x="4896" y="108"/>
                      <a:pt x="4882" y="81"/>
                      <a:pt x="4882" y="81"/>
                    </a:cubicBezTo>
                    <a:cubicBezTo>
                      <a:pt x="4869" y="67"/>
                      <a:pt x="4869" y="41"/>
                      <a:pt x="4869" y="27"/>
                    </a:cubicBezTo>
                    <a:lnTo>
                      <a:pt x="4856" y="14"/>
                    </a:lnTo>
                    <a:cubicBezTo>
                      <a:pt x="4842" y="27"/>
                      <a:pt x="4815" y="27"/>
                      <a:pt x="4802" y="41"/>
                    </a:cubicBezTo>
                    <a:cubicBezTo>
                      <a:pt x="3950" y="544"/>
                      <a:pt x="3147" y="714"/>
                      <a:pt x="2450" y="714"/>
                    </a:cubicBezTo>
                    <a:cubicBezTo>
                      <a:pt x="1270" y="714"/>
                      <a:pt x="395" y="226"/>
                      <a:pt x="108" y="41"/>
                    </a:cubicBezTo>
                    <a:cubicBezTo>
                      <a:pt x="95" y="27"/>
                      <a:pt x="68" y="14"/>
                      <a:pt x="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9"/>
              <p:cNvSpPr/>
              <p:nvPr/>
            </p:nvSpPr>
            <p:spPr>
              <a:xfrm>
                <a:off x="4376075" y="1883088"/>
                <a:ext cx="51975" cy="98250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3930" extrusionOk="0">
                    <a:moveTo>
                      <a:pt x="0" y="0"/>
                    </a:moveTo>
                    <a:lnTo>
                      <a:pt x="0" y="2830"/>
                    </a:lnTo>
                    <a:cubicBezTo>
                      <a:pt x="0" y="3286"/>
                      <a:pt x="322" y="3675"/>
                      <a:pt x="778" y="3742"/>
                    </a:cubicBezTo>
                    <a:lnTo>
                      <a:pt x="1985" y="3930"/>
                    </a:lnTo>
                    <a:lnTo>
                      <a:pt x="2065" y="3930"/>
                    </a:lnTo>
                    <a:lnTo>
                      <a:pt x="2079" y="3849"/>
                    </a:lnTo>
                    <a:lnTo>
                      <a:pt x="1985" y="3836"/>
                    </a:lnTo>
                    <a:lnTo>
                      <a:pt x="791" y="3661"/>
                    </a:lnTo>
                    <a:cubicBezTo>
                      <a:pt x="389" y="3594"/>
                      <a:pt x="81" y="3246"/>
                      <a:pt x="81" y="2830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9"/>
              <p:cNvSpPr/>
              <p:nvPr/>
            </p:nvSpPr>
            <p:spPr>
              <a:xfrm>
                <a:off x="4252675" y="1883088"/>
                <a:ext cx="52000" cy="98250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3930" extrusionOk="0">
                    <a:moveTo>
                      <a:pt x="1999" y="0"/>
                    </a:moveTo>
                    <a:lnTo>
                      <a:pt x="1999" y="2830"/>
                    </a:lnTo>
                    <a:cubicBezTo>
                      <a:pt x="1999" y="3246"/>
                      <a:pt x="1691" y="3594"/>
                      <a:pt x="1288" y="3661"/>
                    </a:cubicBezTo>
                    <a:lnTo>
                      <a:pt x="81" y="3836"/>
                    </a:lnTo>
                    <a:lnTo>
                      <a:pt x="1" y="3849"/>
                    </a:lnTo>
                    <a:lnTo>
                      <a:pt x="14" y="3930"/>
                    </a:lnTo>
                    <a:lnTo>
                      <a:pt x="68" y="3930"/>
                    </a:lnTo>
                    <a:lnTo>
                      <a:pt x="1302" y="3742"/>
                    </a:lnTo>
                    <a:cubicBezTo>
                      <a:pt x="1758" y="3675"/>
                      <a:pt x="2080" y="3286"/>
                      <a:pt x="2080" y="2830"/>
                    </a:cubicBezTo>
                    <a:lnTo>
                      <a:pt x="20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9"/>
              <p:cNvSpPr/>
              <p:nvPr/>
            </p:nvSpPr>
            <p:spPr>
              <a:xfrm>
                <a:off x="4244975" y="2124813"/>
                <a:ext cx="187450" cy="227350"/>
              </a:xfrm>
              <a:custGeom>
                <a:avLst/>
                <a:gdLst/>
                <a:ahLst/>
                <a:cxnLst/>
                <a:rect l="l" t="t" r="r" b="b"/>
                <a:pathLst>
                  <a:path w="7498" h="9094" extrusionOk="0">
                    <a:moveTo>
                      <a:pt x="0" y="0"/>
                    </a:moveTo>
                    <a:cubicBezTo>
                      <a:pt x="0" y="27"/>
                      <a:pt x="0" y="54"/>
                      <a:pt x="0" y="81"/>
                    </a:cubicBezTo>
                    <a:cubicBezTo>
                      <a:pt x="27" y="94"/>
                      <a:pt x="41" y="108"/>
                      <a:pt x="67" y="108"/>
                    </a:cubicBezTo>
                    <a:cubicBezTo>
                      <a:pt x="255" y="175"/>
                      <a:pt x="550" y="228"/>
                      <a:pt x="966" y="269"/>
                    </a:cubicBezTo>
                    <a:cubicBezTo>
                      <a:pt x="1932" y="376"/>
                      <a:pt x="2656" y="1167"/>
                      <a:pt x="2656" y="2146"/>
                    </a:cubicBezTo>
                    <a:lnTo>
                      <a:pt x="2656" y="8570"/>
                    </a:lnTo>
                    <a:lnTo>
                      <a:pt x="2683" y="8557"/>
                    </a:lnTo>
                    <a:lnTo>
                      <a:pt x="2723" y="8624"/>
                    </a:lnTo>
                    <a:lnTo>
                      <a:pt x="2696" y="8651"/>
                    </a:lnTo>
                    <a:lnTo>
                      <a:pt x="2709" y="8664"/>
                    </a:lnTo>
                    <a:cubicBezTo>
                      <a:pt x="3004" y="8946"/>
                      <a:pt x="3380" y="9093"/>
                      <a:pt x="3769" y="9093"/>
                    </a:cubicBezTo>
                    <a:cubicBezTo>
                      <a:pt x="4144" y="9093"/>
                      <a:pt x="4506" y="8959"/>
                      <a:pt x="4801" y="8677"/>
                    </a:cubicBezTo>
                    <a:lnTo>
                      <a:pt x="4775" y="8664"/>
                    </a:lnTo>
                    <a:lnTo>
                      <a:pt x="4815" y="8583"/>
                    </a:lnTo>
                    <a:lnTo>
                      <a:pt x="4828" y="8597"/>
                    </a:lnTo>
                    <a:lnTo>
                      <a:pt x="4828" y="2186"/>
                    </a:lnTo>
                    <a:cubicBezTo>
                      <a:pt x="4828" y="1207"/>
                      <a:pt x="5566" y="403"/>
                      <a:pt x="6532" y="309"/>
                    </a:cubicBezTo>
                    <a:cubicBezTo>
                      <a:pt x="6974" y="269"/>
                      <a:pt x="7296" y="215"/>
                      <a:pt x="7497" y="148"/>
                    </a:cubicBezTo>
                    <a:cubicBezTo>
                      <a:pt x="7497" y="108"/>
                      <a:pt x="7497" y="94"/>
                      <a:pt x="7497" y="54"/>
                    </a:cubicBezTo>
                    <a:cubicBezTo>
                      <a:pt x="7309" y="121"/>
                      <a:pt x="6988" y="188"/>
                      <a:pt x="6518" y="228"/>
                    </a:cubicBezTo>
                    <a:cubicBezTo>
                      <a:pt x="5512" y="336"/>
                      <a:pt x="4748" y="1167"/>
                      <a:pt x="4748" y="2173"/>
                    </a:cubicBezTo>
                    <a:lnTo>
                      <a:pt x="4748" y="2186"/>
                    </a:lnTo>
                    <a:lnTo>
                      <a:pt x="4748" y="8610"/>
                    </a:lnTo>
                    <a:cubicBezTo>
                      <a:pt x="4475" y="8877"/>
                      <a:pt x="4119" y="9011"/>
                      <a:pt x="3764" y="9011"/>
                    </a:cubicBezTo>
                    <a:cubicBezTo>
                      <a:pt x="3404" y="9011"/>
                      <a:pt x="3046" y="8873"/>
                      <a:pt x="2776" y="8597"/>
                    </a:cubicBezTo>
                    <a:lnTo>
                      <a:pt x="2750" y="8570"/>
                    </a:lnTo>
                    <a:lnTo>
                      <a:pt x="2750" y="2146"/>
                    </a:lnTo>
                    <a:cubicBezTo>
                      <a:pt x="2750" y="1127"/>
                      <a:pt x="1985" y="295"/>
                      <a:pt x="966" y="188"/>
                    </a:cubicBezTo>
                    <a:cubicBezTo>
                      <a:pt x="550" y="148"/>
                      <a:pt x="242" y="94"/>
                      <a:pt x="81" y="27"/>
                    </a:cubicBezTo>
                    <a:cubicBezTo>
                      <a:pt x="54" y="14"/>
                      <a:pt x="27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9"/>
              <p:cNvSpPr/>
              <p:nvPr/>
            </p:nvSpPr>
            <p:spPr>
              <a:xfrm>
                <a:off x="4337500" y="1880388"/>
                <a:ext cx="2375" cy="121725"/>
              </a:xfrm>
              <a:custGeom>
                <a:avLst/>
                <a:gdLst/>
                <a:ahLst/>
                <a:cxnLst/>
                <a:rect l="l" t="t" r="r" b="b"/>
                <a:pathLst>
                  <a:path w="95" h="4869" extrusionOk="0">
                    <a:moveTo>
                      <a:pt x="1" y="1"/>
                    </a:moveTo>
                    <a:lnTo>
                      <a:pt x="1" y="54"/>
                    </a:lnTo>
                    <a:lnTo>
                      <a:pt x="1" y="4802"/>
                    </a:lnTo>
                    <a:lnTo>
                      <a:pt x="1" y="4869"/>
                    </a:lnTo>
                    <a:lnTo>
                      <a:pt x="95" y="4869"/>
                    </a:lnTo>
                    <a:lnTo>
                      <a:pt x="95" y="4802"/>
                    </a:lnTo>
                    <a:lnTo>
                      <a:pt x="95" y="54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9"/>
              <p:cNvSpPr/>
              <p:nvPr/>
            </p:nvSpPr>
            <p:spPr>
              <a:xfrm>
                <a:off x="4364325" y="2339713"/>
                <a:ext cx="35900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927" extrusionOk="0">
                    <a:moveTo>
                      <a:pt x="41" y="1"/>
                    </a:moveTo>
                    <a:lnTo>
                      <a:pt x="1" y="68"/>
                    </a:lnTo>
                    <a:lnTo>
                      <a:pt x="27" y="81"/>
                    </a:lnTo>
                    <a:lnTo>
                      <a:pt x="1369" y="913"/>
                    </a:lnTo>
                    <a:lnTo>
                      <a:pt x="1382" y="926"/>
                    </a:lnTo>
                    <a:cubicBezTo>
                      <a:pt x="1382" y="926"/>
                      <a:pt x="1395" y="913"/>
                      <a:pt x="1395" y="899"/>
                    </a:cubicBezTo>
                    <a:cubicBezTo>
                      <a:pt x="1409" y="886"/>
                      <a:pt x="1422" y="873"/>
                      <a:pt x="1436" y="859"/>
                    </a:cubicBezTo>
                    <a:lnTo>
                      <a:pt x="54" y="14"/>
                    </a:lnTo>
                    <a:lnTo>
                      <a:pt x="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9"/>
              <p:cNvSpPr/>
              <p:nvPr/>
            </p:nvSpPr>
            <p:spPr>
              <a:xfrm>
                <a:off x="4276150" y="2338713"/>
                <a:ext cx="36900" cy="23825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953" extrusionOk="0">
                    <a:moveTo>
                      <a:pt x="1436" y="1"/>
                    </a:moveTo>
                    <a:lnTo>
                      <a:pt x="1409" y="14"/>
                    </a:lnTo>
                    <a:lnTo>
                      <a:pt x="1" y="899"/>
                    </a:lnTo>
                    <a:cubicBezTo>
                      <a:pt x="27" y="899"/>
                      <a:pt x="54" y="913"/>
                      <a:pt x="81" y="939"/>
                    </a:cubicBezTo>
                    <a:cubicBezTo>
                      <a:pt x="81" y="939"/>
                      <a:pt x="81" y="939"/>
                      <a:pt x="81" y="953"/>
                    </a:cubicBezTo>
                    <a:lnTo>
                      <a:pt x="94" y="939"/>
                    </a:lnTo>
                    <a:lnTo>
                      <a:pt x="1449" y="81"/>
                    </a:lnTo>
                    <a:lnTo>
                      <a:pt x="1449" y="95"/>
                    </a:lnTo>
                    <a:lnTo>
                      <a:pt x="1476" y="68"/>
                    </a:lnTo>
                    <a:lnTo>
                      <a:pt x="143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9"/>
              <p:cNvSpPr/>
              <p:nvPr/>
            </p:nvSpPr>
            <p:spPr>
              <a:xfrm>
                <a:off x="4320075" y="2885213"/>
                <a:ext cx="32875" cy="307800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2312" extrusionOk="0">
                    <a:moveTo>
                      <a:pt x="658" y="161"/>
                    </a:moveTo>
                    <a:cubicBezTo>
                      <a:pt x="899" y="161"/>
                      <a:pt x="1100" y="336"/>
                      <a:pt x="1140" y="564"/>
                    </a:cubicBezTo>
                    <a:lnTo>
                      <a:pt x="1194" y="430"/>
                    </a:lnTo>
                    <a:lnTo>
                      <a:pt x="1274" y="457"/>
                    </a:lnTo>
                    <a:lnTo>
                      <a:pt x="1140" y="765"/>
                    </a:lnTo>
                    <a:lnTo>
                      <a:pt x="671" y="12070"/>
                    </a:lnTo>
                    <a:cubicBezTo>
                      <a:pt x="671" y="12111"/>
                      <a:pt x="644" y="12138"/>
                      <a:pt x="604" y="12151"/>
                    </a:cubicBezTo>
                    <a:lnTo>
                      <a:pt x="604" y="12245"/>
                    </a:lnTo>
                    <a:lnTo>
                      <a:pt x="510" y="12245"/>
                    </a:lnTo>
                    <a:lnTo>
                      <a:pt x="510" y="12124"/>
                    </a:lnTo>
                    <a:cubicBezTo>
                      <a:pt x="497" y="12111"/>
                      <a:pt x="497" y="12084"/>
                      <a:pt x="497" y="12057"/>
                    </a:cubicBezTo>
                    <a:lnTo>
                      <a:pt x="175" y="738"/>
                    </a:lnTo>
                    <a:lnTo>
                      <a:pt x="54" y="443"/>
                    </a:lnTo>
                    <a:lnTo>
                      <a:pt x="135" y="416"/>
                    </a:lnTo>
                    <a:lnTo>
                      <a:pt x="188" y="537"/>
                    </a:lnTo>
                    <a:cubicBezTo>
                      <a:pt x="228" y="322"/>
                      <a:pt x="430" y="161"/>
                      <a:pt x="658" y="161"/>
                    </a:cubicBezTo>
                    <a:close/>
                    <a:moveTo>
                      <a:pt x="617" y="1"/>
                    </a:moveTo>
                    <a:cubicBezTo>
                      <a:pt x="497" y="1"/>
                      <a:pt x="376" y="41"/>
                      <a:pt x="282" y="108"/>
                    </a:cubicBezTo>
                    <a:cubicBezTo>
                      <a:pt x="215" y="161"/>
                      <a:pt x="161" y="215"/>
                      <a:pt x="108" y="282"/>
                    </a:cubicBezTo>
                    <a:cubicBezTo>
                      <a:pt x="41" y="389"/>
                      <a:pt x="0" y="510"/>
                      <a:pt x="0" y="644"/>
                    </a:cubicBezTo>
                    <a:lnTo>
                      <a:pt x="94" y="3850"/>
                    </a:lnTo>
                    <a:lnTo>
                      <a:pt x="215" y="4761"/>
                    </a:lnTo>
                    <a:lnTo>
                      <a:pt x="121" y="4949"/>
                    </a:lnTo>
                    <a:lnTo>
                      <a:pt x="148" y="5687"/>
                    </a:lnTo>
                    <a:lnTo>
                      <a:pt x="322" y="12070"/>
                    </a:lnTo>
                    <a:cubicBezTo>
                      <a:pt x="322" y="12205"/>
                      <a:pt x="443" y="12312"/>
                      <a:pt x="577" y="12312"/>
                    </a:cubicBezTo>
                    <a:cubicBezTo>
                      <a:pt x="725" y="12312"/>
                      <a:pt x="832" y="12205"/>
                      <a:pt x="845" y="12070"/>
                    </a:cubicBezTo>
                    <a:lnTo>
                      <a:pt x="1114" y="5673"/>
                    </a:lnTo>
                    <a:lnTo>
                      <a:pt x="1140" y="4855"/>
                    </a:lnTo>
                    <a:lnTo>
                      <a:pt x="1100" y="4761"/>
                    </a:lnTo>
                    <a:lnTo>
                      <a:pt x="1100" y="4735"/>
                    </a:lnTo>
                    <a:lnTo>
                      <a:pt x="1167" y="4198"/>
                    </a:lnTo>
                    <a:lnTo>
                      <a:pt x="1315" y="644"/>
                    </a:lnTo>
                    <a:cubicBezTo>
                      <a:pt x="1315" y="497"/>
                      <a:pt x="1261" y="363"/>
                      <a:pt x="1181" y="255"/>
                    </a:cubicBezTo>
                    <a:cubicBezTo>
                      <a:pt x="1140" y="188"/>
                      <a:pt x="1073" y="135"/>
                      <a:pt x="1006" y="94"/>
                    </a:cubicBezTo>
                    <a:cubicBezTo>
                      <a:pt x="926" y="41"/>
                      <a:pt x="818" y="1"/>
                      <a:pt x="698" y="1"/>
                    </a:cubicBezTo>
                    <a:lnTo>
                      <a:pt x="698" y="68"/>
                    </a:lnTo>
                    <a:lnTo>
                      <a:pt x="617" y="68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9"/>
              <p:cNvSpPr/>
              <p:nvPr/>
            </p:nvSpPr>
            <p:spPr>
              <a:xfrm>
                <a:off x="4332825" y="2895938"/>
                <a:ext cx="19125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11816" extrusionOk="0">
                    <a:moveTo>
                      <a:pt x="684" y="1"/>
                    </a:moveTo>
                    <a:lnTo>
                      <a:pt x="630" y="135"/>
                    </a:lnTo>
                    <a:lnTo>
                      <a:pt x="148" y="1275"/>
                    </a:lnTo>
                    <a:lnTo>
                      <a:pt x="188" y="1369"/>
                    </a:lnTo>
                    <a:lnTo>
                      <a:pt x="107" y="1409"/>
                    </a:lnTo>
                    <a:lnTo>
                      <a:pt x="107" y="1395"/>
                    </a:lnTo>
                    <a:lnTo>
                      <a:pt x="0" y="11695"/>
                    </a:lnTo>
                    <a:lnTo>
                      <a:pt x="0" y="11816"/>
                    </a:lnTo>
                    <a:lnTo>
                      <a:pt x="81" y="11816"/>
                    </a:lnTo>
                    <a:lnTo>
                      <a:pt x="94" y="11722"/>
                    </a:lnTo>
                    <a:lnTo>
                      <a:pt x="188" y="1395"/>
                    </a:lnTo>
                    <a:lnTo>
                      <a:pt x="630" y="349"/>
                    </a:lnTo>
                    <a:lnTo>
                      <a:pt x="764" y="28"/>
                    </a:lnTo>
                    <a:lnTo>
                      <a:pt x="6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9"/>
              <p:cNvSpPr/>
              <p:nvPr/>
            </p:nvSpPr>
            <p:spPr>
              <a:xfrm>
                <a:off x="4321425" y="2895613"/>
                <a:ext cx="16100" cy="3555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1422" extrusionOk="0">
                    <a:moveTo>
                      <a:pt x="81" y="0"/>
                    </a:moveTo>
                    <a:lnTo>
                      <a:pt x="0" y="27"/>
                    </a:lnTo>
                    <a:lnTo>
                      <a:pt x="121" y="322"/>
                    </a:lnTo>
                    <a:lnTo>
                      <a:pt x="563" y="1408"/>
                    </a:lnTo>
                    <a:lnTo>
                      <a:pt x="563" y="1422"/>
                    </a:lnTo>
                    <a:lnTo>
                      <a:pt x="644" y="1382"/>
                    </a:lnTo>
                    <a:lnTo>
                      <a:pt x="604" y="1288"/>
                    </a:lnTo>
                    <a:lnTo>
                      <a:pt x="134" y="134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9"/>
              <p:cNvSpPr/>
              <p:nvPr/>
            </p:nvSpPr>
            <p:spPr>
              <a:xfrm>
                <a:off x="4335500" y="2530488"/>
                <a:ext cx="2025" cy="356775"/>
              </a:xfrm>
              <a:custGeom>
                <a:avLst/>
                <a:gdLst/>
                <a:ahLst/>
                <a:cxnLst/>
                <a:rect l="l" t="t" r="r" b="b"/>
                <a:pathLst>
                  <a:path w="81" h="14271" extrusionOk="0">
                    <a:moveTo>
                      <a:pt x="0" y="1"/>
                    </a:moveTo>
                    <a:lnTo>
                      <a:pt x="0" y="202"/>
                    </a:lnTo>
                    <a:lnTo>
                      <a:pt x="0" y="14190"/>
                    </a:lnTo>
                    <a:lnTo>
                      <a:pt x="0" y="14270"/>
                    </a:lnTo>
                    <a:lnTo>
                      <a:pt x="81" y="14270"/>
                    </a:lnTo>
                    <a:lnTo>
                      <a:pt x="81" y="14190"/>
                    </a:lnTo>
                    <a:lnTo>
                      <a:pt x="81" y="162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4398875" y="2100013"/>
                <a:ext cx="883125" cy="328575"/>
              </a:xfrm>
              <a:custGeom>
                <a:avLst/>
                <a:gdLst/>
                <a:ahLst/>
                <a:cxnLst/>
                <a:rect l="l" t="t" r="r" b="b"/>
                <a:pathLst>
                  <a:path w="35325" h="13143" extrusionOk="0">
                    <a:moveTo>
                      <a:pt x="1395" y="0"/>
                    </a:moveTo>
                    <a:cubicBezTo>
                      <a:pt x="1368" y="0"/>
                      <a:pt x="1341" y="0"/>
                      <a:pt x="1328" y="13"/>
                    </a:cubicBezTo>
                    <a:cubicBezTo>
                      <a:pt x="1314" y="40"/>
                      <a:pt x="1314" y="54"/>
                      <a:pt x="1314" y="80"/>
                    </a:cubicBezTo>
                    <a:cubicBezTo>
                      <a:pt x="1314" y="121"/>
                      <a:pt x="1314" y="148"/>
                      <a:pt x="1314" y="188"/>
                    </a:cubicBezTo>
                    <a:cubicBezTo>
                      <a:pt x="1314" y="282"/>
                      <a:pt x="1314" y="389"/>
                      <a:pt x="1328" y="483"/>
                    </a:cubicBezTo>
                    <a:cubicBezTo>
                      <a:pt x="1328" y="563"/>
                      <a:pt x="1328" y="644"/>
                      <a:pt x="1328" y="724"/>
                    </a:cubicBezTo>
                    <a:cubicBezTo>
                      <a:pt x="1328" y="831"/>
                      <a:pt x="1341" y="939"/>
                      <a:pt x="1341" y="1046"/>
                    </a:cubicBezTo>
                    <a:cubicBezTo>
                      <a:pt x="1341" y="1086"/>
                      <a:pt x="1341" y="1113"/>
                      <a:pt x="1341" y="1140"/>
                    </a:cubicBezTo>
                    <a:cubicBezTo>
                      <a:pt x="1341" y="1395"/>
                      <a:pt x="1355" y="1650"/>
                      <a:pt x="1355" y="1891"/>
                    </a:cubicBezTo>
                    <a:cubicBezTo>
                      <a:pt x="1368" y="2414"/>
                      <a:pt x="1368" y="2937"/>
                      <a:pt x="1368" y="3447"/>
                    </a:cubicBezTo>
                    <a:cubicBezTo>
                      <a:pt x="1368" y="5391"/>
                      <a:pt x="1314" y="7349"/>
                      <a:pt x="1194" y="9267"/>
                    </a:cubicBezTo>
                    <a:cubicBezTo>
                      <a:pt x="1167" y="9656"/>
                      <a:pt x="1140" y="10045"/>
                      <a:pt x="1113" y="10447"/>
                    </a:cubicBezTo>
                    <a:lnTo>
                      <a:pt x="54" y="10447"/>
                    </a:lnTo>
                    <a:cubicBezTo>
                      <a:pt x="40" y="10461"/>
                      <a:pt x="27" y="10461"/>
                      <a:pt x="13" y="10487"/>
                    </a:cubicBezTo>
                    <a:cubicBezTo>
                      <a:pt x="13" y="10487"/>
                      <a:pt x="13" y="10501"/>
                      <a:pt x="0" y="10514"/>
                    </a:cubicBezTo>
                    <a:cubicBezTo>
                      <a:pt x="0" y="10528"/>
                      <a:pt x="0" y="10554"/>
                      <a:pt x="13" y="10568"/>
                    </a:cubicBezTo>
                    <a:cubicBezTo>
                      <a:pt x="13" y="10568"/>
                      <a:pt x="27" y="10595"/>
                      <a:pt x="54" y="10648"/>
                    </a:cubicBezTo>
                    <a:cubicBezTo>
                      <a:pt x="215" y="10984"/>
                      <a:pt x="751" y="12217"/>
                      <a:pt x="899" y="13062"/>
                    </a:cubicBezTo>
                    <a:cubicBezTo>
                      <a:pt x="899" y="13089"/>
                      <a:pt x="912" y="13103"/>
                      <a:pt x="925" y="13116"/>
                    </a:cubicBezTo>
                    <a:cubicBezTo>
                      <a:pt x="939" y="13129"/>
                      <a:pt x="952" y="13143"/>
                      <a:pt x="979" y="13143"/>
                    </a:cubicBezTo>
                    <a:lnTo>
                      <a:pt x="14041" y="13143"/>
                    </a:lnTo>
                    <a:lnTo>
                      <a:pt x="13934" y="12968"/>
                    </a:lnTo>
                    <a:lnTo>
                      <a:pt x="1556" y="12968"/>
                    </a:lnTo>
                    <a:lnTo>
                      <a:pt x="1569" y="13009"/>
                    </a:lnTo>
                    <a:lnTo>
                      <a:pt x="1489" y="13035"/>
                    </a:lnTo>
                    <a:lnTo>
                      <a:pt x="1462" y="12968"/>
                    </a:lnTo>
                    <a:lnTo>
                      <a:pt x="1046" y="12968"/>
                    </a:lnTo>
                    <a:cubicBezTo>
                      <a:pt x="885" y="12124"/>
                      <a:pt x="389" y="10984"/>
                      <a:pt x="215" y="10608"/>
                    </a:cubicBezTo>
                    <a:lnTo>
                      <a:pt x="1194" y="10608"/>
                    </a:lnTo>
                    <a:lnTo>
                      <a:pt x="1194" y="10447"/>
                    </a:lnTo>
                    <a:lnTo>
                      <a:pt x="1287" y="10447"/>
                    </a:lnTo>
                    <a:cubicBezTo>
                      <a:pt x="1314" y="10085"/>
                      <a:pt x="1328" y="9723"/>
                      <a:pt x="1355" y="9361"/>
                    </a:cubicBezTo>
                    <a:lnTo>
                      <a:pt x="1274" y="9361"/>
                    </a:lnTo>
                    <a:lnTo>
                      <a:pt x="1274" y="9187"/>
                    </a:lnTo>
                    <a:lnTo>
                      <a:pt x="1368" y="9187"/>
                    </a:lnTo>
                    <a:cubicBezTo>
                      <a:pt x="1462" y="7537"/>
                      <a:pt x="1515" y="5847"/>
                      <a:pt x="1529" y="4171"/>
                    </a:cubicBezTo>
                    <a:lnTo>
                      <a:pt x="1395" y="4171"/>
                    </a:lnTo>
                    <a:lnTo>
                      <a:pt x="1395" y="4090"/>
                    </a:lnTo>
                    <a:lnTo>
                      <a:pt x="1529" y="4090"/>
                    </a:lnTo>
                    <a:cubicBezTo>
                      <a:pt x="1529" y="3876"/>
                      <a:pt x="1529" y="3661"/>
                      <a:pt x="1529" y="3447"/>
                    </a:cubicBezTo>
                    <a:cubicBezTo>
                      <a:pt x="1529" y="2964"/>
                      <a:pt x="1529" y="2468"/>
                      <a:pt x="1515" y="1971"/>
                    </a:cubicBezTo>
                    <a:lnTo>
                      <a:pt x="1435" y="1971"/>
                    </a:lnTo>
                    <a:lnTo>
                      <a:pt x="1435" y="1797"/>
                    </a:lnTo>
                    <a:lnTo>
                      <a:pt x="1515" y="1797"/>
                    </a:lnTo>
                    <a:cubicBezTo>
                      <a:pt x="1515" y="1287"/>
                      <a:pt x="1502" y="751"/>
                      <a:pt x="1475" y="161"/>
                    </a:cubicBezTo>
                    <a:lnTo>
                      <a:pt x="1797" y="161"/>
                    </a:lnTo>
                    <a:lnTo>
                      <a:pt x="1797" y="107"/>
                    </a:lnTo>
                    <a:lnTo>
                      <a:pt x="1878" y="107"/>
                    </a:lnTo>
                    <a:lnTo>
                      <a:pt x="1878" y="161"/>
                    </a:lnTo>
                    <a:lnTo>
                      <a:pt x="13317" y="161"/>
                    </a:lnTo>
                    <a:lnTo>
                      <a:pt x="13317" y="121"/>
                    </a:lnTo>
                    <a:lnTo>
                      <a:pt x="13411" y="121"/>
                    </a:lnTo>
                    <a:lnTo>
                      <a:pt x="13411" y="161"/>
                    </a:lnTo>
                    <a:lnTo>
                      <a:pt x="14202" y="161"/>
                    </a:lnTo>
                    <a:lnTo>
                      <a:pt x="14202" y="80"/>
                    </a:lnTo>
                    <a:lnTo>
                      <a:pt x="14363" y="80"/>
                    </a:lnTo>
                    <a:lnTo>
                      <a:pt x="14363" y="161"/>
                    </a:lnTo>
                    <a:lnTo>
                      <a:pt x="21793" y="644"/>
                    </a:lnTo>
                    <a:lnTo>
                      <a:pt x="21793" y="617"/>
                    </a:lnTo>
                    <a:lnTo>
                      <a:pt x="21954" y="617"/>
                    </a:lnTo>
                    <a:lnTo>
                      <a:pt x="21954" y="657"/>
                    </a:lnTo>
                    <a:lnTo>
                      <a:pt x="22289" y="684"/>
                    </a:lnTo>
                    <a:lnTo>
                      <a:pt x="22289" y="617"/>
                    </a:lnTo>
                    <a:lnTo>
                      <a:pt x="22464" y="617"/>
                    </a:lnTo>
                    <a:lnTo>
                      <a:pt x="22464" y="697"/>
                    </a:lnTo>
                    <a:lnTo>
                      <a:pt x="24086" y="791"/>
                    </a:lnTo>
                    <a:lnTo>
                      <a:pt x="24086" y="697"/>
                    </a:lnTo>
                    <a:lnTo>
                      <a:pt x="24247" y="697"/>
                    </a:lnTo>
                    <a:lnTo>
                      <a:pt x="24247" y="805"/>
                    </a:lnTo>
                    <a:lnTo>
                      <a:pt x="24583" y="831"/>
                    </a:lnTo>
                    <a:lnTo>
                      <a:pt x="24583" y="738"/>
                    </a:lnTo>
                    <a:lnTo>
                      <a:pt x="24757" y="738"/>
                    </a:lnTo>
                    <a:lnTo>
                      <a:pt x="24757" y="845"/>
                    </a:lnTo>
                    <a:lnTo>
                      <a:pt x="35325" y="1529"/>
                    </a:lnTo>
                    <a:lnTo>
                      <a:pt x="35325" y="1368"/>
                    </a:lnTo>
                    <a:lnTo>
                      <a:pt x="142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9"/>
              <p:cNvSpPr/>
              <p:nvPr/>
            </p:nvSpPr>
            <p:spPr>
              <a:xfrm>
                <a:off x="4749575" y="2424213"/>
                <a:ext cx="67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8" extrusionOk="0">
                    <a:moveTo>
                      <a:pt x="0" y="0"/>
                    </a:moveTo>
                    <a:lnTo>
                      <a:pt x="13" y="27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9"/>
              <p:cNvSpPr/>
              <p:nvPr/>
            </p:nvSpPr>
            <p:spPr>
              <a:xfrm>
                <a:off x="4750225" y="2350113"/>
                <a:ext cx="531775" cy="78475"/>
              </a:xfrm>
              <a:custGeom>
                <a:avLst/>
                <a:gdLst/>
                <a:ahLst/>
                <a:cxnLst/>
                <a:rect l="l" t="t" r="r" b="b"/>
                <a:pathLst>
                  <a:path w="21271" h="3139" extrusionOk="0">
                    <a:moveTo>
                      <a:pt x="21271" y="1"/>
                    </a:moveTo>
                    <a:lnTo>
                      <a:pt x="215" y="2938"/>
                    </a:lnTo>
                    <a:lnTo>
                      <a:pt x="122" y="2951"/>
                    </a:lnTo>
                    <a:lnTo>
                      <a:pt x="1" y="3139"/>
                    </a:lnTo>
                    <a:lnTo>
                      <a:pt x="41" y="3139"/>
                    </a:lnTo>
                    <a:lnTo>
                      <a:pt x="21271" y="175"/>
                    </a:lnTo>
                    <a:lnTo>
                      <a:pt x="21271" y="81"/>
                    </a:lnTo>
                    <a:lnTo>
                      <a:pt x="2127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4753925" y="2152313"/>
                <a:ext cx="4050" cy="177375"/>
              </a:xfrm>
              <a:custGeom>
                <a:avLst/>
                <a:gdLst/>
                <a:ahLst/>
                <a:cxnLst/>
                <a:rect l="l" t="t" r="r" b="b"/>
                <a:pathLst>
                  <a:path w="162" h="7095" extrusionOk="0">
                    <a:moveTo>
                      <a:pt x="0" y="0"/>
                    </a:moveTo>
                    <a:lnTo>
                      <a:pt x="0" y="5512"/>
                    </a:lnTo>
                    <a:lnTo>
                      <a:pt x="54" y="5512"/>
                    </a:lnTo>
                    <a:lnTo>
                      <a:pt x="54" y="5593"/>
                    </a:lnTo>
                    <a:lnTo>
                      <a:pt x="0" y="5593"/>
                    </a:lnTo>
                    <a:lnTo>
                      <a:pt x="0" y="7095"/>
                    </a:lnTo>
                    <a:lnTo>
                      <a:pt x="67" y="7095"/>
                    </a:lnTo>
                    <a:lnTo>
                      <a:pt x="161" y="7081"/>
                    </a:lnTo>
                    <a:lnTo>
                      <a:pt x="161" y="2642"/>
                    </a:lnTo>
                    <a:lnTo>
                      <a:pt x="94" y="2642"/>
                    </a:lnTo>
                    <a:lnTo>
                      <a:pt x="94" y="2562"/>
                    </a:lnTo>
                    <a:lnTo>
                      <a:pt x="161" y="2562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4753925" y="2102013"/>
                <a:ext cx="4050" cy="4630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852" extrusionOk="0">
                    <a:moveTo>
                      <a:pt x="0" y="0"/>
                    </a:moveTo>
                    <a:lnTo>
                      <a:pt x="0" y="81"/>
                    </a:lnTo>
                    <a:lnTo>
                      <a:pt x="0" y="1851"/>
                    </a:lnTo>
                    <a:lnTo>
                      <a:pt x="161" y="1851"/>
                    </a:lnTo>
                    <a:lnTo>
                      <a:pt x="161" y="94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4753925" y="2333688"/>
                <a:ext cx="405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275" extrusionOk="0">
                    <a:moveTo>
                      <a:pt x="161" y="0"/>
                    </a:moveTo>
                    <a:lnTo>
                      <a:pt x="27" y="14"/>
                    </a:lnTo>
                    <a:lnTo>
                      <a:pt x="0" y="14"/>
                    </a:lnTo>
                    <a:lnTo>
                      <a:pt x="0" y="1275"/>
                    </a:lnTo>
                    <a:lnTo>
                      <a:pt x="108" y="1275"/>
                    </a:lnTo>
                    <a:cubicBezTo>
                      <a:pt x="108" y="1275"/>
                      <a:pt x="121" y="1275"/>
                      <a:pt x="161" y="1261"/>
                    </a:cubicBez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9"/>
              <p:cNvSpPr/>
              <p:nvPr/>
            </p:nvSpPr>
            <p:spPr>
              <a:xfrm>
                <a:off x="4434750" y="2144938"/>
                <a:ext cx="849600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33984" h="497" extrusionOk="0">
                    <a:moveTo>
                      <a:pt x="0" y="0"/>
                    </a:moveTo>
                    <a:lnTo>
                      <a:pt x="0" y="174"/>
                    </a:lnTo>
                    <a:lnTo>
                      <a:pt x="80" y="174"/>
                    </a:lnTo>
                    <a:lnTo>
                      <a:pt x="3889" y="215"/>
                    </a:lnTo>
                    <a:lnTo>
                      <a:pt x="3889" y="134"/>
                    </a:lnTo>
                    <a:lnTo>
                      <a:pt x="3970" y="134"/>
                    </a:lnTo>
                    <a:lnTo>
                      <a:pt x="3970" y="215"/>
                    </a:lnTo>
                    <a:lnTo>
                      <a:pt x="12767" y="295"/>
                    </a:lnTo>
                    <a:lnTo>
                      <a:pt x="12928" y="295"/>
                    </a:lnTo>
                    <a:lnTo>
                      <a:pt x="33890" y="496"/>
                    </a:lnTo>
                    <a:lnTo>
                      <a:pt x="33984" y="496"/>
                    </a:lnTo>
                    <a:lnTo>
                      <a:pt x="33984" y="335"/>
                    </a:lnTo>
                    <a:lnTo>
                      <a:pt x="33890" y="335"/>
                    </a:lnTo>
                    <a:lnTo>
                      <a:pt x="12928" y="134"/>
                    </a:lnTo>
                    <a:lnTo>
                      <a:pt x="12767" y="13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29"/>
              <p:cNvSpPr/>
              <p:nvPr/>
            </p:nvSpPr>
            <p:spPr>
              <a:xfrm>
                <a:off x="4430725" y="2268313"/>
                <a:ext cx="821775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32871" h="2629" extrusionOk="0">
                    <a:moveTo>
                      <a:pt x="32871" y="0"/>
                    </a:moveTo>
                    <a:lnTo>
                      <a:pt x="17274" y="1918"/>
                    </a:lnTo>
                    <a:lnTo>
                      <a:pt x="17287" y="1945"/>
                    </a:lnTo>
                    <a:lnTo>
                      <a:pt x="17220" y="1999"/>
                    </a:lnTo>
                    <a:lnTo>
                      <a:pt x="17180" y="1932"/>
                    </a:lnTo>
                    <a:lnTo>
                      <a:pt x="13089" y="2441"/>
                    </a:lnTo>
                    <a:lnTo>
                      <a:pt x="12995" y="2455"/>
                    </a:lnTo>
                    <a:lnTo>
                      <a:pt x="0" y="2455"/>
                    </a:lnTo>
                    <a:lnTo>
                      <a:pt x="0" y="2629"/>
                    </a:lnTo>
                    <a:lnTo>
                      <a:pt x="12955" y="2629"/>
                    </a:lnTo>
                    <a:lnTo>
                      <a:pt x="13089" y="2615"/>
                    </a:lnTo>
                    <a:lnTo>
                      <a:pt x="32871" y="175"/>
                    </a:lnTo>
                    <a:lnTo>
                      <a:pt x="328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4943700" y="2115413"/>
                <a:ext cx="737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61" extrusionOk="0">
                    <a:moveTo>
                      <a:pt x="0" y="1"/>
                    </a:moveTo>
                    <a:lnTo>
                      <a:pt x="0" y="671"/>
                    </a:lnTo>
                    <a:cubicBezTo>
                      <a:pt x="0" y="806"/>
                      <a:pt x="107" y="926"/>
                      <a:pt x="241" y="926"/>
                    </a:cubicBezTo>
                    <a:lnTo>
                      <a:pt x="2682" y="1060"/>
                    </a:lnTo>
                    <a:lnTo>
                      <a:pt x="2696" y="1060"/>
                    </a:lnTo>
                    <a:cubicBezTo>
                      <a:pt x="2763" y="1060"/>
                      <a:pt x="2830" y="1034"/>
                      <a:pt x="2870" y="980"/>
                    </a:cubicBezTo>
                    <a:cubicBezTo>
                      <a:pt x="2924" y="940"/>
                      <a:pt x="2950" y="873"/>
                      <a:pt x="2950" y="792"/>
                    </a:cubicBezTo>
                    <a:lnTo>
                      <a:pt x="2950" y="122"/>
                    </a:lnTo>
                    <a:lnTo>
                      <a:pt x="2790" y="122"/>
                    </a:lnTo>
                    <a:lnTo>
                      <a:pt x="2790" y="792"/>
                    </a:lnTo>
                    <a:cubicBezTo>
                      <a:pt x="2790" y="819"/>
                      <a:pt x="2776" y="846"/>
                      <a:pt x="2763" y="859"/>
                    </a:cubicBezTo>
                    <a:cubicBezTo>
                      <a:pt x="2736" y="886"/>
                      <a:pt x="2709" y="886"/>
                      <a:pt x="2696" y="886"/>
                    </a:cubicBezTo>
                    <a:lnTo>
                      <a:pt x="255" y="765"/>
                    </a:lnTo>
                    <a:cubicBezTo>
                      <a:pt x="201" y="765"/>
                      <a:pt x="161" y="725"/>
                      <a:pt x="161" y="671"/>
                    </a:cubicBezTo>
                    <a:lnTo>
                      <a:pt x="16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5000675" y="2117438"/>
                <a:ext cx="440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28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75" y="27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9"/>
              <p:cNvSpPr/>
              <p:nvPr/>
            </p:nvSpPr>
            <p:spPr>
              <a:xfrm>
                <a:off x="4956100" y="2115413"/>
                <a:ext cx="489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712" extrusionOk="0">
                    <a:moveTo>
                      <a:pt x="0" y="1"/>
                    </a:moveTo>
                    <a:lnTo>
                      <a:pt x="0" y="430"/>
                    </a:lnTo>
                    <a:cubicBezTo>
                      <a:pt x="0" y="537"/>
                      <a:pt x="81" y="618"/>
                      <a:pt x="188" y="631"/>
                    </a:cubicBezTo>
                    <a:lnTo>
                      <a:pt x="1744" y="712"/>
                    </a:lnTo>
                    <a:lnTo>
                      <a:pt x="1757" y="712"/>
                    </a:lnTo>
                    <a:cubicBezTo>
                      <a:pt x="1811" y="712"/>
                      <a:pt x="1864" y="685"/>
                      <a:pt x="1891" y="658"/>
                    </a:cubicBezTo>
                    <a:cubicBezTo>
                      <a:pt x="1931" y="618"/>
                      <a:pt x="1958" y="564"/>
                      <a:pt x="1958" y="511"/>
                    </a:cubicBezTo>
                    <a:lnTo>
                      <a:pt x="1958" y="108"/>
                    </a:lnTo>
                    <a:lnTo>
                      <a:pt x="1784" y="108"/>
                    </a:lnTo>
                    <a:lnTo>
                      <a:pt x="1784" y="511"/>
                    </a:lnTo>
                    <a:cubicBezTo>
                      <a:pt x="1784" y="524"/>
                      <a:pt x="1784" y="524"/>
                      <a:pt x="1784" y="537"/>
                    </a:cubicBezTo>
                    <a:lnTo>
                      <a:pt x="1757" y="537"/>
                    </a:lnTo>
                    <a:lnTo>
                      <a:pt x="201" y="457"/>
                    </a:lnTo>
                    <a:cubicBezTo>
                      <a:pt x="188" y="457"/>
                      <a:pt x="175" y="443"/>
                      <a:pt x="175" y="430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9"/>
              <p:cNvSpPr/>
              <p:nvPr/>
            </p:nvSpPr>
            <p:spPr>
              <a:xfrm>
                <a:off x="4433725" y="2148288"/>
                <a:ext cx="100275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4011" h="2240" extrusionOk="0">
                    <a:moveTo>
                      <a:pt x="3930" y="0"/>
                    </a:moveTo>
                    <a:lnTo>
                      <a:pt x="3930" y="81"/>
                    </a:lnTo>
                    <a:lnTo>
                      <a:pt x="3930" y="2146"/>
                    </a:lnTo>
                    <a:lnTo>
                      <a:pt x="135" y="2159"/>
                    </a:lnTo>
                    <a:lnTo>
                      <a:pt x="1" y="2159"/>
                    </a:lnTo>
                    <a:lnTo>
                      <a:pt x="1" y="2240"/>
                    </a:lnTo>
                    <a:lnTo>
                      <a:pt x="135" y="2240"/>
                    </a:lnTo>
                    <a:lnTo>
                      <a:pt x="3944" y="2226"/>
                    </a:lnTo>
                    <a:lnTo>
                      <a:pt x="3930" y="2200"/>
                    </a:lnTo>
                    <a:lnTo>
                      <a:pt x="4011" y="2159"/>
                    </a:lnTo>
                    <a:lnTo>
                      <a:pt x="4011" y="81"/>
                    </a:lnTo>
                    <a:lnTo>
                      <a:pt x="40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4756275" y="2216338"/>
                <a:ext cx="106625" cy="101950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4078" extrusionOk="0">
                    <a:moveTo>
                      <a:pt x="0" y="1"/>
                    </a:moveTo>
                    <a:lnTo>
                      <a:pt x="0" y="81"/>
                    </a:lnTo>
                    <a:lnTo>
                      <a:pt x="1663" y="81"/>
                    </a:lnTo>
                    <a:lnTo>
                      <a:pt x="4158" y="4011"/>
                    </a:lnTo>
                    <a:lnTo>
                      <a:pt x="4198" y="4078"/>
                    </a:lnTo>
                    <a:lnTo>
                      <a:pt x="4265" y="4024"/>
                    </a:lnTo>
                    <a:lnTo>
                      <a:pt x="4252" y="3997"/>
                    </a:lnTo>
                    <a:lnTo>
                      <a:pt x="1717" y="27"/>
                    </a:lnTo>
                    <a:lnTo>
                      <a:pt x="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4428700" y="2302163"/>
                <a:ext cx="825150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33006" h="2710" extrusionOk="0">
                    <a:moveTo>
                      <a:pt x="32952" y="1"/>
                    </a:moveTo>
                    <a:cubicBezTo>
                      <a:pt x="31932" y="135"/>
                      <a:pt x="14350" y="2375"/>
                      <a:pt x="13170" y="2522"/>
                    </a:cubicBezTo>
                    <a:cubicBezTo>
                      <a:pt x="13130" y="2536"/>
                      <a:pt x="13117" y="2536"/>
                      <a:pt x="13117" y="2536"/>
                    </a:cubicBezTo>
                    <a:lnTo>
                      <a:pt x="13009" y="2536"/>
                    </a:lnTo>
                    <a:lnTo>
                      <a:pt x="94" y="2361"/>
                    </a:lnTo>
                    <a:lnTo>
                      <a:pt x="1" y="2361"/>
                    </a:lnTo>
                    <a:lnTo>
                      <a:pt x="1" y="2522"/>
                    </a:lnTo>
                    <a:lnTo>
                      <a:pt x="13117" y="2710"/>
                    </a:lnTo>
                    <a:cubicBezTo>
                      <a:pt x="13117" y="2710"/>
                      <a:pt x="31664" y="336"/>
                      <a:pt x="32952" y="175"/>
                    </a:cubicBezTo>
                    <a:lnTo>
                      <a:pt x="33005" y="175"/>
                    </a:lnTo>
                    <a:lnTo>
                      <a:pt x="3297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4443800" y="2102688"/>
                <a:ext cx="290375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1615" h="1033" extrusionOk="0">
                    <a:moveTo>
                      <a:pt x="0" y="0"/>
                    </a:moveTo>
                    <a:lnTo>
                      <a:pt x="0" y="54"/>
                    </a:lnTo>
                    <a:lnTo>
                      <a:pt x="0" y="845"/>
                    </a:lnTo>
                    <a:lnTo>
                      <a:pt x="11560" y="1033"/>
                    </a:lnTo>
                    <a:lnTo>
                      <a:pt x="11614" y="1033"/>
                    </a:lnTo>
                    <a:lnTo>
                      <a:pt x="11614" y="54"/>
                    </a:lnTo>
                    <a:lnTo>
                      <a:pt x="11614" y="14"/>
                    </a:lnTo>
                    <a:lnTo>
                      <a:pt x="11520" y="14"/>
                    </a:lnTo>
                    <a:lnTo>
                      <a:pt x="11520" y="54"/>
                    </a:lnTo>
                    <a:lnTo>
                      <a:pt x="11520" y="939"/>
                    </a:lnTo>
                    <a:lnTo>
                      <a:pt x="81" y="765"/>
                    </a:lnTo>
                    <a:lnTo>
                      <a:pt x="81" y="54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4422325" y="2322288"/>
                <a:ext cx="831525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33261" h="4252" extrusionOk="0">
                    <a:moveTo>
                      <a:pt x="33207" y="1"/>
                    </a:moveTo>
                    <a:lnTo>
                      <a:pt x="14056" y="2602"/>
                    </a:lnTo>
                    <a:lnTo>
                      <a:pt x="13117" y="4077"/>
                    </a:lnTo>
                    <a:lnTo>
                      <a:pt x="13103" y="4104"/>
                    </a:lnTo>
                    <a:lnTo>
                      <a:pt x="13090" y="4077"/>
                    </a:lnTo>
                    <a:lnTo>
                      <a:pt x="12111" y="2683"/>
                    </a:lnTo>
                    <a:lnTo>
                      <a:pt x="54" y="2669"/>
                    </a:lnTo>
                    <a:lnTo>
                      <a:pt x="1" y="2669"/>
                    </a:lnTo>
                    <a:lnTo>
                      <a:pt x="524" y="4077"/>
                    </a:lnTo>
                    <a:lnTo>
                      <a:pt x="551" y="4144"/>
                    </a:lnTo>
                    <a:lnTo>
                      <a:pt x="631" y="4118"/>
                    </a:lnTo>
                    <a:lnTo>
                      <a:pt x="618" y="4077"/>
                    </a:lnTo>
                    <a:lnTo>
                      <a:pt x="121" y="2750"/>
                    </a:lnTo>
                    <a:lnTo>
                      <a:pt x="12057" y="2777"/>
                    </a:lnTo>
                    <a:lnTo>
                      <a:pt x="12983" y="4077"/>
                    </a:lnTo>
                    <a:lnTo>
                      <a:pt x="13103" y="4252"/>
                    </a:lnTo>
                    <a:lnTo>
                      <a:pt x="13117" y="4252"/>
                    </a:lnTo>
                    <a:lnTo>
                      <a:pt x="13224" y="4064"/>
                    </a:lnTo>
                    <a:lnTo>
                      <a:pt x="14109" y="2683"/>
                    </a:lnTo>
                    <a:lnTo>
                      <a:pt x="33207" y="94"/>
                    </a:lnTo>
                    <a:lnTo>
                      <a:pt x="33260" y="81"/>
                    </a:lnTo>
                    <a:lnTo>
                      <a:pt x="332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29"/>
              <p:cNvSpPr/>
              <p:nvPr/>
            </p:nvSpPr>
            <p:spPr>
              <a:xfrm>
                <a:off x="4531975" y="2202263"/>
                <a:ext cx="223300" cy="89875"/>
              </a:xfrm>
              <a:custGeom>
                <a:avLst/>
                <a:gdLst/>
                <a:ahLst/>
                <a:cxnLst/>
                <a:rect l="l" t="t" r="r" b="b"/>
                <a:pathLst>
                  <a:path w="8932" h="3595" extrusionOk="0">
                    <a:moveTo>
                      <a:pt x="81" y="0"/>
                    </a:moveTo>
                    <a:lnTo>
                      <a:pt x="0" y="41"/>
                    </a:lnTo>
                    <a:lnTo>
                      <a:pt x="14" y="67"/>
                    </a:lnTo>
                    <a:lnTo>
                      <a:pt x="1623" y="3474"/>
                    </a:lnTo>
                    <a:lnTo>
                      <a:pt x="8878" y="3595"/>
                    </a:lnTo>
                    <a:lnTo>
                      <a:pt x="8932" y="3595"/>
                    </a:lnTo>
                    <a:lnTo>
                      <a:pt x="8932" y="3514"/>
                    </a:lnTo>
                    <a:lnTo>
                      <a:pt x="8878" y="3514"/>
                    </a:lnTo>
                    <a:lnTo>
                      <a:pt x="1677" y="3380"/>
                    </a:lnTo>
                    <a:lnTo>
                      <a:pt x="81" y="14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29"/>
              <p:cNvSpPr/>
              <p:nvPr/>
            </p:nvSpPr>
            <p:spPr>
              <a:xfrm>
                <a:off x="3395050" y="2100013"/>
                <a:ext cx="883475" cy="328575"/>
              </a:xfrm>
              <a:custGeom>
                <a:avLst/>
                <a:gdLst/>
                <a:ahLst/>
                <a:cxnLst/>
                <a:rect l="l" t="t" r="r" b="b"/>
                <a:pathLst>
                  <a:path w="35339" h="13143" extrusionOk="0">
                    <a:moveTo>
                      <a:pt x="21042" y="0"/>
                    </a:moveTo>
                    <a:lnTo>
                      <a:pt x="0" y="1368"/>
                    </a:lnTo>
                    <a:lnTo>
                      <a:pt x="0" y="1542"/>
                    </a:lnTo>
                    <a:lnTo>
                      <a:pt x="10582" y="845"/>
                    </a:lnTo>
                    <a:lnTo>
                      <a:pt x="10582" y="751"/>
                    </a:lnTo>
                    <a:lnTo>
                      <a:pt x="10756" y="751"/>
                    </a:lnTo>
                    <a:lnTo>
                      <a:pt x="10756" y="831"/>
                    </a:lnTo>
                    <a:lnTo>
                      <a:pt x="11091" y="818"/>
                    </a:lnTo>
                    <a:lnTo>
                      <a:pt x="11091" y="697"/>
                    </a:lnTo>
                    <a:lnTo>
                      <a:pt x="11252" y="697"/>
                    </a:lnTo>
                    <a:lnTo>
                      <a:pt x="11252" y="805"/>
                    </a:lnTo>
                    <a:lnTo>
                      <a:pt x="12875" y="697"/>
                    </a:lnTo>
                    <a:lnTo>
                      <a:pt x="12875" y="630"/>
                    </a:lnTo>
                    <a:lnTo>
                      <a:pt x="13036" y="630"/>
                    </a:lnTo>
                    <a:lnTo>
                      <a:pt x="13036" y="684"/>
                    </a:lnTo>
                    <a:lnTo>
                      <a:pt x="13371" y="671"/>
                    </a:lnTo>
                    <a:lnTo>
                      <a:pt x="13371" y="617"/>
                    </a:lnTo>
                    <a:lnTo>
                      <a:pt x="13545" y="617"/>
                    </a:lnTo>
                    <a:lnTo>
                      <a:pt x="13545" y="657"/>
                    </a:lnTo>
                    <a:lnTo>
                      <a:pt x="20962" y="174"/>
                    </a:lnTo>
                    <a:lnTo>
                      <a:pt x="20962" y="80"/>
                    </a:lnTo>
                    <a:lnTo>
                      <a:pt x="21136" y="80"/>
                    </a:lnTo>
                    <a:lnTo>
                      <a:pt x="21136" y="161"/>
                    </a:lnTo>
                    <a:lnTo>
                      <a:pt x="21927" y="161"/>
                    </a:lnTo>
                    <a:lnTo>
                      <a:pt x="21927" y="121"/>
                    </a:lnTo>
                    <a:lnTo>
                      <a:pt x="22008" y="121"/>
                    </a:lnTo>
                    <a:lnTo>
                      <a:pt x="22008" y="161"/>
                    </a:lnTo>
                    <a:lnTo>
                      <a:pt x="33461" y="161"/>
                    </a:lnTo>
                    <a:lnTo>
                      <a:pt x="33461" y="107"/>
                    </a:lnTo>
                    <a:lnTo>
                      <a:pt x="33541" y="107"/>
                    </a:lnTo>
                    <a:lnTo>
                      <a:pt x="33541" y="161"/>
                    </a:lnTo>
                    <a:lnTo>
                      <a:pt x="33850" y="161"/>
                    </a:lnTo>
                    <a:cubicBezTo>
                      <a:pt x="33836" y="751"/>
                      <a:pt x="33823" y="1301"/>
                      <a:pt x="33810" y="1810"/>
                    </a:cubicBezTo>
                    <a:lnTo>
                      <a:pt x="33890" y="1810"/>
                    </a:lnTo>
                    <a:lnTo>
                      <a:pt x="33890" y="1971"/>
                    </a:lnTo>
                    <a:lnTo>
                      <a:pt x="33810" y="1971"/>
                    </a:lnTo>
                    <a:cubicBezTo>
                      <a:pt x="33796" y="2468"/>
                      <a:pt x="33796" y="2964"/>
                      <a:pt x="33796" y="3460"/>
                    </a:cubicBezTo>
                    <a:cubicBezTo>
                      <a:pt x="33796" y="3675"/>
                      <a:pt x="33796" y="3876"/>
                      <a:pt x="33810" y="4090"/>
                    </a:cubicBezTo>
                    <a:lnTo>
                      <a:pt x="33930" y="4090"/>
                    </a:lnTo>
                    <a:lnTo>
                      <a:pt x="33930" y="4171"/>
                    </a:lnTo>
                    <a:lnTo>
                      <a:pt x="33810" y="4171"/>
                    </a:lnTo>
                    <a:cubicBezTo>
                      <a:pt x="33823" y="5847"/>
                      <a:pt x="33877" y="7537"/>
                      <a:pt x="33971" y="9200"/>
                    </a:cubicBezTo>
                    <a:lnTo>
                      <a:pt x="34051" y="9200"/>
                    </a:lnTo>
                    <a:lnTo>
                      <a:pt x="34051" y="9361"/>
                    </a:lnTo>
                    <a:lnTo>
                      <a:pt x="33984" y="9361"/>
                    </a:lnTo>
                    <a:cubicBezTo>
                      <a:pt x="33997" y="9723"/>
                      <a:pt x="34024" y="10085"/>
                      <a:pt x="34051" y="10447"/>
                    </a:cubicBezTo>
                    <a:lnTo>
                      <a:pt x="34145" y="10447"/>
                    </a:lnTo>
                    <a:lnTo>
                      <a:pt x="34145" y="10608"/>
                    </a:lnTo>
                    <a:lnTo>
                      <a:pt x="35110" y="10608"/>
                    </a:lnTo>
                    <a:cubicBezTo>
                      <a:pt x="34950" y="10984"/>
                      <a:pt x="34453" y="12124"/>
                      <a:pt x="34292" y="12968"/>
                    </a:cubicBezTo>
                    <a:lnTo>
                      <a:pt x="33877" y="12968"/>
                    </a:lnTo>
                    <a:lnTo>
                      <a:pt x="33850" y="13035"/>
                    </a:lnTo>
                    <a:lnTo>
                      <a:pt x="33769" y="13009"/>
                    </a:lnTo>
                    <a:lnTo>
                      <a:pt x="33783" y="12982"/>
                    </a:lnTo>
                    <a:lnTo>
                      <a:pt x="21404" y="12982"/>
                    </a:lnTo>
                    <a:lnTo>
                      <a:pt x="21297" y="13143"/>
                    </a:lnTo>
                    <a:lnTo>
                      <a:pt x="34359" y="13143"/>
                    </a:lnTo>
                    <a:cubicBezTo>
                      <a:pt x="34386" y="13143"/>
                      <a:pt x="34400" y="13129"/>
                      <a:pt x="34413" y="13116"/>
                    </a:cubicBezTo>
                    <a:cubicBezTo>
                      <a:pt x="34426" y="13103"/>
                      <a:pt x="34440" y="13089"/>
                      <a:pt x="34440" y="13076"/>
                    </a:cubicBezTo>
                    <a:cubicBezTo>
                      <a:pt x="34587" y="12217"/>
                      <a:pt x="35124" y="10997"/>
                      <a:pt x="35285" y="10662"/>
                    </a:cubicBezTo>
                    <a:cubicBezTo>
                      <a:pt x="35312" y="10608"/>
                      <a:pt x="35325" y="10568"/>
                      <a:pt x="35325" y="10568"/>
                    </a:cubicBezTo>
                    <a:cubicBezTo>
                      <a:pt x="35338" y="10541"/>
                      <a:pt x="35325" y="10528"/>
                      <a:pt x="35325" y="10501"/>
                    </a:cubicBezTo>
                    <a:cubicBezTo>
                      <a:pt x="35325" y="10501"/>
                      <a:pt x="35325" y="10487"/>
                      <a:pt x="35325" y="10487"/>
                    </a:cubicBezTo>
                    <a:cubicBezTo>
                      <a:pt x="35298" y="10461"/>
                      <a:pt x="35271" y="10447"/>
                      <a:pt x="35245" y="10447"/>
                    </a:cubicBezTo>
                    <a:lnTo>
                      <a:pt x="34225" y="10447"/>
                    </a:lnTo>
                    <a:cubicBezTo>
                      <a:pt x="34212" y="10313"/>
                      <a:pt x="34198" y="10179"/>
                      <a:pt x="34198" y="10031"/>
                    </a:cubicBezTo>
                    <a:cubicBezTo>
                      <a:pt x="34172" y="9777"/>
                      <a:pt x="34158" y="9535"/>
                      <a:pt x="34145" y="9280"/>
                    </a:cubicBezTo>
                    <a:cubicBezTo>
                      <a:pt x="34024" y="7349"/>
                      <a:pt x="33971" y="5405"/>
                      <a:pt x="33971" y="3460"/>
                    </a:cubicBezTo>
                    <a:cubicBezTo>
                      <a:pt x="33971" y="2937"/>
                      <a:pt x="33971" y="2414"/>
                      <a:pt x="33984" y="1891"/>
                    </a:cubicBezTo>
                    <a:cubicBezTo>
                      <a:pt x="33984" y="1636"/>
                      <a:pt x="33997" y="1355"/>
                      <a:pt x="33997" y="1086"/>
                    </a:cubicBezTo>
                    <a:cubicBezTo>
                      <a:pt x="33997" y="1046"/>
                      <a:pt x="33997" y="1019"/>
                      <a:pt x="33997" y="992"/>
                    </a:cubicBezTo>
                    <a:cubicBezTo>
                      <a:pt x="33997" y="912"/>
                      <a:pt x="34011" y="818"/>
                      <a:pt x="34011" y="738"/>
                    </a:cubicBezTo>
                    <a:cubicBezTo>
                      <a:pt x="34011" y="523"/>
                      <a:pt x="34024" y="308"/>
                      <a:pt x="34024" y="94"/>
                    </a:cubicBezTo>
                    <a:cubicBezTo>
                      <a:pt x="34024" y="67"/>
                      <a:pt x="34024" y="40"/>
                      <a:pt x="34011" y="27"/>
                    </a:cubicBezTo>
                    <a:cubicBezTo>
                      <a:pt x="33997" y="13"/>
                      <a:pt x="33984" y="13"/>
                      <a:pt x="33984" y="13"/>
                    </a:cubicBezTo>
                    <a:cubicBezTo>
                      <a:pt x="33971" y="0"/>
                      <a:pt x="33957" y="0"/>
                      <a:pt x="33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29"/>
              <p:cNvSpPr/>
              <p:nvPr/>
            </p:nvSpPr>
            <p:spPr>
              <a:xfrm>
                <a:off x="3395375" y="2350113"/>
                <a:ext cx="531775" cy="78475"/>
              </a:xfrm>
              <a:custGeom>
                <a:avLst/>
                <a:gdLst/>
                <a:ahLst/>
                <a:cxnLst/>
                <a:rect l="l" t="t" r="r" b="b"/>
                <a:pathLst>
                  <a:path w="21271" h="313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1" y="81"/>
                    </a:lnTo>
                    <a:lnTo>
                      <a:pt x="1" y="175"/>
                    </a:lnTo>
                    <a:lnTo>
                      <a:pt x="21029" y="3112"/>
                    </a:lnTo>
                    <a:lnTo>
                      <a:pt x="21230" y="3139"/>
                    </a:lnTo>
                    <a:lnTo>
                      <a:pt x="21271" y="3139"/>
                    </a:lnTo>
                    <a:lnTo>
                      <a:pt x="21150" y="295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29"/>
              <p:cNvSpPr/>
              <p:nvPr/>
            </p:nvSpPr>
            <p:spPr>
              <a:xfrm>
                <a:off x="3926800" y="2424213"/>
                <a:ext cx="1025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41" h="28" extrusionOk="0">
                    <a:moveTo>
                      <a:pt x="0" y="0"/>
                    </a:moveTo>
                    <a:lnTo>
                      <a:pt x="14" y="27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29"/>
              <p:cNvSpPr/>
              <p:nvPr/>
            </p:nvSpPr>
            <p:spPr>
              <a:xfrm>
                <a:off x="4568525" y="2183138"/>
                <a:ext cx="4662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1879" extrusionOk="0">
                    <a:moveTo>
                      <a:pt x="925" y="175"/>
                    </a:moveTo>
                    <a:cubicBezTo>
                      <a:pt x="1355" y="175"/>
                      <a:pt x="1703" y="511"/>
                      <a:pt x="1703" y="940"/>
                    </a:cubicBezTo>
                    <a:cubicBezTo>
                      <a:pt x="1703" y="1355"/>
                      <a:pt x="1355" y="1704"/>
                      <a:pt x="925" y="1704"/>
                    </a:cubicBezTo>
                    <a:cubicBezTo>
                      <a:pt x="510" y="1704"/>
                      <a:pt x="161" y="1355"/>
                      <a:pt x="161" y="940"/>
                    </a:cubicBezTo>
                    <a:cubicBezTo>
                      <a:pt x="161" y="511"/>
                      <a:pt x="510" y="175"/>
                      <a:pt x="925" y="175"/>
                    </a:cubicBezTo>
                    <a:close/>
                    <a:moveTo>
                      <a:pt x="925" y="1"/>
                    </a:moveTo>
                    <a:cubicBezTo>
                      <a:pt x="416" y="1"/>
                      <a:pt x="0" y="430"/>
                      <a:pt x="0" y="940"/>
                    </a:cubicBezTo>
                    <a:cubicBezTo>
                      <a:pt x="0" y="1463"/>
                      <a:pt x="416" y="1878"/>
                      <a:pt x="925" y="1878"/>
                    </a:cubicBezTo>
                    <a:cubicBezTo>
                      <a:pt x="1448" y="1878"/>
                      <a:pt x="1864" y="1463"/>
                      <a:pt x="1864" y="940"/>
                    </a:cubicBezTo>
                    <a:cubicBezTo>
                      <a:pt x="1864" y="430"/>
                      <a:pt x="1448" y="1"/>
                      <a:pt x="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9"/>
              <p:cNvSpPr/>
              <p:nvPr/>
            </p:nvSpPr>
            <p:spPr>
              <a:xfrm>
                <a:off x="4062250" y="2183138"/>
                <a:ext cx="4662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1879" extrusionOk="0">
                    <a:moveTo>
                      <a:pt x="926" y="175"/>
                    </a:moveTo>
                    <a:cubicBezTo>
                      <a:pt x="1355" y="175"/>
                      <a:pt x="1703" y="511"/>
                      <a:pt x="1703" y="940"/>
                    </a:cubicBezTo>
                    <a:cubicBezTo>
                      <a:pt x="1703" y="1369"/>
                      <a:pt x="1355" y="1704"/>
                      <a:pt x="926" y="1704"/>
                    </a:cubicBezTo>
                    <a:cubicBezTo>
                      <a:pt x="510" y="1704"/>
                      <a:pt x="161" y="1369"/>
                      <a:pt x="161" y="940"/>
                    </a:cubicBezTo>
                    <a:cubicBezTo>
                      <a:pt x="161" y="511"/>
                      <a:pt x="510" y="175"/>
                      <a:pt x="926" y="175"/>
                    </a:cubicBezTo>
                    <a:close/>
                    <a:moveTo>
                      <a:pt x="926" y="1"/>
                    </a:moveTo>
                    <a:cubicBezTo>
                      <a:pt x="416" y="1"/>
                      <a:pt x="0" y="430"/>
                      <a:pt x="0" y="940"/>
                    </a:cubicBezTo>
                    <a:cubicBezTo>
                      <a:pt x="0" y="1463"/>
                      <a:pt x="416" y="1878"/>
                      <a:pt x="926" y="1878"/>
                    </a:cubicBezTo>
                    <a:cubicBezTo>
                      <a:pt x="1449" y="1878"/>
                      <a:pt x="1864" y="1463"/>
                      <a:pt x="1864" y="940"/>
                    </a:cubicBezTo>
                    <a:cubicBezTo>
                      <a:pt x="1864" y="430"/>
                      <a:pt x="1449" y="1"/>
                      <a:pt x="9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9"/>
              <p:cNvSpPr/>
              <p:nvPr/>
            </p:nvSpPr>
            <p:spPr>
              <a:xfrm>
                <a:off x="3391025" y="2136213"/>
                <a:ext cx="4375" cy="21595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8638" extrusionOk="0">
                    <a:moveTo>
                      <a:pt x="94" y="6464"/>
                    </a:moveTo>
                    <a:lnTo>
                      <a:pt x="81" y="6639"/>
                    </a:lnTo>
                    <a:lnTo>
                      <a:pt x="41" y="6625"/>
                    </a:lnTo>
                    <a:lnTo>
                      <a:pt x="54" y="6464"/>
                    </a:lnTo>
                    <a:close/>
                    <a:moveTo>
                      <a:pt x="0" y="0"/>
                    </a:moveTo>
                    <a:lnTo>
                      <a:pt x="0" y="8637"/>
                    </a:lnTo>
                    <a:lnTo>
                      <a:pt x="175" y="8624"/>
                    </a:lnTo>
                    <a:lnTo>
                      <a:pt x="175" y="8154"/>
                    </a:lnTo>
                    <a:lnTo>
                      <a:pt x="81" y="8154"/>
                    </a:lnTo>
                    <a:lnTo>
                      <a:pt x="81" y="8074"/>
                    </a:lnTo>
                    <a:lnTo>
                      <a:pt x="175" y="8074"/>
                    </a:lnTo>
                    <a:lnTo>
                      <a:pt x="175" y="2870"/>
                    </a:lnTo>
                    <a:lnTo>
                      <a:pt x="81" y="2870"/>
                    </a:lnTo>
                    <a:lnTo>
                      <a:pt x="81" y="2790"/>
                    </a:lnTo>
                    <a:lnTo>
                      <a:pt x="175" y="2790"/>
                    </a:lnTo>
                    <a:lnTo>
                      <a:pt x="175" y="845"/>
                    </a:lnTo>
                    <a:lnTo>
                      <a:pt x="81" y="845"/>
                    </a:lnTo>
                    <a:lnTo>
                      <a:pt x="81" y="684"/>
                    </a:lnTo>
                    <a:lnTo>
                      <a:pt x="175" y="684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29"/>
              <p:cNvSpPr/>
              <p:nvPr/>
            </p:nvSpPr>
            <p:spPr>
              <a:xfrm>
                <a:off x="3356825" y="2116713"/>
                <a:ext cx="38250" cy="253550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0142" extrusionOk="0">
                    <a:moveTo>
                      <a:pt x="1130" y="0"/>
                    </a:moveTo>
                    <a:cubicBezTo>
                      <a:pt x="1116" y="0"/>
                      <a:pt x="1101" y="1"/>
                      <a:pt x="1087" y="3"/>
                    </a:cubicBezTo>
                    <a:cubicBezTo>
                      <a:pt x="483" y="43"/>
                      <a:pt x="0" y="633"/>
                      <a:pt x="0" y="1344"/>
                    </a:cubicBezTo>
                    <a:lnTo>
                      <a:pt x="0" y="9337"/>
                    </a:lnTo>
                    <a:cubicBezTo>
                      <a:pt x="0" y="9712"/>
                      <a:pt x="228" y="10021"/>
                      <a:pt x="550" y="10074"/>
                    </a:cubicBezTo>
                    <a:lnTo>
                      <a:pt x="899" y="10128"/>
                    </a:lnTo>
                    <a:cubicBezTo>
                      <a:pt x="926" y="10128"/>
                      <a:pt x="953" y="10141"/>
                      <a:pt x="979" y="10141"/>
                    </a:cubicBezTo>
                    <a:cubicBezTo>
                      <a:pt x="1127" y="10141"/>
                      <a:pt x="1261" y="10074"/>
                      <a:pt x="1368" y="9980"/>
                    </a:cubicBezTo>
                    <a:cubicBezTo>
                      <a:pt x="1476" y="9873"/>
                      <a:pt x="1529" y="9739"/>
                      <a:pt x="1529" y="9578"/>
                    </a:cubicBezTo>
                    <a:lnTo>
                      <a:pt x="1529" y="9417"/>
                    </a:lnTo>
                    <a:lnTo>
                      <a:pt x="1368" y="9417"/>
                    </a:lnTo>
                    <a:lnTo>
                      <a:pt x="1368" y="9578"/>
                    </a:lnTo>
                    <a:cubicBezTo>
                      <a:pt x="1368" y="9685"/>
                      <a:pt x="1328" y="9779"/>
                      <a:pt x="1261" y="9860"/>
                    </a:cubicBezTo>
                    <a:cubicBezTo>
                      <a:pt x="1181" y="9927"/>
                      <a:pt x="1087" y="9967"/>
                      <a:pt x="979" y="9967"/>
                    </a:cubicBezTo>
                    <a:lnTo>
                      <a:pt x="926" y="9967"/>
                    </a:lnTo>
                    <a:lnTo>
                      <a:pt x="590" y="9913"/>
                    </a:lnTo>
                    <a:cubicBezTo>
                      <a:pt x="389" y="9873"/>
                      <a:pt x="242" y="9712"/>
                      <a:pt x="188" y="9511"/>
                    </a:cubicBezTo>
                    <a:lnTo>
                      <a:pt x="161" y="9524"/>
                    </a:lnTo>
                    <a:lnTo>
                      <a:pt x="121" y="9457"/>
                    </a:lnTo>
                    <a:lnTo>
                      <a:pt x="175" y="9417"/>
                    </a:lnTo>
                    <a:cubicBezTo>
                      <a:pt x="175" y="9390"/>
                      <a:pt x="175" y="9363"/>
                      <a:pt x="175" y="9337"/>
                    </a:cubicBezTo>
                    <a:lnTo>
                      <a:pt x="175" y="1344"/>
                    </a:lnTo>
                    <a:cubicBezTo>
                      <a:pt x="175" y="780"/>
                      <a:pt x="497" y="311"/>
                      <a:pt x="953" y="190"/>
                    </a:cubicBezTo>
                    <a:lnTo>
                      <a:pt x="953" y="110"/>
                    </a:lnTo>
                    <a:lnTo>
                      <a:pt x="1033" y="110"/>
                    </a:lnTo>
                    <a:lnTo>
                      <a:pt x="1033" y="177"/>
                    </a:lnTo>
                    <a:cubicBezTo>
                      <a:pt x="1060" y="177"/>
                      <a:pt x="1087" y="163"/>
                      <a:pt x="1100" y="163"/>
                    </a:cubicBezTo>
                    <a:lnTo>
                      <a:pt x="1127" y="163"/>
                    </a:lnTo>
                    <a:cubicBezTo>
                      <a:pt x="1261" y="163"/>
                      <a:pt x="1368" y="271"/>
                      <a:pt x="1368" y="405"/>
                    </a:cubicBezTo>
                    <a:lnTo>
                      <a:pt x="1368" y="727"/>
                    </a:lnTo>
                    <a:lnTo>
                      <a:pt x="1529" y="727"/>
                    </a:lnTo>
                    <a:lnTo>
                      <a:pt x="1529" y="405"/>
                    </a:lnTo>
                    <a:cubicBezTo>
                      <a:pt x="1529" y="191"/>
                      <a:pt x="1352" y="0"/>
                      <a:pt x="11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29"/>
              <p:cNvSpPr/>
              <p:nvPr/>
            </p:nvSpPr>
            <p:spPr>
              <a:xfrm>
                <a:off x="3919075" y="2333688"/>
                <a:ext cx="440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75" extrusionOk="0">
                    <a:moveTo>
                      <a:pt x="1" y="0"/>
                    </a:moveTo>
                    <a:lnTo>
                      <a:pt x="1" y="1261"/>
                    </a:lnTo>
                    <a:cubicBezTo>
                      <a:pt x="54" y="1275"/>
                      <a:pt x="81" y="1275"/>
                      <a:pt x="81" y="1275"/>
                    </a:cubicBezTo>
                    <a:lnTo>
                      <a:pt x="175" y="1275"/>
                    </a:lnTo>
                    <a:lnTo>
                      <a:pt x="175" y="14"/>
                    </a:lnTo>
                    <a:lnTo>
                      <a:pt x="148" y="14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29"/>
              <p:cNvSpPr/>
              <p:nvPr/>
            </p:nvSpPr>
            <p:spPr>
              <a:xfrm>
                <a:off x="3919075" y="2102013"/>
                <a:ext cx="4400" cy="463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852" extrusionOk="0">
                    <a:moveTo>
                      <a:pt x="1" y="0"/>
                    </a:moveTo>
                    <a:lnTo>
                      <a:pt x="1" y="94"/>
                    </a:lnTo>
                    <a:lnTo>
                      <a:pt x="1" y="1851"/>
                    </a:lnTo>
                    <a:lnTo>
                      <a:pt x="175" y="1851"/>
                    </a:lnTo>
                    <a:lnTo>
                      <a:pt x="175" y="81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29"/>
              <p:cNvSpPr/>
              <p:nvPr/>
            </p:nvSpPr>
            <p:spPr>
              <a:xfrm>
                <a:off x="3919075" y="2152313"/>
                <a:ext cx="4400" cy="17737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7095" extrusionOk="0">
                    <a:moveTo>
                      <a:pt x="1" y="0"/>
                    </a:moveTo>
                    <a:lnTo>
                      <a:pt x="1" y="2562"/>
                    </a:lnTo>
                    <a:lnTo>
                      <a:pt x="81" y="2562"/>
                    </a:lnTo>
                    <a:lnTo>
                      <a:pt x="81" y="2642"/>
                    </a:lnTo>
                    <a:lnTo>
                      <a:pt x="1" y="2642"/>
                    </a:lnTo>
                    <a:lnTo>
                      <a:pt x="1" y="7081"/>
                    </a:lnTo>
                    <a:lnTo>
                      <a:pt x="162" y="7095"/>
                    </a:lnTo>
                    <a:lnTo>
                      <a:pt x="175" y="7095"/>
                    </a:lnTo>
                    <a:lnTo>
                      <a:pt x="175" y="5593"/>
                    </a:lnTo>
                    <a:lnTo>
                      <a:pt x="108" y="5593"/>
                    </a:lnTo>
                    <a:lnTo>
                      <a:pt x="108" y="5512"/>
                    </a:lnTo>
                    <a:lnTo>
                      <a:pt x="175" y="5512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9"/>
              <p:cNvSpPr/>
              <p:nvPr/>
            </p:nvSpPr>
            <p:spPr>
              <a:xfrm>
                <a:off x="3391025" y="2351788"/>
                <a:ext cx="4375" cy="375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5" extrusionOk="0">
                    <a:moveTo>
                      <a:pt x="175" y="1"/>
                    </a:moveTo>
                    <a:lnTo>
                      <a:pt x="0" y="14"/>
                    </a:lnTo>
                    <a:lnTo>
                      <a:pt x="175" y="14"/>
                    </a:ln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9"/>
              <p:cNvSpPr/>
              <p:nvPr/>
            </p:nvSpPr>
            <p:spPr>
              <a:xfrm>
                <a:off x="3391025" y="2134863"/>
                <a:ext cx="4375" cy="1375"/>
              </a:xfrm>
              <a:custGeom>
                <a:avLst/>
                <a:gdLst/>
                <a:ahLst/>
                <a:cxnLst/>
                <a:rect l="l" t="t" r="r" b="b"/>
                <a:pathLst>
                  <a:path w="175" h="55" extrusionOk="0">
                    <a:moveTo>
                      <a:pt x="0" y="1"/>
                    </a:moveTo>
                    <a:lnTo>
                      <a:pt x="0" y="54"/>
                    </a:lnTo>
                    <a:lnTo>
                      <a:pt x="175" y="54"/>
                    </a:ln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29"/>
              <p:cNvSpPr/>
              <p:nvPr/>
            </p:nvSpPr>
            <p:spPr>
              <a:xfrm>
                <a:off x="3393025" y="2144938"/>
                <a:ext cx="849625" cy="12425"/>
              </a:xfrm>
              <a:custGeom>
                <a:avLst/>
                <a:gdLst/>
                <a:ahLst/>
                <a:cxnLst/>
                <a:rect l="l" t="t" r="r" b="b"/>
                <a:pathLst>
                  <a:path w="33985" h="497" extrusionOk="0">
                    <a:moveTo>
                      <a:pt x="33904" y="0"/>
                    </a:moveTo>
                    <a:lnTo>
                      <a:pt x="21217" y="134"/>
                    </a:lnTo>
                    <a:lnTo>
                      <a:pt x="21043" y="134"/>
                    </a:lnTo>
                    <a:lnTo>
                      <a:pt x="95" y="335"/>
                    </a:lnTo>
                    <a:lnTo>
                      <a:pt x="1" y="335"/>
                    </a:lnTo>
                    <a:lnTo>
                      <a:pt x="1" y="496"/>
                    </a:lnTo>
                    <a:lnTo>
                      <a:pt x="95" y="496"/>
                    </a:lnTo>
                    <a:lnTo>
                      <a:pt x="21043" y="295"/>
                    </a:lnTo>
                    <a:lnTo>
                      <a:pt x="21217" y="295"/>
                    </a:lnTo>
                    <a:lnTo>
                      <a:pt x="30001" y="215"/>
                    </a:lnTo>
                    <a:lnTo>
                      <a:pt x="30001" y="134"/>
                    </a:lnTo>
                    <a:lnTo>
                      <a:pt x="30095" y="134"/>
                    </a:lnTo>
                    <a:lnTo>
                      <a:pt x="30095" y="215"/>
                    </a:lnTo>
                    <a:lnTo>
                      <a:pt x="33891" y="174"/>
                    </a:lnTo>
                    <a:lnTo>
                      <a:pt x="33984" y="174"/>
                    </a:lnTo>
                    <a:lnTo>
                      <a:pt x="339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29"/>
              <p:cNvSpPr/>
              <p:nvPr/>
            </p:nvSpPr>
            <p:spPr>
              <a:xfrm>
                <a:off x="3391700" y="2297813"/>
                <a:ext cx="1350" cy="40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62" extrusionOk="0">
                    <a:moveTo>
                      <a:pt x="27" y="0"/>
                    </a:moveTo>
                    <a:lnTo>
                      <a:pt x="0" y="161"/>
                    </a:lnTo>
                    <a:lnTo>
                      <a:pt x="40" y="161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29"/>
              <p:cNvSpPr/>
              <p:nvPr/>
            </p:nvSpPr>
            <p:spPr>
              <a:xfrm>
                <a:off x="3424875" y="2268313"/>
                <a:ext cx="821450" cy="65725"/>
              </a:xfrm>
              <a:custGeom>
                <a:avLst/>
                <a:gdLst/>
                <a:ahLst/>
                <a:cxnLst/>
                <a:rect l="l" t="t" r="r" b="b"/>
                <a:pathLst>
                  <a:path w="32858" h="2629" extrusionOk="0">
                    <a:moveTo>
                      <a:pt x="1" y="0"/>
                    </a:moveTo>
                    <a:lnTo>
                      <a:pt x="1" y="175"/>
                    </a:lnTo>
                    <a:lnTo>
                      <a:pt x="19769" y="2615"/>
                    </a:lnTo>
                    <a:lnTo>
                      <a:pt x="19849" y="2615"/>
                    </a:lnTo>
                    <a:lnTo>
                      <a:pt x="19916" y="2629"/>
                    </a:lnTo>
                    <a:lnTo>
                      <a:pt x="32858" y="2629"/>
                    </a:lnTo>
                    <a:lnTo>
                      <a:pt x="32858" y="2455"/>
                    </a:lnTo>
                    <a:lnTo>
                      <a:pt x="19930" y="2455"/>
                    </a:lnTo>
                    <a:lnTo>
                      <a:pt x="19769" y="2441"/>
                    </a:lnTo>
                    <a:lnTo>
                      <a:pt x="15692" y="1932"/>
                    </a:lnTo>
                    <a:lnTo>
                      <a:pt x="15652" y="1999"/>
                    </a:lnTo>
                    <a:lnTo>
                      <a:pt x="15584" y="1945"/>
                    </a:lnTo>
                    <a:lnTo>
                      <a:pt x="15598" y="191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29"/>
              <p:cNvSpPr/>
              <p:nvPr/>
            </p:nvSpPr>
            <p:spPr>
              <a:xfrm>
                <a:off x="3659575" y="2115413"/>
                <a:ext cx="741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1061" extrusionOk="0">
                    <a:moveTo>
                      <a:pt x="2790" y="1"/>
                    </a:moveTo>
                    <a:lnTo>
                      <a:pt x="2790" y="671"/>
                    </a:lnTo>
                    <a:cubicBezTo>
                      <a:pt x="2790" y="725"/>
                      <a:pt x="2750" y="765"/>
                      <a:pt x="2710" y="765"/>
                    </a:cubicBezTo>
                    <a:lnTo>
                      <a:pt x="269" y="886"/>
                    </a:lnTo>
                    <a:cubicBezTo>
                      <a:pt x="242" y="886"/>
                      <a:pt x="215" y="886"/>
                      <a:pt x="202" y="859"/>
                    </a:cubicBezTo>
                    <a:cubicBezTo>
                      <a:pt x="188" y="846"/>
                      <a:pt x="175" y="819"/>
                      <a:pt x="175" y="792"/>
                    </a:cubicBezTo>
                    <a:lnTo>
                      <a:pt x="175" y="122"/>
                    </a:lnTo>
                    <a:lnTo>
                      <a:pt x="1" y="122"/>
                    </a:lnTo>
                    <a:lnTo>
                      <a:pt x="1" y="792"/>
                    </a:lnTo>
                    <a:cubicBezTo>
                      <a:pt x="1" y="873"/>
                      <a:pt x="27" y="940"/>
                      <a:pt x="81" y="980"/>
                    </a:cubicBezTo>
                    <a:cubicBezTo>
                      <a:pt x="135" y="1034"/>
                      <a:pt x="202" y="1060"/>
                      <a:pt x="269" y="1060"/>
                    </a:cubicBezTo>
                    <a:lnTo>
                      <a:pt x="282" y="1060"/>
                    </a:lnTo>
                    <a:lnTo>
                      <a:pt x="2710" y="926"/>
                    </a:lnTo>
                    <a:cubicBezTo>
                      <a:pt x="2857" y="926"/>
                      <a:pt x="2964" y="806"/>
                      <a:pt x="2964" y="671"/>
                    </a:cubicBezTo>
                    <a:lnTo>
                      <a:pt x="296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29"/>
              <p:cNvSpPr/>
              <p:nvPr/>
            </p:nvSpPr>
            <p:spPr>
              <a:xfrm>
                <a:off x="3672325" y="2117438"/>
                <a:ext cx="4050" cy="70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8" extrusionOk="0">
                    <a:moveTo>
                      <a:pt x="0" y="0"/>
                    </a:moveTo>
                    <a:lnTo>
                      <a:pt x="0" y="27"/>
                    </a:lnTo>
                    <a:lnTo>
                      <a:pt x="161" y="2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29"/>
              <p:cNvSpPr/>
              <p:nvPr/>
            </p:nvSpPr>
            <p:spPr>
              <a:xfrm>
                <a:off x="3672325" y="2115413"/>
                <a:ext cx="4862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1945" h="712" extrusionOk="0">
                    <a:moveTo>
                      <a:pt x="1784" y="1"/>
                    </a:moveTo>
                    <a:lnTo>
                      <a:pt x="1784" y="430"/>
                    </a:lnTo>
                    <a:cubicBezTo>
                      <a:pt x="1784" y="443"/>
                      <a:pt x="1770" y="457"/>
                      <a:pt x="1757" y="457"/>
                    </a:cubicBezTo>
                    <a:lnTo>
                      <a:pt x="201" y="537"/>
                    </a:lnTo>
                    <a:lnTo>
                      <a:pt x="175" y="537"/>
                    </a:lnTo>
                    <a:cubicBezTo>
                      <a:pt x="175" y="524"/>
                      <a:pt x="161" y="524"/>
                      <a:pt x="161" y="511"/>
                    </a:cubicBezTo>
                    <a:lnTo>
                      <a:pt x="161" y="108"/>
                    </a:lnTo>
                    <a:lnTo>
                      <a:pt x="0" y="108"/>
                    </a:lnTo>
                    <a:lnTo>
                      <a:pt x="0" y="511"/>
                    </a:lnTo>
                    <a:cubicBezTo>
                      <a:pt x="0" y="564"/>
                      <a:pt x="14" y="618"/>
                      <a:pt x="54" y="658"/>
                    </a:cubicBezTo>
                    <a:cubicBezTo>
                      <a:pt x="94" y="685"/>
                      <a:pt x="148" y="712"/>
                      <a:pt x="201" y="712"/>
                    </a:cubicBezTo>
                    <a:lnTo>
                      <a:pt x="1757" y="631"/>
                    </a:lnTo>
                    <a:cubicBezTo>
                      <a:pt x="1864" y="618"/>
                      <a:pt x="1945" y="537"/>
                      <a:pt x="1945" y="430"/>
                    </a:cubicBezTo>
                    <a:lnTo>
                      <a:pt x="194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29"/>
              <p:cNvSpPr/>
              <p:nvPr/>
            </p:nvSpPr>
            <p:spPr>
              <a:xfrm>
                <a:off x="4143050" y="2148288"/>
                <a:ext cx="100600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4024" h="2240" extrusionOk="0">
                    <a:moveTo>
                      <a:pt x="0" y="0"/>
                    </a:moveTo>
                    <a:lnTo>
                      <a:pt x="0" y="81"/>
                    </a:lnTo>
                    <a:lnTo>
                      <a:pt x="0" y="2173"/>
                    </a:lnTo>
                    <a:lnTo>
                      <a:pt x="14" y="2159"/>
                    </a:lnTo>
                    <a:lnTo>
                      <a:pt x="81" y="2200"/>
                    </a:lnTo>
                    <a:lnTo>
                      <a:pt x="67" y="2226"/>
                    </a:lnTo>
                    <a:lnTo>
                      <a:pt x="3890" y="2240"/>
                    </a:lnTo>
                    <a:lnTo>
                      <a:pt x="4024" y="2240"/>
                    </a:lnTo>
                    <a:lnTo>
                      <a:pt x="4024" y="2159"/>
                    </a:lnTo>
                    <a:lnTo>
                      <a:pt x="3890" y="2159"/>
                    </a:lnTo>
                    <a:lnTo>
                      <a:pt x="94" y="2146"/>
                    </a:lnTo>
                    <a:lnTo>
                      <a:pt x="94" y="81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29"/>
              <p:cNvSpPr/>
              <p:nvPr/>
            </p:nvSpPr>
            <p:spPr>
              <a:xfrm>
                <a:off x="3814475" y="2216338"/>
                <a:ext cx="106650" cy="101950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4078" extrusionOk="0">
                    <a:moveTo>
                      <a:pt x="2549" y="1"/>
                    </a:moveTo>
                    <a:lnTo>
                      <a:pt x="14" y="3997"/>
                    </a:lnTo>
                    <a:lnTo>
                      <a:pt x="0" y="4024"/>
                    </a:lnTo>
                    <a:lnTo>
                      <a:pt x="68" y="4078"/>
                    </a:lnTo>
                    <a:lnTo>
                      <a:pt x="108" y="4011"/>
                    </a:lnTo>
                    <a:lnTo>
                      <a:pt x="2602" y="81"/>
                    </a:lnTo>
                    <a:lnTo>
                      <a:pt x="4265" y="81"/>
                    </a:lnTo>
                    <a:lnTo>
                      <a:pt x="42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29"/>
              <p:cNvSpPr/>
              <p:nvPr/>
            </p:nvSpPr>
            <p:spPr>
              <a:xfrm>
                <a:off x="3393025" y="2205938"/>
                <a:ext cx="31875" cy="134150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5366" extrusionOk="0">
                    <a:moveTo>
                      <a:pt x="1" y="1"/>
                    </a:moveTo>
                    <a:lnTo>
                      <a:pt x="1" y="81"/>
                    </a:lnTo>
                    <a:lnTo>
                      <a:pt x="1194" y="81"/>
                    </a:lnTo>
                    <a:lnTo>
                      <a:pt x="1194" y="5285"/>
                    </a:lnTo>
                    <a:lnTo>
                      <a:pt x="1" y="5285"/>
                    </a:lnTo>
                    <a:lnTo>
                      <a:pt x="1" y="5365"/>
                    </a:lnTo>
                    <a:lnTo>
                      <a:pt x="1275" y="5365"/>
                    </a:lnTo>
                    <a:lnTo>
                      <a:pt x="1275" y="4748"/>
                    </a:lnTo>
                    <a:lnTo>
                      <a:pt x="1221" y="4735"/>
                    </a:lnTo>
                    <a:lnTo>
                      <a:pt x="1235" y="4655"/>
                    </a:lnTo>
                    <a:lnTo>
                      <a:pt x="1275" y="4655"/>
                    </a:lnTo>
                    <a:lnTo>
                      <a:pt x="1275" y="4024"/>
                    </a:lnTo>
                    <a:lnTo>
                      <a:pt x="1221" y="4024"/>
                    </a:lnTo>
                    <a:lnTo>
                      <a:pt x="1248" y="3850"/>
                    </a:lnTo>
                    <a:lnTo>
                      <a:pt x="1275" y="3850"/>
                    </a:lnTo>
                    <a:lnTo>
                      <a:pt x="12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29"/>
              <p:cNvSpPr/>
              <p:nvPr/>
            </p:nvSpPr>
            <p:spPr>
              <a:xfrm>
                <a:off x="3423550" y="2302163"/>
                <a:ext cx="82512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33005" h="2710" extrusionOk="0">
                    <a:moveTo>
                      <a:pt x="27" y="1"/>
                    </a:moveTo>
                    <a:lnTo>
                      <a:pt x="0" y="175"/>
                    </a:lnTo>
                    <a:lnTo>
                      <a:pt x="54" y="175"/>
                    </a:lnTo>
                    <a:cubicBezTo>
                      <a:pt x="1341" y="336"/>
                      <a:pt x="19875" y="2710"/>
                      <a:pt x="19889" y="2710"/>
                    </a:cubicBezTo>
                    <a:lnTo>
                      <a:pt x="33005" y="2522"/>
                    </a:lnTo>
                    <a:lnTo>
                      <a:pt x="33005" y="2361"/>
                    </a:lnTo>
                    <a:lnTo>
                      <a:pt x="32911" y="2361"/>
                    </a:lnTo>
                    <a:lnTo>
                      <a:pt x="19996" y="2536"/>
                    </a:lnTo>
                    <a:lnTo>
                      <a:pt x="19902" y="2536"/>
                    </a:lnTo>
                    <a:cubicBezTo>
                      <a:pt x="19902" y="2536"/>
                      <a:pt x="19875" y="2536"/>
                      <a:pt x="19822" y="2522"/>
                    </a:cubicBezTo>
                    <a:cubicBezTo>
                      <a:pt x="18561" y="2361"/>
                      <a:pt x="1073" y="135"/>
                      <a:pt x="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29"/>
              <p:cNvSpPr/>
              <p:nvPr/>
            </p:nvSpPr>
            <p:spPr>
              <a:xfrm>
                <a:off x="3359850" y="2119438"/>
                <a:ext cx="22825" cy="23540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9416" extrusionOk="0">
                    <a:moveTo>
                      <a:pt x="832" y="1"/>
                    </a:moveTo>
                    <a:lnTo>
                      <a:pt x="832" y="81"/>
                    </a:lnTo>
                    <a:lnTo>
                      <a:pt x="832" y="8825"/>
                    </a:lnTo>
                    <a:lnTo>
                      <a:pt x="54" y="9308"/>
                    </a:lnTo>
                    <a:lnTo>
                      <a:pt x="0" y="9348"/>
                    </a:lnTo>
                    <a:lnTo>
                      <a:pt x="40" y="9415"/>
                    </a:lnTo>
                    <a:lnTo>
                      <a:pt x="67" y="9402"/>
                    </a:lnTo>
                    <a:lnTo>
                      <a:pt x="912" y="8879"/>
                    </a:lnTo>
                    <a:lnTo>
                      <a:pt x="912" y="68"/>
                    </a:lnTo>
                    <a:lnTo>
                      <a:pt x="9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29"/>
              <p:cNvSpPr/>
              <p:nvPr/>
            </p:nvSpPr>
            <p:spPr>
              <a:xfrm>
                <a:off x="3943225" y="2102688"/>
                <a:ext cx="290375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1615" h="1033" extrusionOk="0">
                    <a:moveTo>
                      <a:pt x="11534" y="0"/>
                    </a:moveTo>
                    <a:lnTo>
                      <a:pt x="11534" y="54"/>
                    </a:lnTo>
                    <a:lnTo>
                      <a:pt x="11534" y="765"/>
                    </a:lnTo>
                    <a:lnTo>
                      <a:pt x="81" y="939"/>
                    </a:lnTo>
                    <a:lnTo>
                      <a:pt x="81" y="54"/>
                    </a:lnTo>
                    <a:lnTo>
                      <a:pt x="81" y="14"/>
                    </a:lnTo>
                    <a:lnTo>
                      <a:pt x="0" y="14"/>
                    </a:lnTo>
                    <a:lnTo>
                      <a:pt x="0" y="54"/>
                    </a:lnTo>
                    <a:lnTo>
                      <a:pt x="0" y="1033"/>
                    </a:lnTo>
                    <a:lnTo>
                      <a:pt x="11614" y="845"/>
                    </a:lnTo>
                    <a:lnTo>
                      <a:pt x="11614" y="54"/>
                    </a:lnTo>
                    <a:lnTo>
                      <a:pt x="116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9"/>
              <p:cNvSpPr/>
              <p:nvPr/>
            </p:nvSpPr>
            <p:spPr>
              <a:xfrm>
                <a:off x="3423550" y="2322288"/>
                <a:ext cx="8315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33260" h="4252" extrusionOk="0">
                    <a:moveTo>
                      <a:pt x="14" y="1"/>
                    </a:moveTo>
                    <a:lnTo>
                      <a:pt x="0" y="81"/>
                    </a:lnTo>
                    <a:lnTo>
                      <a:pt x="54" y="94"/>
                    </a:lnTo>
                    <a:lnTo>
                      <a:pt x="19151" y="2683"/>
                    </a:lnTo>
                    <a:lnTo>
                      <a:pt x="20023" y="4064"/>
                    </a:lnTo>
                    <a:lnTo>
                      <a:pt x="20144" y="4252"/>
                    </a:lnTo>
                    <a:lnTo>
                      <a:pt x="20157" y="4252"/>
                    </a:lnTo>
                    <a:lnTo>
                      <a:pt x="20264" y="4077"/>
                    </a:lnTo>
                    <a:lnTo>
                      <a:pt x="21190" y="2777"/>
                    </a:lnTo>
                    <a:lnTo>
                      <a:pt x="33139" y="2750"/>
                    </a:lnTo>
                    <a:lnTo>
                      <a:pt x="32643" y="4077"/>
                    </a:lnTo>
                    <a:lnTo>
                      <a:pt x="32629" y="4118"/>
                    </a:lnTo>
                    <a:lnTo>
                      <a:pt x="32710" y="4144"/>
                    </a:lnTo>
                    <a:lnTo>
                      <a:pt x="32737" y="4077"/>
                    </a:lnTo>
                    <a:lnTo>
                      <a:pt x="33260" y="2669"/>
                    </a:lnTo>
                    <a:lnTo>
                      <a:pt x="21176" y="2683"/>
                    </a:lnTo>
                    <a:lnTo>
                      <a:pt x="21149" y="2683"/>
                    </a:lnTo>
                    <a:lnTo>
                      <a:pt x="20170" y="4077"/>
                    </a:lnTo>
                    <a:lnTo>
                      <a:pt x="20144" y="4104"/>
                    </a:lnTo>
                    <a:lnTo>
                      <a:pt x="20130" y="4077"/>
                    </a:lnTo>
                    <a:lnTo>
                      <a:pt x="19191" y="2602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9"/>
              <p:cNvSpPr/>
              <p:nvPr/>
            </p:nvSpPr>
            <p:spPr>
              <a:xfrm>
                <a:off x="3921775" y="2202263"/>
                <a:ext cx="223300" cy="89875"/>
              </a:xfrm>
              <a:custGeom>
                <a:avLst/>
                <a:gdLst/>
                <a:ahLst/>
                <a:cxnLst/>
                <a:rect l="l" t="t" r="r" b="b"/>
                <a:pathLst>
                  <a:path w="8932" h="3595" extrusionOk="0">
                    <a:moveTo>
                      <a:pt x="8865" y="0"/>
                    </a:moveTo>
                    <a:lnTo>
                      <a:pt x="8851" y="14"/>
                    </a:lnTo>
                    <a:lnTo>
                      <a:pt x="7255" y="3380"/>
                    </a:lnTo>
                    <a:lnTo>
                      <a:pt x="67" y="3514"/>
                    </a:lnTo>
                    <a:lnTo>
                      <a:pt x="0" y="3514"/>
                    </a:lnTo>
                    <a:lnTo>
                      <a:pt x="0" y="3595"/>
                    </a:lnTo>
                    <a:lnTo>
                      <a:pt x="67" y="3595"/>
                    </a:lnTo>
                    <a:lnTo>
                      <a:pt x="7296" y="3474"/>
                    </a:lnTo>
                    <a:lnTo>
                      <a:pt x="7309" y="3474"/>
                    </a:lnTo>
                    <a:lnTo>
                      <a:pt x="8918" y="67"/>
                    </a:lnTo>
                    <a:lnTo>
                      <a:pt x="8932" y="41"/>
                    </a:lnTo>
                    <a:lnTo>
                      <a:pt x="88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9"/>
              <p:cNvSpPr/>
              <p:nvPr/>
            </p:nvSpPr>
            <p:spPr>
              <a:xfrm>
                <a:off x="4347575" y="2861413"/>
                <a:ext cx="257175" cy="219300"/>
              </a:xfrm>
              <a:custGeom>
                <a:avLst/>
                <a:gdLst/>
                <a:ahLst/>
                <a:cxnLst/>
                <a:rect l="l" t="t" r="r" b="b"/>
                <a:pathLst>
                  <a:path w="10287" h="8772" extrusionOk="0">
                    <a:moveTo>
                      <a:pt x="738" y="0"/>
                    </a:moveTo>
                    <a:lnTo>
                      <a:pt x="751" y="2"/>
                    </a:lnTo>
                    <a:lnTo>
                      <a:pt x="751" y="2"/>
                    </a:lnTo>
                    <a:lnTo>
                      <a:pt x="751" y="0"/>
                    </a:lnTo>
                    <a:close/>
                    <a:moveTo>
                      <a:pt x="751" y="2"/>
                    </a:moveTo>
                    <a:lnTo>
                      <a:pt x="322" y="3206"/>
                    </a:lnTo>
                    <a:lnTo>
                      <a:pt x="67" y="5150"/>
                    </a:lnTo>
                    <a:lnTo>
                      <a:pt x="0" y="5687"/>
                    </a:lnTo>
                    <a:lnTo>
                      <a:pt x="0" y="5713"/>
                    </a:lnTo>
                    <a:lnTo>
                      <a:pt x="40" y="5821"/>
                    </a:lnTo>
                    <a:lnTo>
                      <a:pt x="134" y="5995"/>
                    </a:lnTo>
                    <a:lnTo>
                      <a:pt x="1422" y="8771"/>
                    </a:lnTo>
                    <a:lnTo>
                      <a:pt x="10286" y="7537"/>
                    </a:lnTo>
                    <a:cubicBezTo>
                      <a:pt x="10273" y="7511"/>
                      <a:pt x="10273" y="7497"/>
                      <a:pt x="10273" y="7470"/>
                    </a:cubicBezTo>
                    <a:lnTo>
                      <a:pt x="10273" y="7363"/>
                    </a:lnTo>
                    <a:lnTo>
                      <a:pt x="9240" y="7511"/>
                    </a:lnTo>
                    <a:lnTo>
                      <a:pt x="9240" y="7551"/>
                    </a:lnTo>
                    <a:lnTo>
                      <a:pt x="9160" y="7578"/>
                    </a:lnTo>
                    <a:lnTo>
                      <a:pt x="9146" y="7524"/>
                    </a:lnTo>
                    <a:lnTo>
                      <a:pt x="7416" y="7765"/>
                    </a:lnTo>
                    <a:lnTo>
                      <a:pt x="7430" y="7846"/>
                    </a:lnTo>
                    <a:lnTo>
                      <a:pt x="7349" y="7873"/>
                    </a:lnTo>
                    <a:lnTo>
                      <a:pt x="7336" y="7779"/>
                    </a:lnTo>
                    <a:lnTo>
                      <a:pt x="5056" y="8101"/>
                    </a:lnTo>
                    <a:lnTo>
                      <a:pt x="5070" y="8168"/>
                    </a:lnTo>
                    <a:lnTo>
                      <a:pt x="4989" y="8194"/>
                    </a:lnTo>
                    <a:lnTo>
                      <a:pt x="4962" y="8114"/>
                    </a:lnTo>
                    <a:lnTo>
                      <a:pt x="2709" y="8422"/>
                    </a:lnTo>
                    <a:lnTo>
                      <a:pt x="2723" y="8449"/>
                    </a:lnTo>
                    <a:lnTo>
                      <a:pt x="2642" y="8476"/>
                    </a:lnTo>
                    <a:lnTo>
                      <a:pt x="2629" y="8436"/>
                    </a:lnTo>
                    <a:lnTo>
                      <a:pt x="1516" y="8597"/>
                    </a:lnTo>
                    <a:lnTo>
                      <a:pt x="1086" y="7671"/>
                    </a:lnTo>
                    <a:lnTo>
                      <a:pt x="939" y="7685"/>
                    </a:lnTo>
                    <a:lnTo>
                      <a:pt x="925" y="7511"/>
                    </a:lnTo>
                    <a:lnTo>
                      <a:pt x="1006" y="7511"/>
                    </a:lnTo>
                    <a:lnTo>
                      <a:pt x="174" y="5687"/>
                    </a:lnTo>
                    <a:lnTo>
                      <a:pt x="174" y="5660"/>
                    </a:lnTo>
                    <a:lnTo>
                      <a:pt x="94" y="5660"/>
                    </a:lnTo>
                    <a:lnTo>
                      <a:pt x="94" y="5485"/>
                    </a:lnTo>
                    <a:lnTo>
                      <a:pt x="188" y="5485"/>
                    </a:lnTo>
                    <a:lnTo>
                      <a:pt x="671" y="1824"/>
                    </a:lnTo>
                    <a:lnTo>
                      <a:pt x="577" y="1677"/>
                    </a:lnTo>
                    <a:lnTo>
                      <a:pt x="604" y="1650"/>
                    </a:lnTo>
                    <a:lnTo>
                      <a:pt x="617" y="1529"/>
                    </a:lnTo>
                    <a:lnTo>
                      <a:pt x="711" y="1543"/>
                    </a:lnTo>
                    <a:lnTo>
                      <a:pt x="885" y="202"/>
                    </a:lnTo>
                    <a:lnTo>
                      <a:pt x="2830" y="550"/>
                    </a:lnTo>
                    <a:lnTo>
                      <a:pt x="2830" y="483"/>
                    </a:lnTo>
                    <a:lnTo>
                      <a:pt x="2910" y="497"/>
                    </a:lnTo>
                    <a:lnTo>
                      <a:pt x="2910" y="564"/>
                    </a:lnTo>
                    <a:lnTo>
                      <a:pt x="8114" y="1502"/>
                    </a:lnTo>
                    <a:lnTo>
                      <a:pt x="8127" y="1462"/>
                    </a:lnTo>
                    <a:lnTo>
                      <a:pt x="8208" y="1476"/>
                    </a:lnTo>
                    <a:lnTo>
                      <a:pt x="8208" y="1516"/>
                    </a:lnTo>
                    <a:lnTo>
                      <a:pt x="10273" y="1891"/>
                    </a:lnTo>
                    <a:lnTo>
                      <a:pt x="10273" y="1730"/>
                    </a:lnTo>
                    <a:lnTo>
                      <a:pt x="912" y="27"/>
                    </a:lnTo>
                    <a:lnTo>
                      <a:pt x="751" y="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9"/>
              <p:cNvSpPr/>
              <p:nvPr/>
            </p:nvSpPr>
            <p:spPr>
              <a:xfrm>
                <a:off x="4604400" y="2897288"/>
                <a:ext cx="27500" cy="160275"/>
              </a:xfrm>
              <a:custGeom>
                <a:avLst/>
                <a:gdLst/>
                <a:ahLst/>
                <a:cxnLst/>
                <a:rect l="l" t="t" r="r" b="b"/>
                <a:pathLst>
                  <a:path w="1100" h="6411" extrusionOk="0">
                    <a:moveTo>
                      <a:pt x="510" y="175"/>
                    </a:moveTo>
                    <a:lnTo>
                      <a:pt x="510" y="215"/>
                    </a:lnTo>
                    <a:cubicBezTo>
                      <a:pt x="764" y="322"/>
                      <a:pt x="939" y="577"/>
                      <a:pt x="939" y="872"/>
                    </a:cubicBezTo>
                    <a:lnTo>
                      <a:pt x="939" y="5888"/>
                    </a:lnTo>
                    <a:cubicBezTo>
                      <a:pt x="939" y="5901"/>
                      <a:pt x="925" y="5915"/>
                      <a:pt x="925" y="5941"/>
                    </a:cubicBezTo>
                    <a:lnTo>
                      <a:pt x="1006" y="6022"/>
                    </a:lnTo>
                    <a:lnTo>
                      <a:pt x="952" y="6089"/>
                    </a:lnTo>
                    <a:lnTo>
                      <a:pt x="899" y="6035"/>
                    </a:lnTo>
                    <a:cubicBezTo>
                      <a:pt x="858" y="6116"/>
                      <a:pt x="778" y="6196"/>
                      <a:pt x="671" y="6210"/>
                    </a:cubicBezTo>
                    <a:lnTo>
                      <a:pt x="443" y="6236"/>
                    </a:lnTo>
                    <a:cubicBezTo>
                      <a:pt x="426" y="6240"/>
                      <a:pt x="409" y="6241"/>
                      <a:pt x="392" y="6241"/>
                    </a:cubicBezTo>
                    <a:cubicBezTo>
                      <a:pt x="266" y="6241"/>
                      <a:pt x="161" y="6154"/>
                      <a:pt x="161" y="6035"/>
                    </a:cubicBezTo>
                    <a:lnTo>
                      <a:pt x="161" y="295"/>
                    </a:lnTo>
                    <a:cubicBezTo>
                      <a:pt x="161" y="228"/>
                      <a:pt x="228" y="175"/>
                      <a:pt x="322" y="175"/>
                    </a:cubicBezTo>
                    <a:cubicBezTo>
                      <a:pt x="362" y="175"/>
                      <a:pt x="389" y="175"/>
                      <a:pt x="429" y="188"/>
                    </a:cubicBezTo>
                    <a:lnTo>
                      <a:pt x="429" y="175"/>
                    </a:lnTo>
                    <a:close/>
                    <a:moveTo>
                      <a:pt x="308" y="0"/>
                    </a:moveTo>
                    <a:cubicBezTo>
                      <a:pt x="134" y="0"/>
                      <a:pt x="0" y="121"/>
                      <a:pt x="0" y="282"/>
                    </a:cubicBezTo>
                    <a:lnTo>
                      <a:pt x="0" y="456"/>
                    </a:lnTo>
                    <a:lnTo>
                      <a:pt x="0" y="1274"/>
                    </a:lnTo>
                    <a:lnTo>
                      <a:pt x="94" y="1288"/>
                    </a:lnTo>
                    <a:lnTo>
                      <a:pt x="80" y="1462"/>
                    </a:lnTo>
                    <a:lnTo>
                      <a:pt x="0" y="1449"/>
                    </a:lnTo>
                    <a:lnTo>
                      <a:pt x="0" y="4050"/>
                    </a:lnTo>
                    <a:lnTo>
                      <a:pt x="107" y="4050"/>
                    </a:lnTo>
                    <a:lnTo>
                      <a:pt x="107" y="4225"/>
                    </a:lnTo>
                    <a:lnTo>
                      <a:pt x="0" y="4225"/>
                    </a:lnTo>
                    <a:lnTo>
                      <a:pt x="0" y="5271"/>
                    </a:lnTo>
                    <a:lnTo>
                      <a:pt x="27" y="5271"/>
                    </a:lnTo>
                    <a:lnTo>
                      <a:pt x="40" y="5432"/>
                    </a:lnTo>
                    <a:lnTo>
                      <a:pt x="0" y="5445"/>
                    </a:lnTo>
                    <a:lnTo>
                      <a:pt x="0" y="6035"/>
                    </a:lnTo>
                    <a:cubicBezTo>
                      <a:pt x="0" y="6049"/>
                      <a:pt x="0" y="6076"/>
                      <a:pt x="0" y="6102"/>
                    </a:cubicBezTo>
                    <a:cubicBezTo>
                      <a:pt x="40" y="6277"/>
                      <a:pt x="201" y="6411"/>
                      <a:pt x="402" y="6411"/>
                    </a:cubicBezTo>
                    <a:cubicBezTo>
                      <a:pt x="429" y="6411"/>
                      <a:pt x="443" y="6411"/>
                      <a:pt x="469" y="6397"/>
                    </a:cubicBezTo>
                    <a:lnTo>
                      <a:pt x="697" y="6371"/>
                    </a:lnTo>
                    <a:cubicBezTo>
                      <a:pt x="939" y="6330"/>
                      <a:pt x="1100" y="6129"/>
                      <a:pt x="1100" y="5874"/>
                    </a:cubicBezTo>
                    <a:lnTo>
                      <a:pt x="1100" y="872"/>
                    </a:lnTo>
                    <a:cubicBezTo>
                      <a:pt x="1100" y="403"/>
                      <a:pt x="764" y="27"/>
                      <a:pt x="3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9"/>
              <p:cNvSpPr/>
              <p:nvPr/>
            </p:nvSpPr>
            <p:spPr>
              <a:xfrm>
                <a:off x="4362650" y="2899963"/>
                <a:ext cx="24410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9764" h="1356" extrusionOk="0">
                    <a:moveTo>
                      <a:pt x="14" y="1"/>
                    </a:moveTo>
                    <a:lnTo>
                      <a:pt x="1" y="108"/>
                    </a:lnTo>
                    <a:lnTo>
                      <a:pt x="41" y="81"/>
                    </a:lnTo>
                    <a:lnTo>
                      <a:pt x="108" y="175"/>
                    </a:lnTo>
                    <a:lnTo>
                      <a:pt x="9670" y="1342"/>
                    </a:lnTo>
                    <a:lnTo>
                      <a:pt x="9750" y="1355"/>
                    </a:lnTo>
                    <a:lnTo>
                      <a:pt x="9764" y="1181"/>
                    </a:lnTo>
                    <a:lnTo>
                      <a:pt x="9670" y="1167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9"/>
              <p:cNvSpPr/>
              <p:nvPr/>
            </p:nvSpPr>
            <p:spPr>
              <a:xfrm>
                <a:off x="4349900" y="2998538"/>
                <a:ext cx="257200" cy="4375"/>
              </a:xfrm>
              <a:custGeom>
                <a:avLst/>
                <a:gdLst/>
                <a:ahLst/>
                <a:cxnLst/>
                <a:rect l="l" t="t" r="r" b="b"/>
                <a:pathLst>
                  <a:path w="10288" h="175" extrusionOk="0">
                    <a:moveTo>
                      <a:pt x="1" y="0"/>
                    </a:moveTo>
                    <a:lnTo>
                      <a:pt x="1" y="175"/>
                    </a:lnTo>
                    <a:lnTo>
                      <a:pt x="10287" y="175"/>
                    </a:lnTo>
                    <a:lnTo>
                      <a:pt x="10287" y="0"/>
                    </a:lnTo>
                    <a:lnTo>
                      <a:pt x="8088" y="0"/>
                    </a:lnTo>
                    <a:lnTo>
                      <a:pt x="8088" y="68"/>
                    </a:lnTo>
                    <a:lnTo>
                      <a:pt x="7994" y="68"/>
                    </a:lnTo>
                    <a:lnTo>
                      <a:pt x="79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29"/>
              <p:cNvSpPr/>
              <p:nvPr/>
            </p:nvSpPr>
            <p:spPr>
              <a:xfrm>
                <a:off x="4370700" y="3029038"/>
                <a:ext cx="234725" cy="24500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980" extrusionOk="0">
                    <a:moveTo>
                      <a:pt x="9348" y="1"/>
                    </a:moveTo>
                    <a:lnTo>
                      <a:pt x="81" y="806"/>
                    </a:lnTo>
                    <a:lnTo>
                      <a:pt x="0" y="806"/>
                    </a:lnTo>
                    <a:lnTo>
                      <a:pt x="14" y="980"/>
                    </a:lnTo>
                    <a:lnTo>
                      <a:pt x="161" y="966"/>
                    </a:lnTo>
                    <a:lnTo>
                      <a:pt x="1355" y="859"/>
                    </a:lnTo>
                    <a:lnTo>
                      <a:pt x="1328" y="792"/>
                    </a:lnTo>
                    <a:lnTo>
                      <a:pt x="1409" y="752"/>
                    </a:lnTo>
                    <a:lnTo>
                      <a:pt x="1449" y="859"/>
                    </a:lnTo>
                    <a:lnTo>
                      <a:pt x="3782" y="658"/>
                    </a:lnTo>
                    <a:lnTo>
                      <a:pt x="3769" y="591"/>
                    </a:lnTo>
                    <a:lnTo>
                      <a:pt x="3849" y="564"/>
                    </a:lnTo>
                    <a:lnTo>
                      <a:pt x="3876" y="645"/>
                    </a:lnTo>
                    <a:lnTo>
                      <a:pt x="6223" y="443"/>
                    </a:lnTo>
                    <a:lnTo>
                      <a:pt x="6210" y="390"/>
                    </a:lnTo>
                    <a:lnTo>
                      <a:pt x="6290" y="363"/>
                    </a:lnTo>
                    <a:lnTo>
                      <a:pt x="6304" y="430"/>
                    </a:lnTo>
                    <a:lnTo>
                      <a:pt x="8074" y="283"/>
                    </a:lnTo>
                    <a:lnTo>
                      <a:pt x="8061" y="229"/>
                    </a:lnTo>
                    <a:lnTo>
                      <a:pt x="8141" y="202"/>
                    </a:lnTo>
                    <a:lnTo>
                      <a:pt x="8168" y="269"/>
                    </a:lnTo>
                    <a:lnTo>
                      <a:pt x="9348" y="175"/>
                    </a:lnTo>
                    <a:lnTo>
                      <a:pt x="9388" y="175"/>
                    </a:lnTo>
                    <a:lnTo>
                      <a:pt x="93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29"/>
              <p:cNvSpPr/>
              <p:nvPr/>
            </p:nvSpPr>
            <p:spPr>
              <a:xfrm>
                <a:off x="4361975" y="2901988"/>
                <a:ext cx="190125" cy="98250"/>
              </a:xfrm>
              <a:custGeom>
                <a:avLst/>
                <a:gdLst/>
                <a:ahLst/>
                <a:cxnLst/>
                <a:rect l="l" t="t" r="r" b="b"/>
                <a:pathLst>
                  <a:path w="7605" h="3930" extrusionOk="0">
                    <a:moveTo>
                      <a:pt x="68" y="0"/>
                    </a:moveTo>
                    <a:lnTo>
                      <a:pt x="28" y="27"/>
                    </a:lnTo>
                    <a:lnTo>
                      <a:pt x="1" y="54"/>
                    </a:lnTo>
                    <a:lnTo>
                      <a:pt x="95" y="201"/>
                    </a:lnTo>
                    <a:lnTo>
                      <a:pt x="1476" y="2267"/>
                    </a:lnTo>
                    <a:lnTo>
                      <a:pt x="7498" y="2401"/>
                    </a:lnTo>
                    <a:lnTo>
                      <a:pt x="7511" y="3862"/>
                    </a:lnTo>
                    <a:lnTo>
                      <a:pt x="7511" y="3930"/>
                    </a:lnTo>
                    <a:lnTo>
                      <a:pt x="7605" y="3930"/>
                    </a:lnTo>
                    <a:lnTo>
                      <a:pt x="7605" y="3862"/>
                    </a:lnTo>
                    <a:lnTo>
                      <a:pt x="7591" y="2320"/>
                    </a:lnTo>
                    <a:lnTo>
                      <a:pt x="1530" y="2186"/>
                    </a:lnTo>
                    <a:lnTo>
                      <a:pt x="135" y="94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29"/>
              <p:cNvSpPr/>
              <p:nvPr/>
            </p:nvSpPr>
            <p:spPr>
              <a:xfrm>
                <a:off x="4615125" y="2901638"/>
                <a:ext cx="14775" cy="147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915" extrusionOk="0">
                    <a:moveTo>
                      <a:pt x="0" y="1"/>
                    </a:moveTo>
                    <a:lnTo>
                      <a:pt x="0" y="14"/>
                    </a:lnTo>
                    <a:lnTo>
                      <a:pt x="0" y="5365"/>
                    </a:lnTo>
                    <a:lnTo>
                      <a:pt x="470" y="5848"/>
                    </a:lnTo>
                    <a:lnTo>
                      <a:pt x="523" y="5915"/>
                    </a:lnTo>
                    <a:lnTo>
                      <a:pt x="590" y="5848"/>
                    </a:lnTo>
                    <a:lnTo>
                      <a:pt x="496" y="5767"/>
                    </a:lnTo>
                    <a:lnTo>
                      <a:pt x="81" y="5325"/>
                    </a:lnTo>
                    <a:lnTo>
                      <a:pt x="81" y="41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29"/>
              <p:cNvSpPr/>
              <p:nvPr/>
            </p:nvSpPr>
            <p:spPr>
              <a:xfrm>
                <a:off x="4415950" y="2873488"/>
                <a:ext cx="136825" cy="39250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1570" extrusionOk="0">
                    <a:moveTo>
                      <a:pt x="95" y="0"/>
                    </a:moveTo>
                    <a:lnTo>
                      <a:pt x="95" y="67"/>
                    </a:lnTo>
                    <a:lnTo>
                      <a:pt x="1" y="671"/>
                    </a:lnTo>
                    <a:lnTo>
                      <a:pt x="5379" y="1569"/>
                    </a:lnTo>
                    <a:lnTo>
                      <a:pt x="5473" y="1033"/>
                    </a:lnTo>
                    <a:lnTo>
                      <a:pt x="5473" y="993"/>
                    </a:lnTo>
                    <a:lnTo>
                      <a:pt x="5392" y="979"/>
                    </a:lnTo>
                    <a:lnTo>
                      <a:pt x="5392" y="1019"/>
                    </a:lnTo>
                    <a:lnTo>
                      <a:pt x="5312" y="1475"/>
                    </a:lnTo>
                    <a:lnTo>
                      <a:pt x="95" y="604"/>
                    </a:lnTo>
                    <a:lnTo>
                      <a:pt x="175" y="81"/>
                    </a:lnTo>
                    <a:lnTo>
                      <a:pt x="189" y="14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29"/>
              <p:cNvSpPr/>
              <p:nvPr/>
            </p:nvSpPr>
            <p:spPr>
              <a:xfrm>
                <a:off x="4403900" y="3047813"/>
                <a:ext cx="1175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021" extrusionOk="0">
                    <a:moveTo>
                      <a:pt x="81" y="1"/>
                    </a:moveTo>
                    <a:lnTo>
                      <a:pt x="0" y="41"/>
                    </a:lnTo>
                    <a:lnTo>
                      <a:pt x="27" y="108"/>
                    </a:lnTo>
                    <a:lnTo>
                      <a:pt x="376" y="980"/>
                    </a:lnTo>
                    <a:lnTo>
                      <a:pt x="389" y="1020"/>
                    </a:lnTo>
                    <a:lnTo>
                      <a:pt x="470" y="993"/>
                    </a:lnTo>
                    <a:lnTo>
                      <a:pt x="456" y="966"/>
                    </a:lnTo>
                    <a:lnTo>
                      <a:pt x="121" y="108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29"/>
              <p:cNvSpPr/>
              <p:nvPr/>
            </p:nvSpPr>
            <p:spPr>
              <a:xfrm>
                <a:off x="4572200" y="3034088"/>
                <a:ext cx="64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671" extrusionOk="0">
                    <a:moveTo>
                      <a:pt x="81" y="0"/>
                    </a:moveTo>
                    <a:lnTo>
                      <a:pt x="1" y="27"/>
                    </a:lnTo>
                    <a:lnTo>
                      <a:pt x="14" y="81"/>
                    </a:lnTo>
                    <a:lnTo>
                      <a:pt x="161" y="617"/>
                    </a:lnTo>
                    <a:lnTo>
                      <a:pt x="175" y="671"/>
                    </a:lnTo>
                    <a:lnTo>
                      <a:pt x="255" y="644"/>
                    </a:lnTo>
                    <a:lnTo>
                      <a:pt x="255" y="604"/>
                    </a:lnTo>
                    <a:lnTo>
                      <a:pt x="108" y="67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29"/>
              <p:cNvSpPr/>
              <p:nvPr/>
            </p:nvSpPr>
            <p:spPr>
              <a:xfrm>
                <a:off x="4525925" y="3038088"/>
                <a:ext cx="740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806" extrusionOk="0">
                    <a:moveTo>
                      <a:pt x="81" y="1"/>
                    </a:moveTo>
                    <a:lnTo>
                      <a:pt x="1" y="28"/>
                    </a:lnTo>
                    <a:lnTo>
                      <a:pt x="14" y="81"/>
                    </a:lnTo>
                    <a:lnTo>
                      <a:pt x="189" y="712"/>
                    </a:lnTo>
                    <a:lnTo>
                      <a:pt x="215" y="806"/>
                    </a:lnTo>
                    <a:lnTo>
                      <a:pt x="296" y="779"/>
                    </a:lnTo>
                    <a:lnTo>
                      <a:pt x="282" y="698"/>
                    </a:lnTo>
                    <a:lnTo>
                      <a:pt x="95" y="68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29"/>
              <p:cNvSpPr/>
              <p:nvPr/>
            </p:nvSpPr>
            <p:spPr>
              <a:xfrm>
                <a:off x="4464925" y="3043138"/>
                <a:ext cx="9400" cy="231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926" extrusionOk="0">
                    <a:moveTo>
                      <a:pt x="80" y="0"/>
                    </a:moveTo>
                    <a:lnTo>
                      <a:pt x="0" y="27"/>
                    </a:lnTo>
                    <a:lnTo>
                      <a:pt x="13" y="94"/>
                    </a:lnTo>
                    <a:lnTo>
                      <a:pt x="268" y="845"/>
                    </a:lnTo>
                    <a:lnTo>
                      <a:pt x="295" y="925"/>
                    </a:lnTo>
                    <a:lnTo>
                      <a:pt x="376" y="899"/>
                    </a:lnTo>
                    <a:lnTo>
                      <a:pt x="362" y="832"/>
                    </a:lnTo>
                    <a:lnTo>
                      <a:pt x="107" y="81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29"/>
              <p:cNvSpPr/>
              <p:nvPr/>
            </p:nvSpPr>
            <p:spPr>
              <a:xfrm>
                <a:off x="4068275" y="2861413"/>
                <a:ext cx="257175" cy="219300"/>
              </a:xfrm>
              <a:custGeom>
                <a:avLst/>
                <a:gdLst/>
                <a:ahLst/>
                <a:cxnLst/>
                <a:rect l="l" t="t" r="r" b="b"/>
                <a:pathLst>
                  <a:path w="10287" h="8772" extrusionOk="0">
                    <a:moveTo>
                      <a:pt x="9536" y="0"/>
                    </a:moveTo>
                    <a:lnTo>
                      <a:pt x="9375" y="27"/>
                    </a:lnTo>
                    <a:lnTo>
                      <a:pt x="1" y="1730"/>
                    </a:lnTo>
                    <a:lnTo>
                      <a:pt x="1" y="1891"/>
                    </a:lnTo>
                    <a:lnTo>
                      <a:pt x="2079" y="1516"/>
                    </a:lnTo>
                    <a:lnTo>
                      <a:pt x="2066" y="1476"/>
                    </a:lnTo>
                    <a:lnTo>
                      <a:pt x="2146" y="1462"/>
                    </a:lnTo>
                    <a:lnTo>
                      <a:pt x="2160" y="1502"/>
                    </a:lnTo>
                    <a:lnTo>
                      <a:pt x="7377" y="564"/>
                    </a:lnTo>
                    <a:lnTo>
                      <a:pt x="7363" y="497"/>
                    </a:lnTo>
                    <a:lnTo>
                      <a:pt x="7444" y="483"/>
                    </a:lnTo>
                    <a:lnTo>
                      <a:pt x="7457" y="550"/>
                    </a:lnTo>
                    <a:lnTo>
                      <a:pt x="9388" y="202"/>
                    </a:lnTo>
                    <a:lnTo>
                      <a:pt x="9563" y="1543"/>
                    </a:lnTo>
                    <a:lnTo>
                      <a:pt x="9657" y="1529"/>
                    </a:lnTo>
                    <a:lnTo>
                      <a:pt x="9670" y="1650"/>
                    </a:lnTo>
                    <a:lnTo>
                      <a:pt x="9697" y="1677"/>
                    </a:lnTo>
                    <a:lnTo>
                      <a:pt x="9603" y="1824"/>
                    </a:lnTo>
                    <a:lnTo>
                      <a:pt x="10086" y="5485"/>
                    </a:lnTo>
                    <a:lnTo>
                      <a:pt x="10180" y="5485"/>
                    </a:lnTo>
                    <a:lnTo>
                      <a:pt x="10180" y="5660"/>
                    </a:lnTo>
                    <a:lnTo>
                      <a:pt x="10099" y="5660"/>
                    </a:lnTo>
                    <a:lnTo>
                      <a:pt x="10113" y="5687"/>
                    </a:lnTo>
                    <a:lnTo>
                      <a:pt x="9268" y="7511"/>
                    </a:lnTo>
                    <a:lnTo>
                      <a:pt x="9362" y="7511"/>
                    </a:lnTo>
                    <a:lnTo>
                      <a:pt x="9335" y="7685"/>
                    </a:lnTo>
                    <a:lnTo>
                      <a:pt x="9187" y="7671"/>
                    </a:lnTo>
                    <a:lnTo>
                      <a:pt x="8758" y="8597"/>
                    </a:lnTo>
                    <a:lnTo>
                      <a:pt x="7645" y="8436"/>
                    </a:lnTo>
                    <a:lnTo>
                      <a:pt x="7632" y="8476"/>
                    </a:lnTo>
                    <a:lnTo>
                      <a:pt x="7551" y="8449"/>
                    </a:lnTo>
                    <a:lnTo>
                      <a:pt x="7565" y="8422"/>
                    </a:lnTo>
                    <a:lnTo>
                      <a:pt x="5311" y="8114"/>
                    </a:lnTo>
                    <a:lnTo>
                      <a:pt x="5285" y="8194"/>
                    </a:lnTo>
                    <a:lnTo>
                      <a:pt x="5204" y="8168"/>
                    </a:lnTo>
                    <a:lnTo>
                      <a:pt x="5231" y="8101"/>
                    </a:lnTo>
                    <a:lnTo>
                      <a:pt x="2951" y="7779"/>
                    </a:lnTo>
                    <a:lnTo>
                      <a:pt x="2924" y="7873"/>
                    </a:lnTo>
                    <a:lnTo>
                      <a:pt x="2844" y="7846"/>
                    </a:lnTo>
                    <a:lnTo>
                      <a:pt x="2857" y="7765"/>
                    </a:lnTo>
                    <a:lnTo>
                      <a:pt x="1127" y="7524"/>
                    </a:lnTo>
                    <a:lnTo>
                      <a:pt x="1114" y="7578"/>
                    </a:lnTo>
                    <a:lnTo>
                      <a:pt x="1033" y="7551"/>
                    </a:lnTo>
                    <a:lnTo>
                      <a:pt x="1047" y="7511"/>
                    </a:lnTo>
                    <a:lnTo>
                      <a:pt x="1" y="7363"/>
                    </a:lnTo>
                    <a:lnTo>
                      <a:pt x="1" y="7470"/>
                    </a:lnTo>
                    <a:cubicBezTo>
                      <a:pt x="1" y="7497"/>
                      <a:pt x="1" y="7511"/>
                      <a:pt x="1" y="7537"/>
                    </a:cubicBezTo>
                    <a:lnTo>
                      <a:pt x="8798" y="8771"/>
                    </a:lnTo>
                    <a:lnTo>
                      <a:pt x="8865" y="8771"/>
                    </a:lnTo>
                    <a:lnTo>
                      <a:pt x="10099" y="6102"/>
                    </a:lnTo>
                    <a:lnTo>
                      <a:pt x="10193" y="5901"/>
                    </a:lnTo>
                    <a:lnTo>
                      <a:pt x="10287" y="5713"/>
                    </a:lnTo>
                    <a:lnTo>
                      <a:pt x="10166" y="4802"/>
                    </a:lnTo>
                    <a:lnTo>
                      <a:pt x="9563" y="202"/>
                    </a:lnTo>
                    <a:lnTo>
                      <a:pt x="953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29"/>
              <p:cNvSpPr/>
              <p:nvPr/>
            </p:nvSpPr>
            <p:spPr>
              <a:xfrm>
                <a:off x="4040775" y="2897288"/>
                <a:ext cx="27875" cy="16027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6411" extrusionOk="0">
                    <a:moveTo>
                      <a:pt x="806" y="161"/>
                    </a:moveTo>
                    <a:cubicBezTo>
                      <a:pt x="873" y="161"/>
                      <a:pt x="940" y="215"/>
                      <a:pt x="940" y="282"/>
                    </a:cubicBezTo>
                    <a:lnTo>
                      <a:pt x="940" y="6035"/>
                    </a:lnTo>
                    <a:cubicBezTo>
                      <a:pt x="940" y="6089"/>
                      <a:pt x="913" y="6143"/>
                      <a:pt x="873" y="6183"/>
                    </a:cubicBezTo>
                    <a:cubicBezTo>
                      <a:pt x="832" y="6223"/>
                      <a:pt x="765" y="6236"/>
                      <a:pt x="698" y="6236"/>
                    </a:cubicBezTo>
                    <a:lnTo>
                      <a:pt x="658" y="6236"/>
                    </a:lnTo>
                    <a:lnTo>
                      <a:pt x="430" y="6196"/>
                    </a:lnTo>
                    <a:cubicBezTo>
                      <a:pt x="336" y="6183"/>
                      <a:pt x="256" y="6116"/>
                      <a:pt x="202" y="6022"/>
                    </a:cubicBezTo>
                    <a:lnTo>
                      <a:pt x="149" y="6076"/>
                    </a:lnTo>
                    <a:lnTo>
                      <a:pt x="95" y="6022"/>
                    </a:lnTo>
                    <a:lnTo>
                      <a:pt x="175" y="5928"/>
                    </a:lnTo>
                    <a:cubicBezTo>
                      <a:pt x="175" y="5909"/>
                      <a:pt x="175" y="5896"/>
                      <a:pt x="175" y="5874"/>
                    </a:cubicBezTo>
                    <a:lnTo>
                      <a:pt x="175" y="872"/>
                    </a:lnTo>
                    <a:cubicBezTo>
                      <a:pt x="175" y="577"/>
                      <a:pt x="350" y="322"/>
                      <a:pt x="591" y="215"/>
                    </a:cubicBezTo>
                    <a:lnTo>
                      <a:pt x="591" y="175"/>
                    </a:lnTo>
                    <a:lnTo>
                      <a:pt x="672" y="175"/>
                    </a:lnTo>
                    <a:lnTo>
                      <a:pt x="672" y="188"/>
                    </a:lnTo>
                    <a:cubicBezTo>
                      <a:pt x="712" y="175"/>
                      <a:pt x="752" y="161"/>
                      <a:pt x="806" y="161"/>
                    </a:cubicBezTo>
                    <a:close/>
                    <a:moveTo>
                      <a:pt x="779" y="0"/>
                    </a:moveTo>
                    <a:cubicBezTo>
                      <a:pt x="350" y="27"/>
                      <a:pt x="1" y="416"/>
                      <a:pt x="1" y="872"/>
                    </a:cubicBezTo>
                    <a:lnTo>
                      <a:pt x="1" y="5874"/>
                    </a:lnTo>
                    <a:cubicBezTo>
                      <a:pt x="1" y="6129"/>
                      <a:pt x="175" y="6330"/>
                      <a:pt x="403" y="6371"/>
                    </a:cubicBezTo>
                    <a:lnTo>
                      <a:pt x="631" y="6411"/>
                    </a:lnTo>
                    <a:lnTo>
                      <a:pt x="698" y="6411"/>
                    </a:lnTo>
                    <a:cubicBezTo>
                      <a:pt x="806" y="6411"/>
                      <a:pt x="913" y="6371"/>
                      <a:pt x="980" y="6304"/>
                    </a:cubicBezTo>
                    <a:cubicBezTo>
                      <a:pt x="1047" y="6250"/>
                      <a:pt x="1087" y="6183"/>
                      <a:pt x="1101" y="6102"/>
                    </a:cubicBezTo>
                    <a:cubicBezTo>
                      <a:pt x="1101" y="6076"/>
                      <a:pt x="1101" y="6062"/>
                      <a:pt x="1101" y="6035"/>
                    </a:cubicBezTo>
                    <a:lnTo>
                      <a:pt x="1101" y="5928"/>
                    </a:lnTo>
                    <a:lnTo>
                      <a:pt x="1114" y="5928"/>
                    </a:lnTo>
                    <a:lnTo>
                      <a:pt x="1114" y="5445"/>
                    </a:lnTo>
                    <a:lnTo>
                      <a:pt x="1060" y="5445"/>
                    </a:lnTo>
                    <a:lnTo>
                      <a:pt x="1074" y="5271"/>
                    </a:lnTo>
                    <a:lnTo>
                      <a:pt x="1114" y="5271"/>
                    </a:lnTo>
                    <a:lnTo>
                      <a:pt x="1114" y="4225"/>
                    </a:lnTo>
                    <a:lnTo>
                      <a:pt x="993" y="4225"/>
                    </a:lnTo>
                    <a:lnTo>
                      <a:pt x="993" y="4050"/>
                    </a:lnTo>
                    <a:lnTo>
                      <a:pt x="1114" y="4050"/>
                    </a:lnTo>
                    <a:lnTo>
                      <a:pt x="1114" y="1449"/>
                    </a:lnTo>
                    <a:lnTo>
                      <a:pt x="1034" y="1462"/>
                    </a:lnTo>
                    <a:lnTo>
                      <a:pt x="1007" y="1288"/>
                    </a:lnTo>
                    <a:lnTo>
                      <a:pt x="1114" y="1274"/>
                    </a:lnTo>
                    <a:lnTo>
                      <a:pt x="1114" y="295"/>
                    </a:lnTo>
                    <a:cubicBezTo>
                      <a:pt x="1114" y="134"/>
                      <a:pt x="967" y="0"/>
                      <a:pt x="8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9"/>
              <p:cNvSpPr/>
              <p:nvPr/>
            </p:nvSpPr>
            <p:spPr>
              <a:xfrm>
                <a:off x="4065925" y="2899963"/>
                <a:ext cx="24412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9765" h="1356" extrusionOk="0">
                    <a:moveTo>
                      <a:pt x="9670" y="1"/>
                    </a:moveTo>
                    <a:lnTo>
                      <a:pt x="108" y="1167"/>
                    </a:lnTo>
                    <a:lnTo>
                      <a:pt x="1" y="1181"/>
                    </a:lnTo>
                    <a:lnTo>
                      <a:pt x="28" y="1355"/>
                    </a:lnTo>
                    <a:lnTo>
                      <a:pt x="108" y="1342"/>
                    </a:lnTo>
                    <a:lnTo>
                      <a:pt x="9670" y="175"/>
                    </a:lnTo>
                    <a:lnTo>
                      <a:pt x="9724" y="81"/>
                    </a:lnTo>
                    <a:lnTo>
                      <a:pt x="9764" y="108"/>
                    </a:lnTo>
                    <a:lnTo>
                      <a:pt x="97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9"/>
              <p:cNvSpPr/>
              <p:nvPr/>
            </p:nvSpPr>
            <p:spPr>
              <a:xfrm>
                <a:off x="4065600" y="2998538"/>
                <a:ext cx="257175" cy="4375"/>
              </a:xfrm>
              <a:custGeom>
                <a:avLst/>
                <a:gdLst/>
                <a:ahLst/>
                <a:cxnLst/>
                <a:rect l="l" t="t" r="r" b="b"/>
                <a:pathLst>
                  <a:path w="10287" h="175" extrusionOk="0">
                    <a:moveTo>
                      <a:pt x="0" y="0"/>
                    </a:moveTo>
                    <a:lnTo>
                      <a:pt x="0" y="175"/>
                    </a:lnTo>
                    <a:lnTo>
                      <a:pt x="10287" y="175"/>
                    </a:lnTo>
                    <a:lnTo>
                      <a:pt x="10287" y="0"/>
                    </a:lnTo>
                    <a:lnTo>
                      <a:pt x="2294" y="0"/>
                    </a:lnTo>
                    <a:lnTo>
                      <a:pt x="2294" y="68"/>
                    </a:lnTo>
                    <a:lnTo>
                      <a:pt x="2213" y="68"/>
                    </a:lnTo>
                    <a:lnTo>
                      <a:pt x="22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9"/>
              <p:cNvSpPr/>
              <p:nvPr/>
            </p:nvSpPr>
            <p:spPr>
              <a:xfrm>
                <a:off x="4067275" y="3029038"/>
                <a:ext cx="235050" cy="24500"/>
              </a:xfrm>
              <a:custGeom>
                <a:avLst/>
                <a:gdLst/>
                <a:ahLst/>
                <a:cxnLst/>
                <a:rect l="l" t="t" r="r" b="b"/>
                <a:pathLst>
                  <a:path w="9402" h="980" extrusionOk="0">
                    <a:moveTo>
                      <a:pt x="14" y="1"/>
                    </a:moveTo>
                    <a:lnTo>
                      <a:pt x="0" y="175"/>
                    </a:lnTo>
                    <a:lnTo>
                      <a:pt x="54" y="175"/>
                    </a:lnTo>
                    <a:lnTo>
                      <a:pt x="1234" y="269"/>
                    </a:lnTo>
                    <a:lnTo>
                      <a:pt x="1248" y="202"/>
                    </a:lnTo>
                    <a:lnTo>
                      <a:pt x="1328" y="229"/>
                    </a:lnTo>
                    <a:lnTo>
                      <a:pt x="1315" y="283"/>
                    </a:lnTo>
                    <a:lnTo>
                      <a:pt x="3085" y="430"/>
                    </a:lnTo>
                    <a:lnTo>
                      <a:pt x="3112" y="363"/>
                    </a:lnTo>
                    <a:lnTo>
                      <a:pt x="3192" y="390"/>
                    </a:lnTo>
                    <a:lnTo>
                      <a:pt x="3165" y="443"/>
                    </a:lnTo>
                    <a:lnTo>
                      <a:pt x="5526" y="645"/>
                    </a:lnTo>
                    <a:lnTo>
                      <a:pt x="5553" y="564"/>
                    </a:lnTo>
                    <a:lnTo>
                      <a:pt x="5633" y="591"/>
                    </a:lnTo>
                    <a:lnTo>
                      <a:pt x="5606" y="658"/>
                    </a:lnTo>
                    <a:lnTo>
                      <a:pt x="7953" y="859"/>
                    </a:lnTo>
                    <a:lnTo>
                      <a:pt x="7993" y="752"/>
                    </a:lnTo>
                    <a:lnTo>
                      <a:pt x="8074" y="792"/>
                    </a:lnTo>
                    <a:lnTo>
                      <a:pt x="8047" y="859"/>
                    </a:lnTo>
                    <a:lnTo>
                      <a:pt x="9241" y="966"/>
                    </a:lnTo>
                    <a:lnTo>
                      <a:pt x="9388" y="980"/>
                    </a:lnTo>
                    <a:lnTo>
                      <a:pt x="9402" y="806"/>
                    </a:lnTo>
                    <a:lnTo>
                      <a:pt x="9308" y="806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9"/>
              <p:cNvSpPr/>
              <p:nvPr/>
            </p:nvSpPr>
            <p:spPr>
              <a:xfrm>
                <a:off x="4120925" y="2901988"/>
                <a:ext cx="190125" cy="98250"/>
              </a:xfrm>
              <a:custGeom>
                <a:avLst/>
                <a:gdLst/>
                <a:ahLst/>
                <a:cxnLst/>
                <a:rect l="l" t="t" r="r" b="b"/>
                <a:pathLst>
                  <a:path w="7605" h="3930" extrusionOk="0">
                    <a:moveTo>
                      <a:pt x="7524" y="0"/>
                    </a:moveTo>
                    <a:lnTo>
                      <a:pt x="7470" y="94"/>
                    </a:lnTo>
                    <a:lnTo>
                      <a:pt x="6075" y="2186"/>
                    </a:lnTo>
                    <a:lnTo>
                      <a:pt x="54" y="2320"/>
                    </a:lnTo>
                    <a:lnTo>
                      <a:pt x="14" y="2320"/>
                    </a:lnTo>
                    <a:lnTo>
                      <a:pt x="0" y="3862"/>
                    </a:lnTo>
                    <a:lnTo>
                      <a:pt x="0" y="3930"/>
                    </a:lnTo>
                    <a:lnTo>
                      <a:pt x="81" y="3930"/>
                    </a:lnTo>
                    <a:lnTo>
                      <a:pt x="81" y="3862"/>
                    </a:lnTo>
                    <a:lnTo>
                      <a:pt x="94" y="2401"/>
                    </a:lnTo>
                    <a:lnTo>
                      <a:pt x="6116" y="2267"/>
                    </a:lnTo>
                    <a:lnTo>
                      <a:pt x="7497" y="201"/>
                    </a:lnTo>
                    <a:lnTo>
                      <a:pt x="7604" y="54"/>
                    </a:lnTo>
                    <a:lnTo>
                      <a:pt x="7564" y="27"/>
                    </a:lnTo>
                    <a:lnTo>
                      <a:pt x="752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9"/>
              <p:cNvSpPr/>
              <p:nvPr/>
            </p:nvSpPr>
            <p:spPr>
              <a:xfrm>
                <a:off x="4043125" y="2901638"/>
                <a:ext cx="14775" cy="147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915" extrusionOk="0">
                    <a:moveTo>
                      <a:pt x="497" y="1"/>
                    </a:moveTo>
                    <a:lnTo>
                      <a:pt x="497" y="41"/>
                    </a:lnTo>
                    <a:lnTo>
                      <a:pt x="497" y="5325"/>
                    </a:lnTo>
                    <a:lnTo>
                      <a:pt x="81" y="5767"/>
                    </a:lnTo>
                    <a:lnTo>
                      <a:pt x="1" y="5848"/>
                    </a:lnTo>
                    <a:lnTo>
                      <a:pt x="55" y="5915"/>
                    </a:lnTo>
                    <a:lnTo>
                      <a:pt x="108" y="5848"/>
                    </a:lnTo>
                    <a:lnTo>
                      <a:pt x="591" y="5365"/>
                    </a:lnTo>
                    <a:lnTo>
                      <a:pt x="591" y="14"/>
                    </a:lnTo>
                    <a:lnTo>
                      <a:pt x="5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9"/>
              <p:cNvSpPr/>
              <p:nvPr/>
            </p:nvSpPr>
            <p:spPr>
              <a:xfrm>
                <a:off x="4119900" y="2873488"/>
                <a:ext cx="137175" cy="39250"/>
              </a:xfrm>
              <a:custGeom>
                <a:avLst/>
                <a:gdLst/>
                <a:ahLst/>
                <a:cxnLst/>
                <a:rect l="l" t="t" r="r" b="b"/>
                <a:pathLst>
                  <a:path w="5487" h="1570" extrusionOk="0">
                    <a:moveTo>
                      <a:pt x="5379" y="0"/>
                    </a:moveTo>
                    <a:lnTo>
                      <a:pt x="5298" y="14"/>
                    </a:lnTo>
                    <a:lnTo>
                      <a:pt x="5312" y="81"/>
                    </a:lnTo>
                    <a:lnTo>
                      <a:pt x="5392" y="604"/>
                    </a:lnTo>
                    <a:lnTo>
                      <a:pt x="162" y="1475"/>
                    </a:lnTo>
                    <a:lnTo>
                      <a:pt x="95" y="1019"/>
                    </a:lnTo>
                    <a:lnTo>
                      <a:pt x="81" y="979"/>
                    </a:lnTo>
                    <a:lnTo>
                      <a:pt x="1" y="993"/>
                    </a:lnTo>
                    <a:lnTo>
                      <a:pt x="14" y="1033"/>
                    </a:lnTo>
                    <a:lnTo>
                      <a:pt x="95" y="1569"/>
                    </a:lnTo>
                    <a:lnTo>
                      <a:pt x="5446" y="684"/>
                    </a:lnTo>
                    <a:lnTo>
                      <a:pt x="5486" y="671"/>
                    </a:lnTo>
                    <a:lnTo>
                      <a:pt x="5392" y="67"/>
                    </a:lnTo>
                    <a:lnTo>
                      <a:pt x="5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9"/>
              <p:cNvSpPr/>
              <p:nvPr/>
            </p:nvSpPr>
            <p:spPr>
              <a:xfrm>
                <a:off x="4257375" y="3047813"/>
                <a:ext cx="1175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021" extrusionOk="0">
                    <a:moveTo>
                      <a:pt x="389" y="1"/>
                    </a:moveTo>
                    <a:lnTo>
                      <a:pt x="349" y="108"/>
                    </a:lnTo>
                    <a:lnTo>
                      <a:pt x="1" y="966"/>
                    </a:lnTo>
                    <a:lnTo>
                      <a:pt x="1" y="993"/>
                    </a:lnTo>
                    <a:lnTo>
                      <a:pt x="81" y="1020"/>
                    </a:lnTo>
                    <a:lnTo>
                      <a:pt x="94" y="980"/>
                    </a:lnTo>
                    <a:lnTo>
                      <a:pt x="443" y="108"/>
                    </a:lnTo>
                    <a:lnTo>
                      <a:pt x="470" y="41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29"/>
              <p:cNvSpPr/>
              <p:nvPr/>
            </p:nvSpPr>
            <p:spPr>
              <a:xfrm>
                <a:off x="4094100" y="3034088"/>
                <a:ext cx="64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671" extrusionOk="0">
                    <a:moveTo>
                      <a:pt x="175" y="0"/>
                    </a:moveTo>
                    <a:lnTo>
                      <a:pt x="161" y="67"/>
                    </a:lnTo>
                    <a:lnTo>
                      <a:pt x="14" y="604"/>
                    </a:lnTo>
                    <a:lnTo>
                      <a:pt x="0" y="644"/>
                    </a:lnTo>
                    <a:lnTo>
                      <a:pt x="81" y="671"/>
                    </a:lnTo>
                    <a:lnTo>
                      <a:pt x="94" y="617"/>
                    </a:lnTo>
                    <a:lnTo>
                      <a:pt x="242" y="81"/>
                    </a:lnTo>
                    <a:lnTo>
                      <a:pt x="255" y="27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29"/>
              <p:cNvSpPr/>
              <p:nvPr/>
            </p:nvSpPr>
            <p:spPr>
              <a:xfrm>
                <a:off x="4139350" y="3038088"/>
                <a:ext cx="7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806" extrusionOk="0">
                    <a:moveTo>
                      <a:pt x="229" y="1"/>
                    </a:moveTo>
                    <a:lnTo>
                      <a:pt x="202" y="68"/>
                    </a:lnTo>
                    <a:lnTo>
                      <a:pt x="28" y="698"/>
                    </a:lnTo>
                    <a:lnTo>
                      <a:pt x="1" y="779"/>
                    </a:lnTo>
                    <a:lnTo>
                      <a:pt x="81" y="806"/>
                    </a:lnTo>
                    <a:lnTo>
                      <a:pt x="108" y="712"/>
                    </a:lnTo>
                    <a:lnTo>
                      <a:pt x="282" y="81"/>
                    </a:lnTo>
                    <a:lnTo>
                      <a:pt x="309" y="28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29"/>
              <p:cNvSpPr/>
              <p:nvPr/>
            </p:nvSpPr>
            <p:spPr>
              <a:xfrm>
                <a:off x="4198375" y="3043138"/>
                <a:ext cx="9750" cy="2315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926" extrusionOk="0">
                    <a:moveTo>
                      <a:pt x="309" y="0"/>
                    </a:moveTo>
                    <a:lnTo>
                      <a:pt x="282" y="81"/>
                    </a:lnTo>
                    <a:lnTo>
                      <a:pt x="27" y="832"/>
                    </a:lnTo>
                    <a:lnTo>
                      <a:pt x="0" y="899"/>
                    </a:lnTo>
                    <a:lnTo>
                      <a:pt x="81" y="925"/>
                    </a:lnTo>
                    <a:lnTo>
                      <a:pt x="107" y="845"/>
                    </a:lnTo>
                    <a:lnTo>
                      <a:pt x="362" y="94"/>
                    </a:lnTo>
                    <a:lnTo>
                      <a:pt x="389" y="27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787" name="Google Shape;787;p29"/>
            <p:cNvCxnSpPr/>
            <p:nvPr/>
          </p:nvCxnSpPr>
          <p:spPr>
            <a:xfrm rot="10800000">
              <a:off x="8299112" y="3820363"/>
              <a:ext cx="0" cy="2007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788" name="Google Shape;788;p29"/>
            <p:cNvCxnSpPr/>
            <p:nvPr/>
          </p:nvCxnSpPr>
          <p:spPr>
            <a:xfrm>
              <a:off x="7295312" y="4666138"/>
              <a:ext cx="1117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789" name="Google Shape;789;p29"/>
            <p:cNvCxnSpPr/>
            <p:nvPr/>
          </p:nvCxnSpPr>
          <p:spPr>
            <a:xfrm rot="-5400000">
              <a:off x="8306899" y="4704619"/>
              <a:ext cx="21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0" name="Google Shape;790;p29"/>
            <p:cNvCxnSpPr/>
            <p:nvPr/>
          </p:nvCxnSpPr>
          <p:spPr>
            <a:xfrm rot="-5400000">
              <a:off x="7176049" y="4704619"/>
              <a:ext cx="23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91" name="Google Shape;791;p29"/>
          <p:cNvGrpSpPr/>
          <p:nvPr/>
        </p:nvGrpSpPr>
        <p:grpSpPr>
          <a:xfrm>
            <a:off x="7254400" y="-119500"/>
            <a:ext cx="2501400" cy="1252800"/>
            <a:chOff x="7254400" y="-119500"/>
            <a:chExt cx="2501400" cy="1252800"/>
          </a:xfrm>
        </p:grpSpPr>
        <p:grpSp>
          <p:nvGrpSpPr>
            <p:cNvPr id="792" name="Google Shape;792;p29"/>
            <p:cNvGrpSpPr/>
            <p:nvPr/>
          </p:nvGrpSpPr>
          <p:grpSpPr>
            <a:xfrm>
              <a:off x="7254400" y="-119500"/>
              <a:ext cx="2501400" cy="1252800"/>
              <a:chOff x="229300" y="3438900"/>
              <a:chExt cx="2501400" cy="1252800"/>
            </a:xfrm>
          </p:grpSpPr>
          <p:cxnSp>
            <p:nvCxnSpPr>
              <p:cNvPr id="793" name="Google Shape;793;p29"/>
              <p:cNvCxnSpPr>
                <a:endCxn id="794" idx="4"/>
              </p:cNvCxnSpPr>
              <p:nvPr/>
            </p:nvCxnSpPr>
            <p:spPr>
              <a:xfrm>
                <a:off x="641800" y="3438900"/>
                <a:ext cx="0" cy="125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795" name="Google Shape;795;p29"/>
              <p:cNvCxnSpPr>
                <a:stCxn id="794" idx="2"/>
              </p:cNvCxnSpPr>
              <p:nvPr/>
            </p:nvCxnSpPr>
            <p:spPr>
              <a:xfrm>
                <a:off x="229300" y="4279200"/>
                <a:ext cx="250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794" name="Google Shape;794;p29"/>
            <p:cNvSpPr/>
            <p:nvPr/>
          </p:nvSpPr>
          <p:spPr>
            <a:xfrm>
              <a:off x="7254400" y="308300"/>
              <a:ext cx="825000" cy="8250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" name="Google Shape;796;p29"/>
          <p:cNvGrpSpPr/>
          <p:nvPr/>
        </p:nvGrpSpPr>
        <p:grpSpPr>
          <a:xfrm>
            <a:off x="2124719" y="3359575"/>
            <a:ext cx="4894563" cy="251700"/>
            <a:chOff x="2357533" y="3245275"/>
            <a:chExt cx="4420667" cy="251700"/>
          </a:xfrm>
        </p:grpSpPr>
        <p:cxnSp>
          <p:nvCxnSpPr>
            <p:cNvPr id="797" name="Google Shape;797;p29"/>
            <p:cNvCxnSpPr/>
            <p:nvPr/>
          </p:nvCxnSpPr>
          <p:spPr>
            <a:xfrm>
              <a:off x="2365800" y="3371113"/>
              <a:ext cx="4412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798" name="Google Shape;798;p29"/>
            <p:cNvCxnSpPr/>
            <p:nvPr/>
          </p:nvCxnSpPr>
          <p:spPr>
            <a:xfrm>
              <a:off x="2357533" y="3245275"/>
              <a:ext cx="0" cy="251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" name="Google Shape;799;p29"/>
            <p:cNvCxnSpPr/>
            <p:nvPr/>
          </p:nvCxnSpPr>
          <p:spPr>
            <a:xfrm>
              <a:off x="6777133" y="3245275"/>
              <a:ext cx="0" cy="251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00" name="Google Shape;800;p29"/>
          <p:cNvGrpSpPr/>
          <p:nvPr/>
        </p:nvGrpSpPr>
        <p:grpSpPr>
          <a:xfrm>
            <a:off x="5905" y="3492425"/>
            <a:ext cx="3568445" cy="2225100"/>
            <a:chOff x="-70295" y="3492425"/>
            <a:chExt cx="3568445" cy="2225100"/>
          </a:xfrm>
        </p:grpSpPr>
        <p:cxnSp>
          <p:nvCxnSpPr>
            <p:cNvPr id="801" name="Google Shape;801;p29"/>
            <p:cNvCxnSpPr/>
            <p:nvPr/>
          </p:nvCxnSpPr>
          <p:spPr>
            <a:xfrm>
              <a:off x="713225" y="3506575"/>
              <a:ext cx="0" cy="1859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802" name="Google Shape;802;p29"/>
            <p:cNvCxnSpPr/>
            <p:nvPr/>
          </p:nvCxnSpPr>
          <p:spPr>
            <a:xfrm>
              <a:off x="-70295" y="4259063"/>
              <a:ext cx="1983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803" name="Google Shape;803;p29"/>
            <p:cNvCxnSpPr/>
            <p:nvPr/>
          </p:nvCxnSpPr>
          <p:spPr>
            <a:xfrm rot="10800000">
              <a:off x="593675" y="3492425"/>
              <a:ext cx="23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4" name="Google Shape;804;p29"/>
            <p:cNvSpPr/>
            <p:nvPr/>
          </p:nvSpPr>
          <p:spPr>
            <a:xfrm rot="10800000">
              <a:off x="943075" y="4194725"/>
              <a:ext cx="591000" cy="591000"/>
            </a:xfrm>
            <a:prstGeom prst="pie">
              <a:avLst>
                <a:gd name="adj1" fmla="val 10743844"/>
                <a:gd name="adj2" fmla="val 1620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05" name="Google Shape;805;p29"/>
            <p:cNvCxnSpPr>
              <a:stCxn id="804" idx="3"/>
            </p:cNvCxnSpPr>
            <p:nvPr/>
          </p:nvCxnSpPr>
          <p:spPr>
            <a:xfrm>
              <a:off x="1238575" y="4785725"/>
              <a:ext cx="0" cy="93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06" name="Google Shape;806;p29"/>
            <p:cNvCxnSpPr/>
            <p:nvPr/>
          </p:nvCxnSpPr>
          <p:spPr>
            <a:xfrm>
              <a:off x="1244250" y="4488325"/>
              <a:ext cx="2253900" cy="103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A58D3C45-F32F-B62F-0F72-C7B59A477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2650" y="2219223"/>
            <a:ext cx="4838700" cy="21909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Sharing Session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4991EA-8715-00CC-3A38-6224720B11D0}"/>
              </a:ext>
            </a:extLst>
          </p:cNvPr>
          <p:cNvGrpSpPr/>
          <p:nvPr/>
        </p:nvGrpSpPr>
        <p:grpSpPr>
          <a:xfrm>
            <a:off x="-1418299" y="-419763"/>
            <a:ext cx="6297396" cy="1384602"/>
            <a:chOff x="1664536" y="-459964"/>
            <a:chExt cx="6297396" cy="1384602"/>
          </a:xfrm>
        </p:grpSpPr>
        <p:pic>
          <p:nvPicPr>
            <p:cNvPr id="1026" name="Picture 2" descr="ASIA to JAPAN、⽇本経済新聞社と業務提携 | ASIA to JAPAN |  海外大の日本語が話せる新卒理系【IT・機械・電気・電子】の就職支援">
              <a:extLst>
                <a:ext uri="{FF2B5EF4-FFF2-40B4-BE49-F238E27FC236}">
                  <a16:creationId xmlns:a16="http://schemas.microsoft.com/office/drawing/2014/main" id="{7E82538C-23D4-885E-050E-D11E833931B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498"/>
            <a:stretch>
              <a:fillRect/>
            </a:stretch>
          </p:blipFill>
          <p:spPr bwMode="auto">
            <a:xfrm>
              <a:off x="3125678" y="-448940"/>
              <a:ext cx="3415157" cy="13735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BF1EBD60-D34F-CF38-BD2A-A7BA30D546CB}"/>
                </a:ext>
              </a:extLst>
            </p:cNvPr>
            <p:cNvSpPr/>
            <p:nvPr/>
          </p:nvSpPr>
          <p:spPr>
            <a:xfrm rot="10800000">
              <a:off x="5054468" y="-459964"/>
              <a:ext cx="2907464" cy="1373580"/>
            </a:xfrm>
            <a:prstGeom prst="triangle">
              <a:avLst>
                <a:gd name="adj" fmla="val 4943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8479FFC-3567-D4C1-8B1E-D88FE4ED65F7}"/>
                </a:ext>
              </a:extLst>
            </p:cNvPr>
            <p:cNvSpPr/>
            <p:nvPr/>
          </p:nvSpPr>
          <p:spPr>
            <a:xfrm rot="10800000">
              <a:off x="1664536" y="-448940"/>
              <a:ext cx="2907464" cy="137357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1;p30">
            <a:extLst>
              <a:ext uri="{FF2B5EF4-FFF2-40B4-BE49-F238E27FC236}">
                <a16:creationId xmlns:a16="http://schemas.microsoft.com/office/drawing/2014/main" id="{045DE24B-4C21-A23F-E3BD-56DC4E10BFD5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r>
              <a:rPr lang="en-US" dirty="0"/>
              <a:t>Profile</a:t>
            </a:r>
          </a:p>
        </p:txBody>
      </p:sp>
      <p:sp>
        <p:nvSpPr>
          <p:cNvPr id="8" name="Google Shape;813;p30">
            <a:extLst>
              <a:ext uri="{FF2B5EF4-FFF2-40B4-BE49-F238E27FC236}">
                <a16:creationId xmlns:a16="http://schemas.microsoft.com/office/drawing/2014/main" id="{802018FC-8295-545C-027A-841B20529D5F}"/>
              </a:ext>
            </a:extLst>
          </p:cNvPr>
          <p:cNvSpPr txBox="1"/>
          <p:nvPr/>
        </p:nvSpPr>
        <p:spPr>
          <a:xfrm>
            <a:off x="720000" y="1063725"/>
            <a:ext cx="3760560" cy="123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Hello! </a:t>
            </a:r>
            <a:r>
              <a:rPr lang="en-US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M</a:t>
            </a:r>
            <a:r>
              <a:rPr lang="en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y name is Pansie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b="1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lvl="0"/>
            <a:r>
              <a:rPr lang="en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I majored  got my </a:t>
            </a:r>
            <a:r>
              <a:rPr lang="en-US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B</a:t>
            </a:r>
            <a:r>
              <a:rPr lang="en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achelor </a:t>
            </a:r>
            <a:r>
              <a:rPr lang="en-US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‘s </a:t>
            </a:r>
            <a:r>
              <a:rPr lang="en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degree in aerospace engineering  </a:t>
            </a:r>
            <a:endParaRPr lang="en-US" sz="1200" b="1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lvl="0"/>
            <a:r>
              <a:rPr lang="en-US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My interests are modeling dynamical systems and</a:t>
            </a:r>
          </a:p>
          <a:p>
            <a:pPr lvl="0"/>
            <a:r>
              <a:rPr lang="en-US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developing control  algorithms, and  parameter estimation</a:t>
            </a:r>
          </a:p>
          <a:p>
            <a:pPr lvl="0"/>
            <a:endParaRPr lang="en-US" sz="1200" b="1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4" name="Google Shape;811;p30">
            <a:extLst>
              <a:ext uri="{FF2B5EF4-FFF2-40B4-BE49-F238E27FC236}">
                <a16:creationId xmlns:a16="http://schemas.microsoft.com/office/drawing/2014/main" id="{DF068DF1-E448-AC74-C01D-B039BDF24B20}"/>
              </a:ext>
            </a:extLst>
          </p:cNvPr>
          <p:cNvSpPr txBox="1">
            <a:spLocks/>
          </p:cNvSpPr>
          <p:nvPr/>
        </p:nvSpPr>
        <p:spPr>
          <a:xfrm>
            <a:off x="4804756" y="245670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r>
              <a:rPr lang="en-US" dirty="0"/>
              <a:t>Japanese</a:t>
            </a:r>
            <a:r>
              <a:rPr lang="ar-EG" dirty="0"/>
              <a:t> </a:t>
            </a:r>
            <a:r>
              <a:rPr lang="en-US" dirty="0"/>
              <a:t>studies</a:t>
            </a:r>
          </a:p>
        </p:txBody>
      </p:sp>
      <p:sp>
        <p:nvSpPr>
          <p:cNvPr id="15" name="Google Shape;813;p30">
            <a:extLst>
              <a:ext uri="{FF2B5EF4-FFF2-40B4-BE49-F238E27FC236}">
                <a16:creationId xmlns:a16="http://schemas.microsoft.com/office/drawing/2014/main" id="{681727FA-77CC-5C03-26DE-EFA9F74E4F06}"/>
              </a:ext>
            </a:extLst>
          </p:cNvPr>
          <p:cNvSpPr txBox="1"/>
          <p:nvPr/>
        </p:nvSpPr>
        <p:spPr>
          <a:xfrm>
            <a:off x="4804756" y="2987076"/>
            <a:ext cx="3968378" cy="1298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/>
            <a:r>
              <a:rPr lang="en-US" sz="1200" b="1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I started learning Japanese when I learned about  the chance to work in Japan.</a:t>
            </a:r>
            <a:endParaRPr lang="en" sz="1200" b="1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Commissioner"/>
              <a:sym typeface="Commissioner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Commissioner"/>
                <a:sym typeface="Commissioner"/>
              </a:rPr>
              <a:t>After that I started taking Japanese classes with </a:t>
            </a:r>
            <a:r>
              <a:rPr lang="en-US" sz="1200" b="1" dirty="0" err="1">
                <a:solidFill>
                  <a:schemeClr val="dk1"/>
                </a:solidFill>
                <a:latin typeface="Commissioner"/>
                <a:sym typeface="Commissioner"/>
              </a:rPr>
              <a:t>AtoJ</a:t>
            </a:r>
            <a:r>
              <a:rPr lang="en-US" sz="1200" b="1" dirty="0">
                <a:solidFill>
                  <a:schemeClr val="dk1"/>
                </a:solidFill>
                <a:latin typeface="Commissioner"/>
                <a:sym typeface="Commissioner"/>
              </a:rPr>
              <a:t>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Commissioner"/>
              <a:sym typeface="Commissioner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Commissioner"/>
                <a:sym typeface="Commissioner"/>
              </a:rPr>
              <a:t>I tried to balance the Japanese classes and my  normal studies by attending as much as possible.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Commissioner"/>
              <a:sym typeface="Commissioner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Commissioner"/>
                <a:sym typeface="Commissioner"/>
              </a:rPr>
              <a:t>After a year, I received an email that I can start applying for jobs</a:t>
            </a:r>
            <a:endParaRPr sz="1200" b="1" dirty="0">
              <a:solidFill>
                <a:schemeClr val="dk1"/>
              </a:solidFill>
              <a:latin typeface="Commissioner"/>
              <a:sym typeface="Commission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F5A14B-B699-473B-EC18-0A286A451B2E}"/>
              </a:ext>
            </a:extLst>
          </p:cNvPr>
          <p:cNvSpPr/>
          <p:nvPr/>
        </p:nvSpPr>
        <p:spPr>
          <a:xfrm>
            <a:off x="473825" y="445025"/>
            <a:ext cx="4098175" cy="2796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2056BF-1648-7A17-A967-F4E02DD6CD09}"/>
              </a:ext>
            </a:extLst>
          </p:cNvPr>
          <p:cNvSpPr/>
          <p:nvPr/>
        </p:nvSpPr>
        <p:spPr>
          <a:xfrm>
            <a:off x="4739857" y="2227811"/>
            <a:ext cx="4098175" cy="2796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oogle Shape;2694;p49">
            <a:extLst>
              <a:ext uri="{FF2B5EF4-FFF2-40B4-BE49-F238E27FC236}">
                <a16:creationId xmlns:a16="http://schemas.microsoft.com/office/drawing/2014/main" id="{6F059CD6-10EC-02E0-F2EC-E8391ACF657D}"/>
              </a:ext>
            </a:extLst>
          </p:cNvPr>
          <p:cNvGrpSpPr/>
          <p:nvPr/>
        </p:nvGrpSpPr>
        <p:grpSpPr>
          <a:xfrm>
            <a:off x="5160120" y="615831"/>
            <a:ext cx="3257647" cy="1063188"/>
            <a:chOff x="3723697" y="2022798"/>
            <a:chExt cx="3257647" cy="1063188"/>
          </a:xfrm>
        </p:grpSpPr>
        <p:sp>
          <p:nvSpPr>
            <p:cNvPr id="20" name="Google Shape;2695;p49">
              <a:extLst>
                <a:ext uri="{FF2B5EF4-FFF2-40B4-BE49-F238E27FC236}">
                  <a16:creationId xmlns:a16="http://schemas.microsoft.com/office/drawing/2014/main" id="{164FD465-4DC0-81B9-0102-40DC4B533060}"/>
                </a:ext>
              </a:extLst>
            </p:cNvPr>
            <p:cNvSpPr/>
            <p:nvPr/>
          </p:nvSpPr>
          <p:spPr>
            <a:xfrm>
              <a:off x="4934096" y="2738266"/>
              <a:ext cx="149516" cy="152381"/>
            </a:xfrm>
            <a:custGeom>
              <a:avLst/>
              <a:gdLst/>
              <a:ahLst/>
              <a:cxnLst/>
              <a:rect l="l" t="t" r="r" b="b"/>
              <a:pathLst>
                <a:path w="7934" h="8086" extrusionOk="0">
                  <a:moveTo>
                    <a:pt x="6778" y="1"/>
                  </a:moveTo>
                  <a:lnTo>
                    <a:pt x="0" y="6779"/>
                  </a:lnTo>
                  <a:lnTo>
                    <a:pt x="0" y="8086"/>
                  </a:lnTo>
                  <a:lnTo>
                    <a:pt x="7934" y="153"/>
                  </a:lnTo>
                  <a:lnTo>
                    <a:pt x="6778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696;p49">
              <a:extLst>
                <a:ext uri="{FF2B5EF4-FFF2-40B4-BE49-F238E27FC236}">
                  <a16:creationId xmlns:a16="http://schemas.microsoft.com/office/drawing/2014/main" id="{558D5109-CEA7-AB74-6516-4D34D8334D5A}"/>
                </a:ext>
              </a:extLst>
            </p:cNvPr>
            <p:cNvSpPr/>
            <p:nvPr/>
          </p:nvSpPr>
          <p:spPr>
            <a:xfrm>
              <a:off x="4903151" y="2667236"/>
              <a:ext cx="46415" cy="352288"/>
            </a:xfrm>
            <a:custGeom>
              <a:avLst/>
              <a:gdLst/>
              <a:ahLst/>
              <a:cxnLst/>
              <a:rect l="l" t="t" r="r" b="b"/>
              <a:pathLst>
                <a:path w="2463" h="18694" extrusionOk="0">
                  <a:moveTo>
                    <a:pt x="1247" y="1"/>
                  </a:moveTo>
                  <a:cubicBezTo>
                    <a:pt x="578" y="1"/>
                    <a:pt x="1" y="548"/>
                    <a:pt x="1" y="1216"/>
                  </a:cubicBezTo>
                  <a:lnTo>
                    <a:pt x="1" y="18694"/>
                  </a:lnTo>
                  <a:lnTo>
                    <a:pt x="2463" y="18694"/>
                  </a:lnTo>
                  <a:lnTo>
                    <a:pt x="2463" y="1216"/>
                  </a:lnTo>
                  <a:cubicBezTo>
                    <a:pt x="2463" y="548"/>
                    <a:pt x="1916" y="1"/>
                    <a:pt x="1247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697;p49">
              <a:extLst>
                <a:ext uri="{FF2B5EF4-FFF2-40B4-BE49-F238E27FC236}">
                  <a16:creationId xmlns:a16="http://schemas.microsoft.com/office/drawing/2014/main" id="{CCA8BAFD-9158-1FA8-EDBC-6459AE65FF48}"/>
                </a:ext>
              </a:extLst>
            </p:cNvPr>
            <p:cNvSpPr/>
            <p:nvPr/>
          </p:nvSpPr>
          <p:spPr>
            <a:xfrm>
              <a:off x="4871660" y="2996626"/>
              <a:ext cx="109998" cy="34957"/>
            </a:xfrm>
            <a:custGeom>
              <a:avLst/>
              <a:gdLst/>
              <a:ahLst/>
              <a:cxnLst/>
              <a:rect l="l" t="t" r="r" b="b"/>
              <a:pathLst>
                <a:path w="5837" h="1855" extrusionOk="0">
                  <a:moveTo>
                    <a:pt x="0" y="0"/>
                  </a:moveTo>
                  <a:lnTo>
                    <a:pt x="0" y="1854"/>
                  </a:lnTo>
                  <a:lnTo>
                    <a:pt x="5836" y="1854"/>
                  </a:lnTo>
                  <a:lnTo>
                    <a:pt x="5836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698;p49">
              <a:extLst>
                <a:ext uri="{FF2B5EF4-FFF2-40B4-BE49-F238E27FC236}">
                  <a16:creationId xmlns:a16="http://schemas.microsoft.com/office/drawing/2014/main" id="{1406E032-681A-9119-6F07-99CC400A71E6}"/>
                </a:ext>
              </a:extLst>
            </p:cNvPr>
            <p:cNvSpPr/>
            <p:nvPr/>
          </p:nvSpPr>
          <p:spPr>
            <a:xfrm>
              <a:off x="4818382" y="2938768"/>
              <a:ext cx="64733" cy="147217"/>
            </a:xfrm>
            <a:custGeom>
              <a:avLst/>
              <a:gdLst/>
              <a:ahLst/>
              <a:cxnLst/>
              <a:rect l="l" t="t" r="r" b="b"/>
              <a:pathLst>
                <a:path w="3435" h="7812" extrusionOk="0">
                  <a:moveTo>
                    <a:pt x="1733" y="0"/>
                  </a:moveTo>
                  <a:cubicBezTo>
                    <a:pt x="791" y="0"/>
                    <a:pt x="0" y="760"/>
                    <a:pt x="0" y="1702"/>
                  </a:cubicBezTo>
                  <a:lnTo>
                    <a:pt x="0" y="6079"/>
                  </a:lnTo>
                  <a:cubicBezTo>
                    <a:pt x="0" y="7022"/>
                    <a:pt x="791" y="7812"/>
                    <a:pt x="1733" y="7812"/>
                  </a:cubicBezTo>
                  <a:cubicBezTo>
                    <a:pt x="2675" y="7812"/>
                    <a:pt x="3435" y="7022"/>
                    <a:pt x="3435" y="6079"/>
                  </a:cubicBezTo>
                  <a:lnTo>
                    <a:pt x="3435" y="1702"/>
                  </a:lnTo>
                  <a:cubicBezTo>
                    <a:pt x="3435" y="760"/>
                    <a:pt x="2675" y="0"/>
                    <a:pt x="1733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699;p49">
              <a:extLst>
                <a:ext uri="{FF2B5EF4-FFF2-40B4-BE49-F238E27FC236}">
                  <a16:creationId xmlns:a16="http://schemas.microsoft.com/office/drawing/2014/main" id="{A0C6972F-27FB-79F5-B977-6C9AB47FCE8F}"/>
                </a:ext>
              </a:extLst>
            </p:cNvPr>
            <p:cNvSpPr/>
            <p:nvPr/>
          </p:nvSpPr>
          <p:spPr>
            <a:xfrm>
              <a:off x="4970186" y="2938768"/>
              <a:ext cx="64167" cy="147217"/>
            </a:xfrm>
            <a:custGeom>
              <a:avLst/>
              <a:gdLst/>
              <a:ahLst/>
              <a:cxnLst/>
              <a:rect l="l" t="t" r="r" b="b"/>
              <a:pathLst>
                <a:path w="3405" h="7812" extrusionOk="0">
                  <a:moveTo>
                    <a:pt x="1702" y="0"/>
                  </a:moveTo>
                  <a:cubicBezTo>
                    <a:pt x="760" y="0"/>
                    <a:pt x="0" y="760"/>
                    <a:pt x="0" y="1702"/>
                  </a:cubicBezTo>
                  <a:lnTo>
                    <a:pt x="0" y="6079"/>
                  </a:lnTo>
                  <a:cubicBezTo>
                    <a:pt x="0" y="7022"/>
                    <a:pt x="760" y="7812"/>
                    <a:pt x="1702" y="7812"/>
                  </a:cubicBezTo>
                  <a:cubicBezTo>
                    <a:pt x="2645" y="7812"/>
                    <a:pt x="3404" y="7022"/>
                    <a:pt x="3404" y="6079"/>
                  </a:cubicBezTo>
                  <a:lnTo>
                    <a:pt x="3404" y="1702"/>
                  </a:lnTo>
                  <a:cubicBezTo>
                    <a:pt x="3404" y="760"/>
                    <a:pt x="2645" y="0"/>
                    <a:pt x="1702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700;p49">
              <a:extLst>
                <a:ext uri="{FF2B5EF4-FFF2-40B4-BE49-F238E27FC236}">
                  <a16:creationId xmlns:a16="http://schemas.microsoft.com/office/drawing/2014/main" id="{22311108-BBC6-6CE3-1807-D9FB43DEED52}"/>
                </a:ext>
              </a:extLst>
            </p:cNvPr>
            <p:cNvSpPr/>
            <p:nvPr/>
          </p:nvSpPr>
          <p:spPr>
            <a:xfrm>
              <a:off x="3723697" y="2498244"/>
              <a:ext cx="1621047" cy="341999"/>
            </a:xfrm>
            <a:custGeom>
              <a:avLst/>
              <a:gdLst/>
              <a:ahLst/>
              <a:cxnLst/>
              <a:rect l="l" t="t" r="r" b="b"/>
              <a:pathLst>
                <a:path w="86020" h="18148" extrusionOk="0">
                  <a:moveTo>
                    <a:pt x="0" y="1"/>
                  </a:moveTo>
                  <a:lnTo>
                    <a:pt x="213" y="2098"/>
                  </a:lnTo>
                  <a:lnTo>
                    <a:pt x="72099" y="12889"/>
                  </a:lnTo>
                  <a:cubicBezTo>
                    <a:pt x="72919" y="13010"/>
                    <a:pt x="73710" y="13436"/>
                    <a:pt x="74257" y="14104"/>
                  </a:cubicBezTo>
                  <a:lnTo>
                    <a:pt x="77205" y="17661"/>
                  </a:lnTo>
                  <a:cubicBezTo>
                    <a:pt x="77448" y="17965"/>
                    <a:pt x="77783" y="18147"/>
                    <a:pt x="78178" y="18147"/>
                  </a:cubicBezTo>
                  <a:lnTo>
                    <a:pt x="86020" y="18147"/>
                  </a:lnTo>
                  <a:lnTo>
                    <a:pt x="83831" y="3192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701;p49">
              <a:extLst>
                <a:ext uri="{FF2B5EF4-FFF2-40B4-BE49-F238E27FC236}">
                  <a16:creationId xmlns:a16="http://schemas.microsoft.com/office/drawing/2014/main" id="{B34CAE8E-A2F3-2EA2-9818-FCA01360D300}"/>
                </a:ext>
              </a:extLst>
            </p:cNvPr>
            <p:cNvSpPr/>
            <p:nvPr/>
          </p:nvSpPr>
          <p:spPr>
            <a:xfrm>
              <a:off x="4430570" y="2592775"/>
              <a:ext cx="281262" cy="281827"/>
            </a:xfrm>
            <a:custGeom>
              <a:avLst/>
              <a:gdLst/>
              <a:ahLst/>
              <a:cxnLst/>
              <a:rect l="l" t="t" r="r" b="b"/>
              <a:pathLst>
                <a:path w="14925" h="14955" extrusionOk="0">
                  <a:moveTo>
                    <a:pt x="7478" y="0"/>
                  </a:moveTo>
                  <a:cubicBezTo>
                    <a:pt x="3344" y="0"/>
                    <a:pt x="0" y="3344"/>
                    <a:pt x="0" y="7478"/>
                  </a:cubicBezTo>
                  <a:cubicBezTo>
                    <a:pt x="0" y="11611"/>
                    <a:pt x="3344" y="14955"/>
                    <a:pt x="7478" y="14955"/>
                  </a:cubicBezTo>
                  <a:cubicBezTo>
                    <a:pt x="11581" y="14955"/>
                    <a:pt x="14925" y="11611"/>
                    <a:pt x="14925" y="7478"/>
                  </a:cubicBezTo>
                  <a:cubicBezTo>
                    <a:pt x="14925" y="3344"/>
                    <a:pt x="11581" y="0"/>
                    <a:pt x="7478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02;p49">
              <a:extLst>
                <a:ext uri="{FF2B5EF4-FFF2-40B4-BE49-F238E27FC236}">
                  <a16:creationId xmlns:a16="http://schemas.microsoft.com/office/drawing/2014/main" id="{2DA61F29-6205-ACDF-AC65-DAA1761A22CA}"/>
                </a:ext>
              </a:extLst>
            </p:cNvPr>
            <p:cNvSpPr/>
            <p:nvPr/>
          </p:nvSpPr>
          <p:spPr>
            <a:xfrm>
              <a:off x="4439164" y="2614052"/>
              <a:ext cx="264075" cy="239633"/>
            </a:xfrm>
            <a:custGeom>
              <a:avLst/>
              <a:gdLst/>
              <a:ahLst/>
              <a:cxnLst/>
              <a:rect l="l" t="t" r="r" b="b"/>
              <a:pathLst>
                <a:path w="14013" h="12716" extrusionOk="0">
                  <a:moveTo>
                    <a:pt x="6992" y="0"/>
                  </a:moveTo>
                  <a:cubicBezTo>
                    <a:pt x="4127" y="0"/>
                    <a:pt x="1522" y="1958"/>
                    <a:pt x="821" y="4890"/>
                  </a:cubicBezTo>
                  <a:cubicBezTo>
                    <a:pt x="0" y="8294"/>
                    <a:pt x="2128" y="11729"/>
                    <a:pt x="5532" y="12549"/>
                  </a:cubicBezTo>
                  <a:cubicBezTo>
                    <a:pt x="6021" y="12662"/>
                    <a:pt x="6510" y="12716"/>
                    <a:pt x="6990" y="12716"/>
                  </a:cubicBezTo>
                  <a:cubicBezTo>
                    <a:pt x="9884" y="12716"/>
                    <a:pt x="12488" y="10757"/>
                    <a:pt x="13192" y="7838"/>
                  </a:cubicBezTo>
                  <a:cubicBezTo>
                    <a:pt x="14013" y="4403"/>
                    <a:pt x="11885" y="968"/>
                    <a:pt x="8481" y="178"/>
                  </a:cubicBezTo>
                  <a:cubicBezTo>
                    <a:pt x="7982" y="58"/>
                    <a:pt x="7483" y="0"/>
                    <a:pt x="6992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03;p49">
              <a:extLst>
                <a:ext uri="{FF2B5EF4-FFF2-40B4-BE49-F238E27FC236}">
                  <a16:creationId xmlns:a16="http://schemas.microsoft.com/office/drawing/2014/main" id="{9D353F44-B936-966C-E7F1-85B52D2DCD63}"/>
                </a:ext>
              </a:extLst>
            </p:cNvPr>
            <p:cNvSpPr/>
            <p:nvPr/>
          </p:nvSpPr>
          <p:spPr>
            <a:xfrm>
              <a:off x="4487843" y="2650632"/>
              <a:ext cx="166722" cy="166119"/>
            </a:xfrm>
            <a:custGeom>
              <a:avLst/>
              <a:gdLst/>
              <a:ahLst/>
              <a:cxnLst/>
              <a:rect l="l" t="t" r="r" b="b"/>
              <a:pathLst>
                <a:path w="8847" h="8815" fill="none" extrusionOk="0">
                  <a:moveTo>
                    <a:pt x="8846" y="4408"/>
                  </a:moveTo>
                  <a:cubicBezTo>
                    <a:pt x="8846" y="6839"/>
                    <a:pt x="6870" y="8815"/>
                    <a:pt x="4439" y="8815"/>
                  </a:cubicBezTo>
                  <a:cubicBezTo>
                    <a:pt x="1977" y="8815"/>
                    <a:pt x="1" y="6839"/>
                    <a:pt x="1" y="4408"/>
                  </a:cubicBezTo>
                  <a:cubicBezTo>
                    <a:pt x="1" y="1976"/>
                    <a:pt x="1977" y="0"/>
                    <a:pt x="4439" y="0"/>
                  </a:cubicBezTo>
                  <a:cubicBezTo>
                    <a:pt x="6870" y="0"/>
                    <a:pt x="8846" y="1976"/>
                    <a:pt x="8846" y="4408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04;p49">
              <a:extLst>
                <a:ext uri="{FF2B5EF4-FFF2-40B4-BE49-F238E27FC236}">
                  <a16:creationId xmlns:a16="http://schemas.microsoft.com/office/drawing/2014/main" id="{E613EE88-0F11-A36F-7D63-A30B9F0C8777}"/>
                </a:ext>
              </a:extLst>
            </p:cNvPr>
            <p:cNvSpPr/>
            <p:nvPr/>
          </p:nvSpPr>
          <p:spPr>
            <a:xfrm>
              <a:off x="4554294" y="2717083"/>
              <a:ext cx="33827" cy="33808"/>
            </a:xfrm>
            <a:custGeom>
              <a:avLst/>
              <a:gdLst/>
              <a:ahLst/>
              <a:cxnLst/>
              <a:rect l="l" t="t" r="r" b="b"/>
              <a:pathLst>
                <a:path w="1795" h="1794" fill="none" extrusionOk="0">
                  <a:moveTo>
                    <a:pt x="1794" y="882"/>
                  </a:moveTo>
                  <a:cubicBezTo>
                    <a:pt x="1794" y="1368"/>
                    <a:pt x="1399" y="1793"/>
                    <a:pt x="913" y="1793"/>
                  </a:cubicBezTo>
                  <a:cubicBezTo>
                    <a:pt x="396" y="1793"/>
                    <a:pt x="1" y="1368"/>
                    <a:pt x="1" y="882"/>
                  </a:cubicBezTo>
                  <a:cubicBezTo>
                    <a:pt x="1" y="395"/>
                    <a:pt x="396" y="0"/>
                    <a:pt x="913" y="0"/>
                  </a:cubicBezTo>
                  <a:cubicBezTo>
                    <a:pt x="1399" y="0"/>
                    <a:pt x="1794" y="395"/>
                    <a:pt x="1794" y="88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05;p49">
              <a:extLst>
                <a:ext uri="{FF2B5EF4-FFF2-40B4-BE49-F238E27FC236}">
                  <a16:creationId xmlns:a16="http://schemas.microsoft.com/office/drawing/2014/main" id="{B5262E8F-831D-85F2-D2DB-7E39ADFE226A}"/>
                </a:ext>
              </a:extLst>
            </p:cNvPr>
            <p:cNvSpPr/>
            <p:nvPr/>
          </p:nvSpPr>
          <p:spPr>
            <a:xfrm>
              <a:off x="4539406" y="2658077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1703" y="3131"/>
                  </a:moveTo>
                  <a:cubicBezTo>
                    <a:pt x="1703" y="3131"/>
                    <a:pt x="1764" y="760"/>
                    <a:pt x="1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06;p49">
              <a:extLst>
                <a:ext uri="{FF2B5EF4-FFF2-40B4-BE49-F238E27FC236}">
                  <a16:creationId xmlns:a16="http://schemas.microsoft.com/office/drawing/2014/main" id="{57AD47B4-B517-60F6-5232-34F65F0ACBE1}"/>
                </a:ext>
              </a:extLst>
            </p:cNvPr>
            <p:cNvSpPr/>
            <p:nvPr/>
          </p:nvSpPr>
          <p:spPr>
            <a:xfrm>
              <a:off x="4494722" y="2689003"/>
              <a:ext cx="64186" cy="33243"/>
            </a:xfrm>
            <a:custGeom>
              <a:avLst/>
              <a:gdLst/>
              <a:ahLst/>
              <a:cxnLst/>
              <a:rect l="l" t="t" r="r" b="b"/>
              <a:pathLst>
                <a:path w="3406" h="1764" fill="none" extrusionOk="0">
                  <a:moveTo>
                    <a:pt x="3405" y="1764"/>
                  </a:moveTo>
                  <a:cubicBezTo>
                    <a:pt x="3405" y="1764"/>
                    <a:pt x="1794" y="1"/>
                    <a:pt x="1" y="73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07;p49">
              <a:extLst>
                <a:ext uri="{FF2B5EF4-FFF2-40B4-BE49-F238E27FC236}">
                  <a16:creationId xmlns:a16="http://schemas.microsoft.com/office/drawing/2014/main" id="{2AE73E4F-0443-1EAB-9D52-1AE6D331C575}"/>
                </a:ext>
              </a:extLst>
            </p:cNvPr>
            <p:cNvSpPr/>
            <p:nvPr/>
          </p:nvSpPr>
          <p:spPr>
            <a:xfrm>
              <a:off x="4494722" y="2732537"/>
              <a:ext cx="59023" cy="33243"/>
            </a:xfrm>
            <a:custGeom>
              <a:avLst/>
              <a:gdLst/>
              <a:ahLst/>
              <a:cxnLst/>
              <a:rect l="l" t="t" r="r" b="b"/>
              <a:pathLst>
                <a:path w="3132" h="1764" fill="none" extrusionOk="0">
                  <a:moveTo>
                    <a:pt x="3131" y="92"/>
                  </a:moveTo>
                  <a:cubicBezTo>
                    <a:pt x="3131" y="92"/>
                    <a:pt x="761" y="1"/>
                    <a:pt x="1" y="1764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08;p49">
              <a:extLst>
                <a:ext uri="{FF2B5EF4-FFF2-40B4-BE49-F238E27FC236}">
                  <a16:creationId xmlns:a16="http://schemas.microsoft.com/office/drawing/2014/main" id="{9F269A3A-A736-A945-92BD-E70A85E5EC22}"/>
                </a:ext>
              </a:extLst>
            </p:cNvPr>
            <p:cNvSpPr/>
            <p:nvPr/>
          </p:nvSpPr>
          <p:spPr>
            <a:xfrm>
              <a:off x="4526232" y="2746295"/>
              <a:ext cx="32677" cy="64167"/>
            </a:xfrm>
            <a:custGeom>
              <a:avLst/>
              <a:gdLst/>
              <a:ahLst/>
              <a:cxnLst/>
              <a:rect l="l" t="t" r="r" b="b"/>
              <a:pathLst>
                <a:path w="1734" h="3405" fill="none" extrusionOk="0">
                  <a:moveTo>
                    <a:pt x="1733" y="0"/>
                  </a:moveTo>
                  <a:cubicBezTo>
                    <a:pt x="1733" y="0"/>
                    <a:pt x="0" y="1642"/>
                    <a:pt x="700" y="3405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09;p49">
              <a:extLst>
                <a:ext uri="{FF2B5EF4-FFF2-40B4-BE49-F238E27FC236}">
                  <a16:creationId xmlns:a16="http://schemas.microsoft.com/office/drawing/2014/main" id="{D0A0449E-0B9E-A428-A7B4-364B90020E12}"/>
                </a:ext>
              </a:extLst>
            </p:cNvPr>
            <p:cNvSpPr/>
            <p:nvPr/>
          </p:nvSpPr>
          <p:spPr>
            <a:xfrm>
              <a:off x="4569766" y="2751440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92" y="1"/>
                  </a:moveTo>
                  <a:cubicBezTo>
                    <a:pt x="92" y="1"/>
                    <a:pt x="1" y="2402"/>
                    <a:pt x="1764" y="3132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10;p49">
              <a:extLst>
                <a:ext uri="{FF2B5EF4-FFF2-40B4-BE49-F238E27FC236}">
                  <a16:creationId xmlns:a16="http://schemas.microsoft.com/office/drawing/2014/main" id="{1A425312-F4C6-EB07-595A-A6B3311CC9B6}"/>
                </a:ext>
              </a:extLst>
            </p:cNvPr>
            <p:cNvSpPr/>
            <p:nvPr/>
          </p:nvSpPr>
          <p:spPr>
            <a:xfrm>
              <a:off x="4583524" y="2746295"/>
              <a:ext cx="64167" cy="33243"/>
            </a:xfrm>
            <a:custGeom>
              <a:avLst/>
              <a:gdLst/>
              <a:ahLst/>
              <a:cxnLst/>
              <a:rect l="l" t="t" r="r" b="b"/>
              <a:pathLst>
                <a:path w="3405" h="1764" fill="none" extrusionOk="0">
                  <a:moveTo>
                    <a:pt x="0" y="0"/>
                  </a:moveTo>
                  <a:cubicBezTo>
                    <a:pt x="0" y="0"/>
                    <a:pt x="1641" y="1763"/>
                    <a:pt x="3404" y="1034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11;p49">
              <a:extLst>
                <a:ext uri="{FF2B5EF4-FFF2-40B4-BE49-F238E27FC236}">
                  <a16:creationId xmlns:a16="http://schemas.microsoft.com/office/drawing/2014/main" id="{964E3F8E-508E-7B5A-FCB1-783AF01FD870}"/>
                </a:ext>
              </a:extLst>
            </p:cNvPr>
            <p:cNvSpPr/>
            <p:nvPr/>
          </p:nvSpPr>
          <p:spPr>
            <a:xfrm>
              <a:off x="4588669" y="2702760"/>
              <a:ext cx="59023" cy="33243"/>
            </a:xfrm>
            <a:custGeom>
              <a:avLst/>
              <a:gdLst/>
              <a:ahLst/>
              <a:cxnLst/>
              <a:rect l="l" t="t" r="r" b="b"/>
              <a:pathLst>
                <a:path w="3132" h="1764" fill="none" extrusionOk="0">
                  <a:moveTo>
                    <a:pt x="1" y="1672"/>
                  </a:moveTo>
                  <a:cubicBezTo>
                    <a:pt x="1" y="1672"/>
                    <a:pt x="2371" y="1763"/>
                    <a:pt x="3131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12;p49">
              <a:extLst>
                <a:ext uri="{FF2B5EF4-FFF2-40B4-BE49-F238E27FC236}">
                  <a16:creationId xmlns:a16="http://schemas.microsoft.com/office/drawing/2014/main" id="{0D2861B9-7CE4-2031-1ACF-9D2FCD560865}"/>
                </a:ext>
              </a:extLst>
            </p:cNvPr>
            <p:cNvSpPr/>
            <p:nvPr/>
          </p:nvSpPr>
          <p:spPr>
            <a:xfrm>
              <a:off x="4583524" y="2658077"/>
              <a:ext cx="33224" cy="64167"/>
            </a:xfrm>
            <a:custGeom>
              <a:avLst/>
              <a:gdLst/>
              <a:ahLst/>
              <a:cxnLst/>
              <a:rect l="l" t="t" r="r" b="b"/>
              <a:pathLst>
                <a:path w="1763" h="3405" fill="none" extrusionOk="0">
                  <a:moveTo>
                    <a:pt x="0" y="3405"/>
                  </a:moveTo>
                  <a:cubicBezTo>
                    <a:pt x="0" y="3405"/>
                    <a:pt x="1763" y="1763"/>
                    <a:pt x="1034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13;p49">
              <a:extLst>
                <a:ext uri="{FF2B5EF4-FFF2-40B4-BE49-F238E27FC236}">
                  <a16:creationId xmlns:a16="http://schemas.microsoft.com/office/drawing/2014/main" id="{38132702-FFE9-F2E7-BF15-09C4446933EC}"/>
                </a:ext>
              </a:extLst>
            </p:cNvPr>
            <p:cNvSpPr/>
            <p:nvPr/>
          </p:nvSpPr>
          <p:spPr>
            <a:xfrm>
              <a:off x="3729991" y="2518880"/>
              <a:ext cx="1379341" cy="79055"/>
            </a:xfrm>
            <a:custGeom>
              <a:avLst/>
              <a:gdLst/>
              <a:ahLst/>
              <a:cxnLst/>
              <a:rect l="l" t="t" r="r" b="b"/>
              <a:pathLst>
                <a:path w="73194" h="4195" fill="none" extrusionOk="0">
                  <a:moveTo>
                    <a:pt x="0" y="0"/>
                  </a:moveTo>
                  <a:lnTo>
                    <a:pt x="73193" y="4195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714;p49">
              <a:extLst>
                <a:ext uri="{FF2B5EF4-FFF2-40B4-BE49-F238E27FC236}">
                  <a16:creationId xmlns:a16="http://schemas.microsoft.com/office/drawing/2014/main" id="{304F5979-9013-837B-C95E-76D5CDC7BF97}"/>
                </a:ext>
              </a:extLst>
            </p:cNvPr>
            <p:cNvSpPr/>
            <p:nvPr/>
          </p:nvSpPr>
          <p:spPr>
            <a:xfrm>
              <a:off x="4862482" y="2942198"/>
              <a:ext cx="19" cy="140358"/>
            </a:xfrm>
            <a:custGeom>
              <a:avLst/>
              <a:gdLst/>
              <a:ahLst/>
              <a:cxnLst/>
              <a:rect l="l" t="t" r="r" b="b"/>
              <a:pathLst>
                <a:path w="1" h="7448" extrusionOk="0">
                  <a:moveTo>
                    <a:pt x="1" y="1"/>
                  </a:moveTo>
                  <a:lnTo>
                    <a:pt x="1" y="744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715;p49">
              <a:extLst>
                <a:ext uri="{FF2B5EF4-FFF2-40B4-BE49-F238E27FC236}">
                  <a16:creationId xmlns:a16="http://schemas.microsoft.com/office/drawing/2014/main" id="{ACE0C1E4-B5EA-3438-EB16-8B9B9613538C}"/>
                </a:ext>
              </a:extLst>
            </p:cNvPr>
            <p:cNvSpPr/>
            <p:nvPr/>
          </p:nvSpPr>
          <p:spPr>
            <a:xfrm>
              <a:off x="4862482" y="2942198"/>
              <a:ext cx="19" cy="140358"/>
            </a:xfrm>
            <a:custGeom>
              <a:avLst/>
              <a:gdLst/>
              <a:ahLst/>
              <a:cxnLst/>
              <a:rect l="l" t="t" r="r" b="b"/>
              <a:pathLst>
                <a:path w="1" h="7448" fill="none" extrusionOk="0">
                  <a:moveTo>
                    <a:pt x="1" y="1"/>
                  </a:moveTo>
                  <a:lnTo>
                    <a:pt x="1" y="7447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16;p49">
              <a:extLst>
                <a:ext uri="{FF2B5EF4-FFF2-40B4-BE49-F238E27FC236}">
                  <a16:creationId xmlns:a16="http://schemas.microsoft.com/office/drawing/2014/main" id="{0F1941FA-2EEC-BE4A-2769-85CBFCFEF0A2}"/>
                </a:ext>
              </a:extLst>
            </p:cNvPr>
            <p:cNvSpPr/>
            <p:nvPr/>
          </p:nvSpPr>
          <p:spPr>
            <a:xfrm>
              <a:off x="4988504" y="2942764"/>
              <a:ext cx="19" cy="139792"/>
            </a:xfrm>
            <a:custGeom>
              <a:avLst/>
              <a:gdLst/>
              <a:ahLst/>
              <a:cxnLst/>
              <a:rect l="l" t="t" r="r" b="b"/>
              <a:pathLst>
                <a:path w="1" h="7418" extrusionOk="0">
                  <a:moveTo>
                    <a:pt x="1" y="7417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17;p49">
              <a:extLst>
                <a:ext uri="{FF2B5EF4-FFF2-40B4-BE49-F238E27FC236}">
                  <a16:creationId xmlns:a16="http://schemas.microsoft.com/office/drawing/2014/main" id="{D217CB4D-AA08-8DC4-F3CB-E5A9445F6C92}"/>
                </a:ext>
              </a:extLst>
            </p:cNvPr>
            <p:cNvSpPr/>
            <p:nvPr/>
          </p:nvSpPr>
          <p:spPr>
            <a:xfrm>
              <a:off x="4988504" y="2942764"/>
              <a:ext cx="19" cy="139792"/>
            </a:xfrm>
            <a:custGeom>
              <a:avLst/>
              <a:gdLst/>
              <a:ahLst/>
              <a:cxnLst/>
              <a:rect l="l" t="t" r="r" b="b"/>
              <a:pathLst>
                <a:path w="1" h="7418" fill="none" extrusionOk="0">
                  <a:moveTo>
                    <a:pt x="1" y="7417"/>
                  </a:moveTo>
                  <a:lnTo>
                    <a:pt x="1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18;p49">
              <a:extLst>
                <a:ext uri="{FF2B5EF4-FFF2-40B4-BE49-F238E27FC236}">
                  <a16:creationId xmlns:a16="http://schemas.microsoft.com/office/drawing/2014/main" id="{57CCDE14-F965-2FB9-38C7-D6C235390F06}"/>
                </a:ext>
              </a:extLst>
            </p:cNvPr>
            <p:cNvSpPr/>
            <p:nvPr/>
          </p:nvSpPr>
          <p:spPr>
            <a:xfrm>
              <a:off x="5621502" y="2738266"/>
              <a:ext cx="149516" cy="152381"/>
            </a:xfrm>
            <a:custGeom>
              <a:avLst/>
              <a:gdLst/>
              <a:ahLst/>
              <a:cxnLst/>
              <a:rect l="l" t="t" r="r" b="b"/>
              <a:pathLst>
                <a:path w="7934" h="8086" extrusionOk="0">
                  <a:moveTo>
                    <a:pt x="1125" y="1"/>
                  </a:moveTo>
                  <a:lnTo>
                    <a:pt x="0" y="153"/>
                  </a:lnTo>
                  <a:lnTo>
                    <a:pt x="7933" y="8086"/>
                  </a:lnTo>
                  <a:lnTo>
                    <a:pt x="7933" y="6779"/>
                  </a:lnTo>
                  <a:lnTo>
                    <a:pt x="1125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719;p49">
              <a:extLst>
                <a:ext uri="{FF2B5EF4-FFF2-40B4-BE49-F238E27FC236}">
                  <a16:creationId xmlns:a16="http://schemas.microsoft.com/office/drawing/2014/main" id="{19337966-D1B6-56A2-167A-5D1060C3BD2D}"/>
                </a:ext>
              </a:extLst>
            </p:cNvPr>
            <p:cNvSpPr/>
            <p:nvPr/>
          </p:nvSpPr>
          <p:spPr>
            <a:xfrm>
              <a:off x="5754969" y="2667236"/>
              <a:ext cx="46415" cy="352288"/>
            </a:xfrm>
            <a:custGeom>
              <a:avLst/>
              <a:gdLst/>
              <a:ahLst/>
              <a:cxnLst/>
              <a:rect l="l" t="t" r="r" b="b"/>
              <a:pathLst>
                <a:path w="2463" h="18694" extrusionOk="0">
                  <a:moveTo>
                    <a:pt x="1246" y="1"/>
                  </a:moveTo>
                  <a:cubicBezTo>
                    <a:pt x="547" y="1"/>
                    <a:pt x="0" y="548"/>
                    <a:pt x="0" y="1216"/>
                  </a:cubicBezTo>
                  <a:lnTo>
                    <a:pt x="0" y="18694"/>
                  </a:lnTo>
                  <a:lnTo>
                    <a:pt x="2462" y="18694"/>
                  </a:lnTo>
                  <a:lnTo>
                    <a:pt x="2462" y="1216"/>
                  </a:lnTo>
                  <a:cubicBezTo>
                    <a:pt x="2462" y="548"/>
                    <a:pt x="1915" y="1"/>
                    <a:pt x="1246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720;p49">
              <a:extLst>
                <a:ext uri="{FF2B5EF4-FFF2-40B4-BE49-F238E27FC236}">
                  <a16:creationId xmlns:a16="http://schemas.microsoft.com/office/drawing/2014/main" id="{005E1E5D-3749-1D9F-DC24-CB5581266903}"/>
                </a:ext>
              </a:extLst>
            </p:cNvPr>
            <p:cNvSpPr/>
            <p:nvPr/>
          </p:nvSpPr>
          <p:spPr>
            <a:xfrm>
              <a:off x="5722893" y="2996626"/>
              <a:ext cx="110564" cy="34373"/>
            </a:xfrm>
            <a:custGeom>
              <a:avLst/>
              <a:gdLst/>
              <a:ahLst/>
              <a:cxnLst/>
              <a:rect l="l" t="t" r="r" b="b"/>
              <a:pathLst>
                <a:path w="5867" h="1824" extrusionOk="0">
                  <a:moveTo>
                    <a:pt x="0" y="0"/>
                  </a:moveTo>
                  <a:lnTo>
                    <a:pt x="0" y="1824"/>
                  </a:lnTo>
                  <a:lnTo>
                    <a:pt x="5866" y="1824"/>
                  </a:lnTo>
                  <a:lnTo>
                    <a:pt x="5866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721;p49">
              <a:extLst>
                <a:ext uri="{FF2B5EF4-FFF2-40B4-BE49-F238E27FC236}">
                  <a16:creationId xmlns:a16="http://schemas.microsoft.com/office/drawing/2014/main" id="{D9AF1353-FFA3-C32E-DB0D-B3CAA6A513D7}"/>
                </a:ext>
              </a:extLst>
            </p:cNvPr>
            <p:cNvSpPr/>
            <p:nvPr/>
          </p:nvSpPr>
          <p:spPr>
            <a:xfrm>
              <a:off x="5821985" y="2938768"/>
              <a:ext cx="64167" cy="147217"/>
            </a:xfrm>
            <a:custGeom>
              <a:avLst/>
              <a:gdLst/>
              <a:ahLst/>
              <a:cxnLst/>
              <a:rect l="l" t="t" r="r" b="b"/>
              <a:pathLst>
                <a:path w="3405" h="7812" extrusionOk="0">
                  <a:moveTo>
                    <a:pt x="1703" y="0"/>
                  </a:moveTo>
                  <a:cubicBezTo>
                    <a:pt x="760" y="0"/>
                    <a:pt x="1" y="760"/>
                    <a:pt x="1" y="1702"/>
                  </a:cubicBezTo>
                  <a:lnTo>
                    <a:pt x="1" y="6079"/>
                  </a:lnTo>
                  <a:cubicBezTo>
                    <a:pt x="1" y="7022"/>
                    <a:pt x="760" y="7812"/>
                    <a:pt x="1703" y="7812"/>
                  </a:cubicBezTo>
                  <a:cubicBezTo>
                    <a:pt x="2645" y="7812"/>
                    <a:pt x="3405" y="7022"/>
                    <a:pt x="3405" y="6079"/>
                  </a:cubicBezTo>
                  <a:lnTo>
                    <a:pt x="3405" y="1702"/>
                  </a:ln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22;p49">
              <a:extLst>
                <a:ext uri="{FF2B5EF4-FFF2-40B4-BE49-F238E27FC236}">
                  <a16:creationId xmlns:a16="http://schemas.microsoft.com/office/drawing/2014/main" id="{8E5CE759-D397-42BC-3F08-6885FA69FD4C}"/>
                </a:ext>
              </a:extLst>
            </p:cNvPr>
            <p:cNvSpPr/>
            <p:nvPr/>
          </p:nvSpPr>
          <p:spPr>
            <a:xfrm>
              <a:off x="5670181" y="2938768"/>
              <a:ext cx="64186" cy="147217"/>
            </a:xfrm>
            <a:custGeom>
              <a:avLst/>
              <a:gdLst/>
              <a:ahLst/>
              <a:cxnLst/>
              <a:rect l="l" t="t" r="r" b="b"/>
              <a:pathLst>
                <a:path w="3406" h="7812" extrusionOk="0">
                  <a:moveTo>
                    <a:pt x="1703" y="0"/>
                  </a:moveTo>
                  <a:cubicBezTo>
                    <a:pt x="761" y="0"/>
                    <a:pt x="1" y="760"/>
                    <a:pt x="1" y="1702"/>
                  </a:cubicBezTo>
                  <a:lnTo>
                    <a:pt x="1" y="6079"/>
                  </a:lnTo>
                  <a:cubicBezTo>
                    <a:pt x="1" y="7022"/>
                    <a:pt x="761" y="7812"/>
                    <a:pt x="1703" y="7812"/>
                  </a:cubicBezTo>
                  <a:cubicBezTo>
                    <a:pt x="2645" y="7812"/>
                    <a:pt x="3405" y="7022"/>
                    <a:pt x="3405" y="6079"/>
                  </a:cubicBezTo>
                  <a:lnTo>
                    <a:pt x="3405" y="1702"/>
                  </a:ln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23;p49">
              <a:extLst>
                <a:ext uri="{FF2B5EF4-FFF2-40B4-BE49-F238E27FC236}">
                  <a16:creationId xmlns:a16="http://schemas.microsoft.com/office/drawing/2014/main" id="{87DF4BBC-1E3C-9F70-4D3C-CC00F53E3EB6}"/>
                </a:ext>
              </a:extLst>
            </p:cNvPr>
            <p:cNvSpPr/>
            <p:nvPr/>
          </p:nvSpPr>
          <p:spPr>
            <a:xfrm>
              <a:off x="5359713" y="2498244"/>
              <a:ext cx="1621631" cy="341999"/>
            </a:xfrm>
            <a:custGeom>
              <a:avLst/>
              <a:gdLst/>
              <a:ahLst/>
              <a:cxnLst/>
              <a:rect l="l" t="t" r="r" b="b"/>
              <a:pathLst>
                <a:path w="86051" h="18148" extrusionOk="0">
                  <a:moveTo>
                    <a:pt x="86050" y="1"/>
                  </a:moveTo>
                  <a:lnTo>
                    <a:pt x="2189" y="3192"/>
                  </a:lnTo>
                  <a:lnTo>
                    <a:pt x="0" y="18147"/>
                  </a:lnTo>
                  <a:lnTo>
                    <a:pt x="7873" y="18147"/>
                  </a:lnTo>
                  <a:cubicBezTo>
                    <a:pt x="8237" y="18147"/>
                    <a:pt x="8602" y="17965"/>
                    <a:pt x="8845" y="17661"/>
                  </a:cubicBezTo>
                  <a:lnTo>
                    <a:pt x="11794" y="14104"/>
                  </a:lnTo>
                  <a:cubicBezTo>
                    <a:pt x="12341" y="13436"/>
                    <a:pt x="13101" y="13010"/>
                    <a:pt x="13952" y="12889"/>
                  </a:cubicBezTo>
                  <a:lnTo>
                    <a:pt x="85838" y="2098"/>
                  </a:lnTo>
                  <a:lnTo>
                    <a:pt x="86050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24;p49">
              <a:extLst>
                <a:ext uri="{FF2B5EF4-FFF2-40B4-BE49-F238E27FC236}">
                  <a16:creationId xmlns:a16="http://schemas.microsoft.com/office/drawing/2014/main" id="{C505ADC7-A9D3-16C6-84CC-60E8C767AFF4}"/>
                </a:ext>
              </a:extLst>
            </p:cNvPr>
            <p:cNvSpPr/>
            <p:nvPr/>
          </p:nvSpPr>
          <p:spPr>
            <a:xfrm>
              <a:off x="5992692" y="2592775"/>
              <a:ext cx="281846" cy="281827"/>
            </a:xfrm>
            <a:custGeom>
              <a:avLst/>
              <a:gdLst/>
              <a:ahLst/>
              <a:cxnLst/>
              <a:rect l="l" t="t" r="r" b="b"/>
              <a:pathLst>
                <a:path w="14956" h="14955" extrusionOk="0">
                  <a:moveTo>
                    <a:pt x="7478" y="0"/>
                  </a:moveTo>
                  <a:cubicBezTo>
                    <a:pt x="3344" y="0"/>
                    <a:pt x="0" y="3344"/>
                    <a:pt x="0" y="7478"/>
                  </a:cubicBezTo>
                  <a:cubicBezTo>
                    <a:pt x="0" y="11611"/>
                    <a:pt x="3344" y="14955"/>
                    <a:pt x="7478" y="14955"/>
                  </a:cubicBezTo>
                  <a:cubicBezTo>
                    <a:pt x="11612" y="14955"/>
                    <a:pt x="14955" y="11611"/>
                    <a:pt x="14955" y="7478"/>
                  </a:cubicBezTo>
                  <a:cubicBezTo>
                    <a:pt x="14955" y="3344"/>
                    <a:pt x="11612" y="0"/>
                    <a:pt x="7478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725;p49">
              <a:extLst>
                <a:ext uri="{FF2B5EF4-FFF2-40B4-BE49-F238E27FC236}">
                  <a16:creationId xmlns:a16="http://schemas.microsoft.com/office/drawing/2014/main" id="{50A30949-2DB5-3FCC-3B01-A6D174790172}"/>
                </a:ext>
              </a:extLst>
            </p:cNvPr>
            <p:cNvSpPr/>
            <p:nvPr/>
          </p:nvSpPr>
          <p:spPr>
            <a:xfrm>
              <a:off x="6001851" y="2614052"/>
              <a:ext cx="263510" cy="239633"/>
            </a:xfrm>
            <a:custGeom>
              <a:avLst/>
              <a:gdLst/>
              <a:ahLst/>
              <a:cxnLst/>
              <a:rect l="l" t="t" r="r" b="b"/>
              <a:pathLst>
                <a:path w="13983" h="12716" extrusionOk="0">
                  <a:moveTo>
                    <a:pt x="7003" y="0"/>
                  </a:moveTo>
                  <a:cubicBezTo>
                    <a:pt x="6508" y="0"/>
                    <a:pt x="6005" y="58"/>
                    <a:pt x="5502" y="178"/>
                  </a:cubicBezTo>
                  <a:cubicBezTo>
                    <a:pt x="2098" y="968"/>
                    <a:pt x="1" y="4403"/>
                    <a:pt x="791" y="7838"/>
                  </a:cubicBezTo>
                  <a:cubicBezTo>
                    <a:pt x="1495" y="10757"/>
                    <a:pt x="4121" y="12716"/>
                    <a:pt x="7002" y="12716"/>
                  </a:cubicBezTo>
                  <a:cubicBezTo>
                    <a:pt x="7481" y="12716"/>
                    <a:pt x="7966" y="12662"/>
                    <a:pt x="8451" y="12549"/>
                  </a:cubicBezTo>
                  <a:cubicBezTo>
                    <a:pt x="11886" y="11729"/>
                    <a:pt x="13983" y="8294"/>
                    <a:pt x="13162" y="4890"/>
                  </a:cubicBezTo>
                  <a:cubicBezTo>
                    <a:pt x="12488" y="1958"/>
                    <a:pt x="9886" y="0"/>
                    <a:pt x="7003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726;p49">
              <a:extLst>
                <a:ext uri="{FF2B5EF4-FFF2-40B4-BE49-F238E27FC236}">
                  <a16:creationId xmlns:a16="http://schemas.microsoft.com/office/drawing/2014/main" id="{0DC907FD-E2F9-7DD9-158E-CAEFB9558178}"/>
                </a:ext>
              </a:extLst>
            </p:cNvPr>
            <p:cNvSpPr/>
            <p:nvPr/>
          </p:nvSpPr>
          <p:spPr>
            <a:xfrm>
              <a:off x="6048834" y="2649483"/>
              <a:ext cx="168983" cy="169002"/>
            </a:xfrm>
            <a:custGeom>
              <a:avLst/>
              <a:gdLst/>
              <a:ahLst/>
              <a:cxnLst/>
              <a:rect l="l" t="t" r="r" b="b"/>
              <a:pathLst>
                <a:path w="8967" h="8968" fill="none" extrusionOk="0">
                  <a:moveTo>
                    <a:pt x="8967" y="4469"/>
                  </a:moveTo>
                  <a:cubicBezTo>
                    <a:pt x="8967" y="6961"/>
                    <a:pt x="6961" y="8967"/>
                    <a:pt x="4499" y="8967"/>
                  </a:cubicBezTo>
                  <a:cubicBezTo>
                    <a:pt x="2006" y="8967"/>
                    <a:pt x="0" y="6961"/>
                    <a:pt x="0" y="4469"/>
                  </a:cubicBezTo>
                  <a:cubicBezTo>
                    <a:pt x="0" y="2006"/>
                    <a:pt x="2006" y="0"/>
                    <a:pt x="4499" y="0"/>
                  </a:cubicBezTo>
                  <a:cubicBezTo>
                    <a:pt x="6961" y="0"/>
                    <a:pt x="8967" y="2006"/>
                    <a:pt x="8967" y="4469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27;p49">
              <a:extLst>
                <a:ext uri="{FF2B5EF4-FFF2-40B4-BE49-F238E27FC236}">
                  <a16:creationId xmlns:a16="http://schemas.microsoft.com/office/drawing/2014/main" id="{B820E2B3-8703-44D8-621D-9B7F35D3B4C8}"/>
                </a:ext>
              </a:extLst>
            </p:cNvPr>
            <p:cNvSpPr/>
            <p:nvPr/>
          </p:nvSpPr>
          <p:spPr>
            <a:xfrm>
              <a:off x="6116999" y="2717083"/>
              <a:ext cx="33243" cy="33808"/>
            </a:xfrm>
            <a:custGeom>
              <a:avLst/>
              <a:gdLst/>
              <a:ahLst/>
              <a:cxnLst/>
              <a:rect l="l" t="t" r="r" b="b"/>
              <a:pathLst>
                <a:path w="1764" h="1794" fill="none" extrusionOk="0">
                  <a:moveTo>
                    <a:pt x="0" y="882"/>
                  </a:moveTo>
                  <a:cubicBezTo>
                    <a:pt x="0" y="1368"/>
                    <a:pt x="396" y="1793"/>
                    <a:pt x="882" y="1793"/>
                  </a:cubicBezTo>
                  <a:cubicBezTo>
                    <a:pt x="1368" y="1793"/>
                    <a:pt x="1763" y="1368"/>
                    <a:pt x="1763" y="882"/>
                  </a:cubicBezTo>
                  <a:cubicBezTo>
                    <a:pt x="1763" y="395"/>
                    <a:pt x="1368" y="0"/>
                    <a:pt x="882" y="0"/>
                  </a:cubicBezTo>
                  <a:cubicBezTo>
                    <a:pt x="396" y="0"/>
                    <a:pt x="0" y="395"/>
                    <a:pt x="0" y="88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28;p49">
              <a:extLst>
                <a:ext uri="{FF2B5EF4-FFF2-40B4-BE49-F238E27FC236}">
                  <a16:creationId xmlns:a16="http://schemas.microsoft.com/office/drawing/2014/main" id="{7D2BF10E-1A57-1B21-7B45-D43C5AFD344B}"/>
                </a:ext>
              </a:extLst>
            </p:cNvPr>
            <p:cNvSpPr/>
            <p:nvPr/>
          </p:nvSpPr>
          <p:spPr>
            <a:xfrm>
              <a:off x="6131888" y="2658077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92" y="3131"/>
                  </a:moveTo>
                  <a:cubicBezTo>
                    <a:pt x="92" y="3131"/>
                    <a:pt x="1" y="760"/>
                    <a:pt x="1764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29;p49">
              <a:extLst>
                <a:ext uri="{FF2B5EF4-FFF2-40B4-BE49-F238E27FC236}">
                  <a16:creationId xmlns:a16="http://schemas.microsoft.com/office/drawing/2014/main" id="{76AF9183-29D3-8E96-F30B-07C7A24D9200}"/>
                </a:ext>
              </a:extLst>
            </p:cNvPr>
            <p:cNvSpPr/>
            <p:nvPr/>
          </p:nvSpPr>
          <p:spPr>
            <a:xfrm>
              <a:off x="6145645" y="2689003"/>
              <a:ext cx="64167" cy="33243"/>
            </a:xfrm>
            <a:custGeom>
              <a:avLst/>
              <a:gdLst/>
              <a:ahLst/>
              <a:cxnLst/>
              <a:rect l="l" t="t" r="r" b="b"/>
              <a:pathLst>
                <a:path w="3405" h="1764" fill="none" extrusionOk="0">
                  <a:moveTo>
                    <a:pt x="0" y="1764"/>
                  </a:moveTo>
                  <a:cubicBezTo>
                    <a:pt x="0" y="1764"/>
                    <a:pt x="1642" y="1"/>
                    <a:pt x="3404" y="73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30;p49">
              <a:extLst>
                <a:ext uri="{FF2B5EF4-FFF2-40B4-BE49-F238E27FC236}">
                  <a16:creationId xmlns:a16="http://schemas.microsoft.com/office/drawing/2014/main" id="{E8C01672-E3FD-474C-B972-27ACC6C86969}"/>
                </a:ext>
              </a:extLst>
            </p:cNvPr>
            <p:cNvSpPr/>
            <p:nvPr/>
          </p:nvSpPr>
          <p:spPr>
            <a:xfrm>
              <a:off x="6150790" y="2732537"/>
              <a:ext cx="59023" cy="33243"/>
            </a:xfrm>
            <a:custGeom>
              <a:avLst/>
              <a:gdLst/>
              <a:ahLst/>
              <a:cxnLst/>
              <a:rect l="l" t="t" r="r" b="b"/>
              <a:pathLst>
                <a:path w="3132" h="1764" fill="none" extrusionOk="0">
                  <a:moveTo>
                    <a:pt x="1" y="92"/>
                  </a:moveTo>
                  <a:cubicBezTo>
                    <a:pt x="1" y="92"/>
                    <a:pt x="2372" y="1"/>
                    <a:pt x="3131" y="1764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31;p49">
              <a:extLst>
                <a:ext uri="{FF2B5EF4-FFF2-40B4-BE49-F238E27FC236}">
                  <a16:creationId xmlns:a16="http://schemas.microsoft.com/office/drawing/2014/main" id="{2BDA9A26-27C9-A3E0-1139-F748CC4C8993}"/>
                </a:ext>
              </a:extLst>
            </p:cNvPr>
            <p:cNvSpPr/>
            <p:nvPr/>
          </p:nvSpPr>
          <p:spPr>
            <a:xfrm>
              <a:off x="6145645" y="2746295"/>
              <a:ext cx="33243" cy="64167"/>
            </a:xfrm>
            <a:custGeom>
              <a:avLst/>
              <a:gdLst/>
              <a:ahLst/>
              <a:cxnLst/>
              <a:rect l="l" t="t" r="r" b="b"/>
              <a:pathLst>
                <a:path w="1764" h="3405" fill="none" extrusionOk="0">
                  <a:moveTo>
                    <a:pt x="0" y="0"/>
                  </a:moveTo>
                  <a:cubicBezTo>
                    <a:pt x="0" y="0"/>
                    <a:pt x="1763" y="1642"/>
                    <a:pt x="1034" y="3405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32;p49">
              <a:extLst>
                <a:ext uri="{FF2B5EF4-FFF2-40B4-BE49-F238E27FC236}">
                  <a16:creationId xmlns:a16="http://schemas.microsoft.com/office/drawing/2014/main" id="{A4A8C6C8-4701-BAA1-16FB-8537686B5FB1}"/>
                </a:ext>
              </a:extLst>
            </p:cNvPr>
            <p:cNvSpPr/>
            <p:nvPr/>
          </p:nvSpPr>
          <p:spPr>
            <a:xfrm>
              <a:off x="6102111" y="2751440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1672" y="1"/>
                  </a:moveTo>
                  <a:cubicBezTo>
                    <a:pt x="1672" y="1"/>
                    <a:pt x="1763" y="2402"/>
                    <a:pt x="0" y="3132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33;p49">
              <a:extLst>
                <a:ext uri="{FF2B5EF4-FFF2-40B4-BE49-F238E27FC236}">
                  <a16:creationId xmlns:a16="http://schemas.microsoft.com/office/drawing/2014/main" id="{064B54BB-05EC-2ECE-321F-FF8173A98A36}"/>
                </a:ext>
              </a:extLst>
            </p:cNvPr>
            <p:cNvSpPr/>
            <p:nvPr/>
          </p:nvSpPr>
          <p:spPr>
            <a:xfrm>
              <a:off x="6056843" y="2746295"/>
              <a:ext cx="64186" cy="33243"/>
            </a:xfrm>
            <a:custGeom>
              <a:avLst/>
              <a:gdLst/>
              <a:ahLst/>
              <a:cxnLst/>
              <a:rect l="l" t="t" r="r" b="b"/>
              <a:pathLst>
                <a:path w="3406" h="1764" fill="none" extrusionOk="0">
                  <a:moveTo>
                    <a:pt x="3405" y="0"/>
                  </a:moveTo>
                  <a:cubicBezTo>
                    <a:pt x="3405" y="0"/>
                    <a:pt x="1794" y="1763"/>
                    <a:pt x="1" y="1034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34;p49">
              <a:extLst>
                <a:ext uri="{FF2B5EF4-FFF2-40B4-BE49-F238E27FC236}">
                  <a16:creationId xmlns:a16="http://schemas.microsoft.com/office/drawing/2014/main" id="{A4C3B91A-5F8D-6539-8E9C-580F18C01894}"/>
                </a:ext>
              </a:extLst>
            </p:cNvPr>
            <p:cNvSpPr/>
            <p:nvPr/>
          </p:nvSpPr>
          <p:spPr>
            <a:xfrm>
              <a:off x="6057427" y="2702760"/>
              <a:ext cx="59004" cy="33243"/>
            </a:xfrm>
            <a:custGeom>
              <a:avLst/>
              <a:gdLst/>
              <a:ahLst/>
              <a:cxnLst/>
              <a:rect l="l" t="t" r="r" b="b"/>
              <a:pathLst>
                <a:path w="3131" h="1764" fill="none" extrusionOk="0">
                  <a:moveTo>
                    <a:pt x="3131" y="1672"/>
                  </a:moveTo>
                  <a:cubicBezTo>
                    <a:pt x="3131" y="1672"/>
                    <a:pt x="730" y="1763"/>
                    <a:pt x="0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35;p49">
              <a:extLst>
                <a:ext uri="{FF2B5EF4-FFF2-40B4-BE49-F238E27FC236}">
                  <a16:creationId xmlns:a16="http://schemas.microsoft.com/office/drawing/2014/main" id="{CB525047-D17F-2103-6A83-DDEEA93EEF55}"/>
                </a:ext>
              </a:extLst>
            </p:cNvPr>
            <p:cNvSpPr/>
            <p:nvPr/>
          </p:nvSpPr>
          <p:spPr>
            <a:xfrm>
              <a:off x="6088354" y="2658077"/>
              <a:ext cx="32677" cy="64167"/>
            </a:xfrm>
            <a:custGeom>
              <a:avLst/>
              <a:gdLst/>
              <a:ahLst/>
              <a:cxnLst/>
              <a:rect l="l" t="t" r="r" b="b"/>
              <a:pathLst>
                <a:path w="1734" h="3405" fill="none" extrusionOk="0">
                  <a:moveTo>
                    <a:pt x="1733" y="3405"/>
                  </a:moveTo>
                  <a:cubicBezTo>
                    <a:pt x="1733" y="3405"/>
                    <a:pt x="1" y="1763"/>
                    <a:pt x="730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36;p49">
              <a:extLst>
                <a:ext uri="{FF2B5EF4-FFF2-40B4-BE49-F238E27FC236}">
                  <a16:creationId xmlns:a16="http://schemas.microsoft.com/office/drawing/2014/main" id="{6A5DFA79-B647-BC90-E18B-2465147401B6}"/>
                </a:ext>
              </a:extLst>
            </p:cNvPr>
            <p:cNvSpPr/>
            <p:nvPr/>
          </p:nvSpPr>
          <p:spPr>
            <a:xfrm>
              <a:off x="5595721" y="2518880"/>
              <a:ext cx="1379341" cy="79055"/>
            </a:xfrm>
            <a:custGeom>
              <a:avLst/>
              <a:gdLst/>
              <a:ahLst/>
              <a:cxnLst/>
              <a:rect l="l" t="t" r="r" b="b"/>
              <a:pathLst>
                <a:path w="73194" h="4195" fill="none" extrusionOk="0">
                  <a:moveTo>
                    <a:pt x="73193" y="0"/>
                  </a:moveTo>
                  <a:lnTo>
                    <a:pt x="0" y="4195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737;p49">
              <a:extLst>
                <a:ext uri="{FF2B5EF4-FFF2-40B4-BE49-F238E27FC236}">
                  <a16:creationId xmlns:a16="http://schemas.microsoft.com/office/drawing/2014/main" id="{C06EBF42-9D0E-A9D5-A9DF-B9A91A1DA174}"/>
                </a:ext>
              </a:extLst>
            </p:cNvPr>
            <p:cNvSpPr/>
            <p:nvPr/>
          </p:nvSpPr>
          <p:spPr>
            <a:xfrm>
              <a:off x="5842037" y="2942198"/>
              <a:ext cx="19" cy="140358"/>
            </a:xfrm>
            <a:custGeom>
              <a:avLst/>
              <a:gdLst/>
              <a:ahLst/>
              <a:cxnLst/>
              <a:rect l="l" t="t" r="r" b="b"/>
              <a:pathLst>
                <a:path w="1" h="7448" extrusionOk="0">
                  <a:moveTo>
                    <a:pt x="0" y="1"/>
                  </a:moveTo>
                  <a:lnTo>
                    <a:pt x="0" y="744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738;p49">
              <a:extLst>
                <a:ext uri="{FF2B5EF4-FFF2-40B4-BE49-F238E27FC236}">
                  <a16:creationId xmlns:a16="http://schemas.microsoft.com/office/drawing/2014/main" id="{540DDB70-4ACB-E554-E4EE-B84AB2EAB147}"/>
                </a:ext>
              </a:extLst>
            </p:cNvPr>
            <p:cNvSpPr/>
            <p:nvPr/>
          </p:nvSpPr>
          <p:spPr>
            <a:xfrm>
              <a:off x="5842037" y="2942198"/>
              <a:ext cx="19" cy="140358"/>
            </a:xfrm>
            <a:custGeom>
              <a:avLst/>
              <a:gdLst/>
              <a:ahLst/>
              <a:cxnLst/>
              <a:rect l="l" t="t" r="r" b="b"/>
              <a:pathLst>
                <a:path w="1" h="7448" fill="none" extrusionOk="0">
                  <a:moveTo>
                    <a:pt x="0" y="1"/>
                  </a:moveTo>
                  <a:lnTo>
                    <a:pt x="0" y="7447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2739;p49">
              <a:extLst>
                <a:ext uri="{FF2B5EF4-FFF2-40B4-BE49-F238E27FC236}">
                  <a16:creationId xmlns:a16="http://schemas.microsoft.com/office/drawing/2014/main" id="{21CFFC8C-CDC2-00DF-E50A-E39457DEFB66}"/>
                </a:ext>
              </a:extLst>
            </p:cNvPr>
            <p:cNvSpPr/>
            <p:nvPr/>
          </p:nvSpPr>
          <p:spPr>
            <a:xfrm>
              <a:off x="5716580" y="2942764"/>
              <a:ext cx="19" cy="139792"/>
            </a:xfrm>
            <a:custGeom>
              <a:avLst/>
              <a:gdLst/>
              <a:ahLst/>
              <a:cxnLst/>
              <a:rect l="l" t="t" r="r" b="b"/>
              <a:pathLst>
                <a:path w="1" h="7418" extrusionOk="0">
                  <a:moveTo>
                    <a:pt x="1" y="7417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2740;p49">
              <a:extLst>
                <a:ext uri="{FF2B5EF4-FFF2-40B4-BE49-F238E27FC236}">
                  <a16:creationId xmlns:a16="http://schemas.microsoft.com/office/drawing/2014/main" id="{74D56383-CCD6-3C31-B470-E913A2F1BB17}"/>
                </a:ext>
              </a:extLst>
            </p:cNvPr>
            <p:cNvSpPr/>
            <p:nvPr/>
          </p:nvSpPr>
          <p:spPr>
            <a:xfrm>
              <a:off x="5716580" y="2942764"/>
              <a:ext cx="19" cy="139792"/>
            </a:xfrm>
            <a:custGeom>
              <a:avLst/>
              <a:gdLst/>
              <a:ahLst/>
              <a:cxnLst/>
              <a:rect l="l" t="t" r="r" b="b"/>
              <a:pathLst>
                <a:path w="1" h="7418" fill="none" extrusionOk="0">
                  <a:moveTo>
                    <a:pt x="1" y="7417"/>
                  </a:moveTo>
                  <a:lnTo>
                    <a:pt x="1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2741;p49">
              <a:extLst>
                <a:ext uri="{FF2B5EF4-FFF2-40B4-BE49-F238E27FC236}">
                  <a16:creationId xmlns:a16="http://schemas.microsoft.com/office/drawing/2014/main" id="{B4D5BDAE-DA56-BA87-22A3-412548DC6877}"/>
                </a:ext>
              </a:extLst>
            </p:cNvPr>
            <p:cNvSpPr/>
            <p:nvPr/>
          </p:nvSpPr>
          <p:spPr>
            <a:xfrm>
              <a:off x="5333366" y="2832779"/>
              <a:ext cx="38387" cy="178161"/>
            </a:xfrm>
            <a:custGeom>
              <a:avLst/>
              <a:gdLst/>
              <a:ahLst/>
              <a:cxnLst/>
              <a:rect l="l" t="t" r="r" b="b"/>
              <a:pathLst>
                <a:path w="2037" h="9454" extrusionOk="0">
                  <a:moveTo>
                    <a:pt x="1003" y="1"/>
                  </a:moveTo>
                  <a:cubicBezTo>
                    <a:pt x="456" y="1"/>
                    <a:pt x="0" y="457"/>
                    <a:pt x="0" y="1034"/>
                  </a:cubicBezTo>
                  <a:lnTo>
                    <a:pt x="0" y="9454"/>
                  </a:lnTo>
                  <a:lnTo>
                    <a:pt x="2037" y="9454"/>
                  </a:lnTo>
                  <a:lnTo>
                    <a:pt x="2037" y="1034"/>
                  </a:ln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2742;p49">
              <a:extLst>
                <a:ext uri="{FF2B5EF4-FFF2-40B4-BE49-F238E27FC236}">
                  <a16:creationId xmlns:a16="http://schemas.microsoft.com/office/drawing/2014/main" id="{65150617-57CD-E450-36CF-E7077C212F37}"/>
                </a:ext>
              </a:extLst>
            </p:cNvPr>
            <p:cNvSpPr/>
            <p:nvPr/>
          </p:nvSpPr>
          <p:spPr>
            <a:xfrm>
              <a:off x="5297276" y="2996626"/>
              <a:ext cx="110564" cy="25780"/>
            </a:xfrm>
            <a:custGeom>
              <a:avLst/>
              <a:gdLst/>
              <a:ahLst/>
              <a:cxnLst/>
              <a:rect l="l" t="t" r="r" b="b"/>
              <a:pathLst>
                <a:path w="5867" h="1368" extrusionOk="0">
                  <a:moveTo>
                    <a:pt x="0" y="0"/>
                  </a:moveTo>
                  <a:lnTo>
                    <a:pt x="0" y="1368"/>
                  </a:lnTo>
                  <a:lnTo>
                    <a:pt x="5866" y="1368"/>
                  </a:lnTo>
                  <a:lnTo>
                    <a:pt x="5866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2743;p49">
              <a:extLst>
                <a:ext uri="{FF2B5EF4-FFF2-40B4-BE49-F238E27FC236}">
                  <a16:creationId xmlns:a16="http://schemas.microsoft.com/office/drawing/2014/main" id="{146CD082-D298-40D3-26F3-03C8C54161E0}"/>
                </a:ext>
              </a:extLst>
            </p:cNvPr>
            <p:cNvSpPr/>
            <p:nvPr/>
          </p:nvSpPr>
          <p:spPr>
            <a:xfrm>
              <a:off x="5264051" y="2952507"/>
              <a:ext cx="52709" cy="119741"/>
            </a:xfrm>
            <a:custGeom>
              <a:avLst/>
              <a:gdLst/>
              <a:ahLst/>
              <a:cxnLst/>
              <a:rect l="l" t="t" r="r" b="b"/>
              <a:pathLst>
                <a:path w="2797" h="6354" extrusionOk="0">
                  <a:moveTo>
                    <a:pt x="1398" y="1"/>
                  </a:moveTo>
                  <a:cubicBezTo>
                    <a:pt x="638" y="1"/>
                    <a:pt x="0" y="609"/>
                    <a:pt x="0" y="1399"/>
                  </a:cubicBezTo>
                  <a:lnTo>
                    <a:pt x="0" y="4955"/>
                  </a:lnTo>
                  <a:cubicBezTo>
                    <a:pt x="0" y="5745"/>
                    <a:pt x="638" y="6353"/>
                    <a:pt x="1398" y="6353"/>
                  </a:cubicBezTo>
                  <a:cubicBezTo>
                    <a:pt x="2158" y="6353"/>
                    <a:pt x="2797" y="5745"/>
                    <a:pt x="2797" y="4955"/>
                  </a:cubicBezTo>
                  <a:lnTo>
                    <a:pt x="2797" y="1399"/>
                  </a:lnTo>
                  <a:cubicBezTo>
                    <a:pt x="2797" y="609"/>
                    <a:pt x="2158" y="1"/>
                    <a:pt x="1398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2744;p49">
              <a:extLst>
                <a:ext uri="{FF2B5EF4-FFF2-40B4-BE49-F238E27FC236}">
                  <a16:creationId xmlns:a16="http://schemas.microsoft.com/office/drawing/2014/main" id="{286AC65E-9114-5EC2-226B-A2BD8679CD6B}"/>
                </a:ext>
              </a:extLst>
            </p:cNvPr>
            <p:cNvSpPr/>
            <p:nvPr/>
          </p:nvSpPr>
          <p:spPr>
            <a:xfrm>
              <a:off x="5388359" y="2952507"/>
              <a:ext cx="52144" cy="119741"/>
            </a:xfrm>
            <a:custGeom>
              <a:avLst/>
              <a:gdLst/>
              <a:ahLst/>
              <a:cxnLst/>
              <a:rect l="l" t="t" r="r" b="b"/>
              <a:pathLst>
                <a:path w="2767" h="6354" extrusionOk="0">
                  <a:moveTo>
                    <a:pt x="1398" y="1"/>
                  </a:moveTo>
                  <a:cubicBezTo>
                    <a:pt x="608" y="1"/>
                    <a:pt x="0" y="609"/>
                    <a:pt x="0" y="1399"/>
                  </a:cubicBezTo>
                  <a:lnTo>
                    <a:pt x="0" y="4955"/>
                  </a:lnTo>
                  <a:cubicBezTo>
                    <a:pt x="0" y="5745"/>
                    <a:pt x="608" y="6353"/>
                    <a:pt x="1398" y="6353"/>
                  </a:cubicBezTo>
                  <a:cubicBezTo>
                    <a:pt x="2158" y="6353"/>
                    <a:pt x="2766" y="5745"/>
                    <a:pt x="2766" y="4955"/>
                  </a:cubicBezTo>
                  <a:lnTo>
                    <a:pt x="2766" y="1399"/>
                  </a:lnTo>
                  <a:cubicBezTo>
                    <a:pt x="2766" y="609"/>
                    <a:pt x="2158" y="1"/>
                    <a:pt x="1398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2745;p49">
              <a:extLst>
                <a:ext uri="{FF2B5EF4-FFF2-40B4-BE49-F238E27FC236}">
                  <a16:creationId xmlns:a16="http://schemas.microsoft.com/office/drawing/2014/main" id="{78B6FFB6-082A-8125-74AF-F421A97F2A69}"/>
                </a:ext>
              </a:extLst>
            </p:cNvPr>
            <p:cNvSpPr/>
            <p:nvPr/>
          </p:nvSpPr>
          <p:spPr>
            <a:xfrm>
              <a:off x="5299557" y="2953091"/>
              <a:ext cx="19" cy="116858"/>
            </a:xfrm>
            <a:custGeom>
              <a:avLst/>
              <a:gdLst/>
              <a:ahLst/>
              <a:cxnLst/>
              <a:rect l="l" t="t" r="r" b="b"/>
              <a:pathLst>
                <a:path w="1" h="6201" extrusionOk="0">
                  <a:moveTo>
                    <a:pt x="1" y="0"/>
                  </a:moveTo>
                  <a:lnTo>
                    <a:pt x="1" y="620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2746;p49">
              <a:extLst>
                <a:ext uri="{FF2B5EF4-FFF2-40B4-BE49-F238E27FC236}">
                  <a16:creationId xmlns:a16="http://schemas.microsoft.com/office/drawing/2014/main" id="{56F9B9A5-C2CF-1410-0578-799E8CE3601A}"/>
                </a:ext>
              </a:extLst>
            </p:cNvPr>
            <p:cNvSpPr/>
            <p:nvPr/>
          </p:nvSpPr>
          <p:spPr>
            <a:xfrm>
              <a:off x="5299557" y="2953091"/>
              <a:ext cx="19" cy="116858"/>
            </a:xfrm>
            <a:custGeom>
              <a:avLst/>
              <a:gdLst/>
              <a:ahLst/>
              <a:cxnLst/>
              <a:rect l="l" t="t" r="r" b="b"/>
              <a:pathLst>
                <a:path w="1" h="6201" fill="none" extrusionOk="0">
                  <a:moveTo>
                    <a:pt x="1" y="0"/>
                  </a:moveTo>
                  <a:lnTo>
                    <a:pt x="1" y="620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2747;p49">
              <a:extLst>
                <a:ext uri="{FF2B5EF4-FFF2-40B4-BE49-F238E27FC236}">
                  <a16:creationId xmlns:a16="http://schemas.microsoft.com/office/drawing/2014/main" id="{108DA477-DB69-EA63-9EB6-1618AE131BF1}"/>
                </a:ext>
              </a:extLst>
            </p:cNvPr>
            <p:cNvSpPr/>
            <p:nvPr/>
          </p:nvSpPr>
          <p:spPr>
            <a:xfrm>
              <a:off x="5403812" y="2955937"/>
              <a:ext cx="19" cy="113447"/>
            </a:xfrm>
            <a:custGeom>
              <a:avLst/>
              <a:gdLst/>
              <a:ahLst/>
              <a:cxnLst/>
              <a:rect l="l" t="t" r="r" b="b"/>
              <a:pathLst>
                <a:path w="1" h="6020" extrusionOk="0">
                  <a:moveTo>
                    <a:pt x="1" y="6019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2748;p49">
              <a:extLst>
                <a:ext uri="{FF2B5EF4-FFF2-40B4-BE49-F238E27FC236}">
                  <a16:creationId xmlns:a16="http://schemas.microsoft.com/office/drawing/2014/main" id="{D28E506F-EFE4-2689-C544-EB59CDB5CC41}"/>
                </a:ext>
              </a:extLst>
            </p:cNvPr>
            <p:cNvSpPr/>
            <p:nvPr/>
          </p:nvSpPr>
          <p:spPr>
            <a:xfrm>
              <a:off x="5403812" y="2955937"/>
              <a:ext cx="19" cy="113447"/>
            </a:xfrm>
            <a:custGeom>
              <a:avLst/>
              <a:gdLst/>
              <a:ahLst/>
              <a:cxnLst/>
              <a:rect l="l" t="t" r="r" b="b"/>
              <a:pathLst>
                <a:path w="1" h="6020" fill="none" extrusionOk="0">
                  <a:moveTo>
                    <a:pt x="1" y="6019"/>
                  </a:moveTo>
                  <a:lnTo>
                    <a:pt x="1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2749;p49">
              <a:extLst>
                <a:ext uri="{FF2B5EF4-FFF2-40B4-BE49-F238E27FC236}">
                  <a16:creationId xmlns:a16="http://schemas.microsoft.com/office/drawing/2014/main" id="{829333BF-AD75-03AE-23D1-71D3868BEBB6}"/>
                </a:ext>
              </a:extLst>
            </p:cNvPr>
            <p:cNvSpPr/>
            <p:nvPr/>
          </p:nvSpPr>
          <p:spPr>
            <a:xfrm>
              <a:off x="4857902" y="2432943"/>
              <a:ext cx="363181" cy="53878"/>
            </a:xfrm>
            <a:custGeom>
              <a:avLst/>
              <a:gdLst/>
              <a:ahLst/>
              <a:cxnLst/>
              <a:rect l="l" t="t" r="r" b="b"/>
              <a:pathLst>
                <a:path w="19272" h="2859" extrusionOk="0">
                  <a:moveTo>
                    <a:pt x="1" y="1"/>
                  </a:moveTo>
                  <a:lnTo>
                    <a:pt x="1" y="1247"/>
                  </a:lnTo>
                  <a:lnTo>
                    <a:pt x="19271" y="2858"/>
                  </a:lnTo>
                  <a:lnTo>
                    <a:pt x="19271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2750;p49">
              <a:extLst>
                <a:ext uri="{FF2B5EF4-FFF2-40B4-BE49-F238E27FC236}">
                  <a16:creationId xmlns:a16="http://schemas.microsoft.com/office/drawing/2014/main" id="{E1383FC5-60B3-BE1E-E00B-36A13A99EDFA}"/>
                </a:ext>
              </a:extLst>
            </p:cNvPr>
            <p:cNvSpPr/>
            <p:nvPr/>
          </p:nvSpPr>
          <p:spPr>
            <a:xfrm>
              <a:off x="5483437" y="2432943"/>
              <a:ext cx="363181" cy="53878"/>
            </a:xfrm>
            <a:custGeom>
              <a:avLst/>
              <a:gdLst/>
              <a:ahLst/>
              <a:cxnLst/>
              <a:rect l="l" t="t" r="r" b="b"/>
              <a:pathLst>
                <a:path w="19272" h="2859" extrusionOk="0">
                  <a:moveTo>
                    <a:pt x="1" y="1"/>
                  </a:moveTo>
                  <a:lnTo>
                    <a:pt x="1" y="2858"/>
                  </a:lnTo>
                  <a:lnTo>
                    <a:pt x="19272" y="1247"/>
                  </a:lnTo>
                  <a:lnTo>
                    <a:pt x="19272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2751;p49">
              <a:extLst>
                <a:ext uri="{FF2B5EF4-FFF2-40B4-BE49-F238E27FC236}">
                  <a16:creationId xmlns:a16="http://schemas.microsoft.com/office/drawing/2014/main" id="{A412CE19-764E-03CA-4DFA-BD68DDA75241}"/>
                </a:ext>
              </a:extLst>
            </p:cNvPr>
            <p:cNvSpPr/>
            <p:nvPr/>
          </p:nvSpPr>
          <p:spPr>
            <a:xfrm>
              <a:off x="5305870" y="2022798"/>
              <a:ext cx="93377" cy="403283"/>
            </a:xfrm>
            <a:custGeom>
              <a:avLst/>
              <a:gdLst/>
              <a:ahLst/>
              <a:cxnLst/>
              <a:rect l="l" t="t" r="r" b="b"/>
              <a:pathLst>
                <a:path w="4955" h="21400" extrusionOk="0">
                  <a:moveTo>
                    <a:pt x="1216" y="1"/>
                  </a:moveTo>
                  <a:lnTo>
                    <a:pt x="0" y="21399"/>
                  </a:lnTo>
                  <a:lnTo>
                    <a:pt x="4955" y="21399"/>
                  </a:lnTo>
                  <a:lnTo>
                    <a:pt x="3739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2752;p49">
              <a:extLst>
                <a:ext uri="{FF2B5EF4-FFF2-40B4-BE49-F238E27FC236}">
                  <a16:creationId xmlns:a16="http://schemas.microsoft.com/office/drawing/2014/main" id="{BE0F4949-42E4-FAD3-38E3-D3FD0E486CE9}"/>
                </a:ext>
              </a:extLst>
            </p:cNvPr>
            <p:cNvSpPr/>
            <p:nvPr/>
          </p:nvSpPr>
          <p:spPr>
            <a:xfrm>
              <a:off x="5352269" y="2023947"/>
              <a:ext cx="19" cy="304177"/>
            </a:xfrm>
            <a:custGeom>
              <a:avLst/>
              <a:gdLst/>
              <a:ahLst/>
              <a:cxnLst/>
              <a:rect l="l" t="t" r="r" b="b"/>
              <a:pathLst>
                <a:path w="1" h="16141" extrusionOk="0">
                  <a:moveTo>
                    <a:pt x="0" y="0"/>
                  </a:moveTo>
                  <a:lnTo>
                    <a:pt x="0" y="161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2753;p49">
              <a:extLst>
                <a:ext uri="{FF2B5EF4-FFF2-40B4-BE49-F238E27FC236}">
                  <a16:creationId xmlns:a16="http://schemas.microsoft.com/office/drawing/2014/main" id="{B01799DB-5B77-6946-8F30-CA607E6C56CB}"/>
                </a:ext>
              </a:extLst>
            </p:cNvPr>
            <p:cNvSpPr/>
            <p:nvPr/>
          </p:nvSpPr>
          <p:spPr>
            <a:xfrm>
              <a:off x="5352269" y="2023947"/>
              <a:ext cx="19" cy="304177"/>
            </a:xfrm>
            <a:custGeom>
              <a:avLst/>
              <a:gdLst/>
              <a:ahLst/>
              <a:cxnLst/>
              <a:rect l="l" t="t" r="r" b="b"/>
              <a:pathLst>
                <a:path w="1" h="16141" fill="none" extrusionOk="0">
                  <a:moveTo>
                    <a:pt x="0" y="0"/>
                  </a:moveTo>
                  <a:lnTo>
                    <a:pt x="0" y="1614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2754;p49">
              <a:extLst>
                <a:ext uri="{FF2B5EF4-FFF2-40B4-BE49-F238E27FC236}">
                  <a16:creationId xmlns:a16="http://schemas.microsoft.com/office/drawing/2014/main" id="{BC263594-556B-F874-A8B4-09D850DD7260}"/>
                </a:ext>
              </a:extLst>
            </p:cNvPr>
            <p:cNvSpPr/>
            <p:nvPr/>
          </p:nvSpPr>
          <p:spPr>
            <a:xfrm>
              <a:off x="5123121" y="2350454"/>
              <a:ext cx="458838" cy="523005"/>
            </a:xfrm>
            <a:custGeom>
              <a:avLst/>
              <a:gdLst/>
              <a:ahLst/>
              <a:cxnLst/>
              <a:rect l="l" t="t" r="r" b="b"/>
              <a:pathLst>
                <a:path w="24348" h="27753" extrusionOk="0">
                  <a:moveTo>
                    <a:pt x="12159" y="1"/>
                  </a:moveTo>
                  <a:cubicBezTo>
                    <a:pt x="5442" y="1"/>
                    <a:pt x="1" y="5442"/>
                    <a:pt x="1" y="12159"/>
                  </a:cubicBezTo>
                  <a:cubicBezTo>
                    <a:pt x="1" y="18907"/>
                    <a:pt x="5442" y="27752"/>
                    <a:pt x="12159" y="27752"/>
                  </a:cubicBezTo>
                  <a:cubicBezTo>
                    <a:pt x="18877" y="27752"/>
                    <a:pt x="24348" y="18907"/>
                    <a:pt x="24348" y="12159"/>
                  </a:cubicBezTo>
                  <a:cubicBezTo>
                    <a:pt x="24348" y="5442"/>
                    <a:pt x="18877" y="1"/>
                    <a:pt x="12159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2755;p49">
              <a:extLst>
                <a:ext uri="{FF2B5EF4-FFF2-40B4-BE49-F238E27FC236}">
                  <a16:creationId xmlns:a16="http://schemas.microsoft.com/office/drawing/2014/main" id="{C4A55A5B-C93A-ED7D-8C5E-13016305D227}"/>
                </a:ext>
              </a:extLst>
            </p:cNvPr>
            <p:cNvSpPr/>
            <p:nvPr/>
          </p:nvSpPr>
          <p:spPr>
            <a:xfrm>
              <a:off x="5108798" y="2328121"/>
              <a:ext cx="486917" cy="520593"/>
            </a:xfrm>
            <a:custGeom>
              <a:avLst/>
              <a:gdLst/>
              <a:ahLst/>
              <a:cxnLst/>
              <a:rect l="l" t="t" r="r" b="b"/>
              <a:pathLst>
                <a:path w="25838" h="27625" extrusionOk="0">
                  <a:moveTo>
                    <a:pt x="12919" y="0"/>
                  </a:moveTo>
                  <a:cubicBezTo>
                    <a:pt x="5806" y="0"/>
                    <a:pt x="1" y="5776"/>
                    <a:pt x="1" y="12919"/>
                  </a:cubicBezTo>
                  <a:cubicBezTo>
                    <a:pt x="1" y="18086"/>
                    <a:pt x="3040" y="24438"/>
                    <a:pt x="7417" y="27539"/>
                  </a:cubicBezTo>
                  <a:cubicBezTo>
                    <a:pt x="7495" y="27597"/>
                    <a:pt x="7583" y="27625"/>
                    <a:pt x="7666" y="27625"/>
                  </a:cubicBezTo>
                  <a:cubicBezTo>
                    <a:pt x="7844" y="27625"/>
                    <a:pt x="8005" y="27502"/>
                    <a:pt x="8025" y="27296"/>
                  </a:cubicBezTo>
                  <a:lnTo>
                    <a:pt x="8117" y="26840"/>
                  </a:lnTo>
                  <a:cubicBezTo>
                    <a:pt x="8177" y="26566"/>
                    <a:pt x="8421" y="26353"/>
                    <a:pt x="8724" y="26353"/>
                  </a:cubicBezTo>
                  <a:lnTo>
                    <a:pt x="17114" y="26353"/>
                  </a:lnTo>
                  <a:cubicBezTo>
                    <a:pt x="17418" y="26353"/>
                    <a:pt x="17661" y="26566"/>
                    <a:pt x="17722" y="26840"/>
                  </a:cubicBezTo>
                  <a:lnTo>
                    <a:pt x="17813" y="27296"/>
                  </a:lnTo>
                  <a:cubicBezTo>
                    <a:pt x="17854" y="27502"/>
                    <a:pt x="18008" y="27625"/>
                    <a:pt x="18178" y="27625"/>
                  </a:cubicBezTo>
                  <a:cubicBezTo>
                    <a:pt x="18259" y="27625"/>
                    <a:pt x="18343" y="27597"/>
                    <a:pt x="18421" y="27539"/>
                  </a:cubicBezTo>
                  <a:cubicBezTo>
                    <a:pt x="22798" y="24438"/>
                    <a:pt x="25837" y="18086"/>
                    <a:pt x="25837" y="12919"/>
                  </a:cubicBezTo>
                  <a:cubicBezTo>
                    <a:pt x="25837" y="5776"/>
                    <a:pt x="20062" y="0"/>
                    <a:pt x="12919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2756;p49">
              <a:extLst>
                <a:ext uri="{FF2B5EF4-FFF2-40B4-BE49-F238E27FC236}">
                  <a16:creationId xmlns:a16="http://schemas.microsoft.com/office/drawing/2014/main" id="{4D48BCD2-1363-148D-F08B-A9FC146CAA90}"/>
                </a:ext>
              </a:extLst>
            </p:cNvPr>
            <p:cNvSpPr/>
            <p:nvPr/>
          </p:nvSpPr>
          <p:spPr>
            <a:xfrm>
              <a:off x="5258887" y="2505707"/>
              <a:ext cx="84218" cy="61303"/>
            </a:xfrm>
            <a:custGeom>
              <a:avLst/>
              <a:gdLst/>
              <a:ahLst/>
              <a:cxnLst/>
              <a:rect l="l" t="t" r="r" b="b"/>
              <a:pathLst>
                <a:path w="4469" h="3253" extrusionOk="0">
                  <a:moveTo>
                    <a:pt x="852" y="0"/>
                  </a:moveTo>
                  <a:lnTo>
                    <a:pt x="1" y="3252"/>
                  </a:lnTo>
                  <a:cubicBezTo>
                    <a:pt x="1308" y="2948"/>
                    <a:pt x="2888" y="2766"/>
                    <a:pt x="4469" y="2705"/>
                  </a:cubicBezTo>
                  <a:lnTo>
                    <a:pt x="4469" y="91"/>
                  </a:lnTo>
                  <a:cubicBezTo>
                    <a:pt x="3223" y="61"/>
                    <a:pt x="1976" y="30"/>
                    <a:pt x="852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2757;p49">
              <a:extLst>
                <a:ext uri="{FF2B5EF4-FFF2-40B4-BE49-F238E27FC236}">
                  <a16:creationId xmlns:a16="http://schemas.microsoft.com/office/drawing/2014/main" id="{1A5E9810-242A-8136-5E7A-852245AE06B3}"/>
                </a:ext>
              </a:extLst>
            </p:cNvPr>
            <p:cNvSpPr/>
            <p:nvPr/>
          </p:nvSpPr>
          <p:spPr>
            <a:xfrm>
              <a:off x="5361993" y="2505707"/>
              <a:ext cx="83653" cy="59004"/>
            </a:xfrm>
            <a:custGeom>
              <a:avLst/>
              <a:gdLst/>
              <a:ahLst/>
              <a:cxnLst/>
              <a:rect l="l" t="t" r="r" b="b"/>
              <a:pathLst>
                <a:path w="4439" h="3131" extrusionOk="0">
                  <a:moveTo>
                    <a:pt x="3588" y="0"/>
                  </a:moveTo>
                  <a:cubicBezTo>
                    <a:pt x="2493" y="30"/>
                    <a:pt x="1247" y="61"/>
                    <a:pt x="1" y="91"/>
                  </a:cubicBezTo>
                  <a:lnTo>
                    <a:pt x="1" y="2705"/>
                  </a:lnTo>
                  <a:cubicBezTo>
                    <a:pt x="1551" y="2705"/>
                    <a:pt x="3101" y="2857"/>
                    <a:pt x="4439" y="3131"/>
                  </a:cubicBezTo>
                  <a:lnTo>
                    <a:pt x="3588" y="0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2758;p49">
              <a:extLst>
                <a:ext uri="{FF2B5EF4-FFF2-40B4-BE49-F238E27FC236}">
                  <a16:creationId xmlns:a16="http://schemas.microsoft.com/office/drawing/2014/main" id="{3FFF9BAB-9BFD-FB98-AE26-268444D53CDE}"/>
                </a:ext>
              </a:extLst>
            </p:cNvPr>
            <p:cNvSpPr/>
            <p:nvPr/>
          </p:nvSpPr>
          <p:spPr>
            <a:xfrm>
              <a:off x="5450211" y="2499488"/>
              <a:ext cx="104269" cy="104175"/>
            </a:xfrm>
            <a:custGeom>
              <a:avLst/>
              <a:gdLst/>
              <a:ahLst/>
              <a:cxnLst/>
              <a:rect l="l" t="t" r="r" b="b"/>
              <a:pathLst>
                <a:path w="5533" h="5528" extrusionOk="0">
                  <a:moveTo>
                    <a:pt x="2630" y="0"/>
                  </a:moveTo>
                  <a:cubicBezTo>
                    <a:pt x="2444" y="0"/>
                    <a:pt x="2247" y="18"/>
                    <a:pt x="2037" y="57"/>
                  </a:cubicBezTo>
                  <a:cubicBezTo>
                    <a:pt x="1490" y="117"/>
                    <a:pt x="791" y="208"/>
                    <a:pt x="1" y="269"/>
                  </a:cubicBezTo>
                  <a:lnTo>
                    <a:pt x="943" y="3795"/>
                  </a:lnTo>
                  <a:cubicBezTo>
                    <a:pt x="2159" y="4190"/>
                    <a:pt x="3040" y="4768"/>
                    <a:pt x="3283" y="5528"/>
                  </a:cubicBezTo>
                  <a:lnTo>
                    <a:pt x="3739" y="5193"/>
                  </a:lnTo>
                  <a:cubicBezTo>
                    <a:pt x="5229" y="4130"/>
                    <a:pt x="5533" y="2002"/>
                    <a:pt x="4256" y="695"/>
                  </a:cubicBezTo>
                  <a:lnTo>
                    <a:pt x="4287" y="695"/>
                  </a:lnTo>
                  <a:cubicBezTo>
                    <a:pt x="3878" y="262"/>
                    <a:pt x="3336" y="0"/>
                    <a:pt x="2630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2759;p49">
              <a:extLst>
                <a:ext uri="{FF2B5EF4-FFF2-40B4-BE49-F238E27FC236}">
                  <a16:creationId xmlns:a16="http://schemas.microsoft.com/office/drawing/2014/main" id="{0AA1131F-DB60-1BE5-4889-ADAB8B80FFA3}"/>
                </a:ext>
              </a:extLst>
            </p:cNvPr>
            <p:cNvSpPr/>
            <p:nvPr/>
          </p:nvSpPr>
          <p:spPr>
            <a:xfrm>
              <a:off x="5150617" y="2499488"/>
              <a:ext cx="103704" cy="104175"/>
            </a:xfrm>
            <a:custGeom>
              <a:avLst/>
              <a:gdLst/>
              <a:ahLst/>
              <a:cxnLst/>
              <a:rect l="l" t="t" r="r" b="b"/>
              <a:pathLst>
                <a:path w="5503" h="5528" extrusionOk="0">
                  <a:moveTo>
                    <a:pt x="2876" y="0"/>
                  </a:moveTo>
                  <a:cubicBezTo>
                    <a:pt x="2179" y="0"/>
                    <a:pt x="1656" y="262"/>
                    <a:pt x="1247" y="695"/>
                  </a:cubicBezTo>
                  <a:cubicBezTo>
                    <a:pt x="1" y="2002"/>
                    <a:pt x="274" y="4130"/>
                    <a:pt x="1764" y="5193"/>
                  </a:cubicBezTo>
                  <a:lnTo>
                    <a:pt x="2250" y="5528"/>
                  </a:lnTo>
                  <a:cubicBezTo>
                    <a:pt x="2524" y="4859"/>
                    <a:pt x="3375" y="4312"/>
                    <a:pt x="4530" y="3917"/>
                  </a:cubicBezTo>
                  <a:lnTo>
                    <a:pt x="5495" y="269"/>
                  </a:lnTo>
                  <a:lnTo>
                    <a:pt x="5495" y="269"/>
                  </a:lnTo>
                  <a:cubicBezTo>
                    <a:pt x="5497" y="269"/>
                    <a:pt x="5500" y="269"/>
                    <a:pt x="5502" y="269"/>
                  </a:cubicBezTo>
                  <a:lnTo>
                    <a:pt x="5502" y="239"/>
                  </a:lnTo>
                  <a:lnTo>
                    <a:pt x="5495" y="269"/>
                  </a:lnTo>
                  <a:lnTo>
                    <a:pt x="5495" y="269"/>
                  </a:lnTo>
                  <a:cubicBezTo>
                    <a:pt x="4707" y="208"/>
                    <a:pt x="4011" y="117"/>
                    <a:pt x="3466" y="57"/>
                  </a:cubicBezTo>
                  <a:cubicBezTo>
                    <a:pt x="3257" y="18"/>
                    <a:pt x="3060" y="0"/>
                    <a:pt x="2876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2760;p49">
              <a:extLst>
                <a:ext uri="{FF2B5EF4-FFF2-40B4-BE49-F238E27FC236}">
                  <a16:creationId xmlns:a16="http://schemas.microsoft.com/office/drawing/2014/main" id="{7C75FD42-16B2-3817-33B0-DD7D5BB4965B}"/>
                </a:ext>
              </a:extLst>
            </p:cNvPr>
            <p:cNvSpPr/>
            <p:nvPr/>
          </p:nvSpPr>
          <p:spPr>
            <a:xfrm>
              <a:off x="5246863" y="2599635"/>
              <a:ext cx="211384" cy="195931"/>
            </a:xfrm>
            <a:custGeom>
              <a:avLst/>
              <a:gdLst/>
              <a:ahLst/>
              <a:cxnLst/>
              <a:rect l="l" t="t" r="r" b="b"/>
              <a:pathLst>
                <a:path w="11217" h="10397" extrusionOk="0">
                  <a:moveTo>
                    <a:pt x="5593" y="1"/>
                  </a:moveTo>
                  <a:cubicBezTo>
                    <a:pt x="2493" y="1"/>
                    <a:pt x="0" y="2341"/>
                    <a:pt x="0" y="5199"/>
                  </a:cubicBezTo>
                  <a:cubicBezTo>
                    <a:pt x="0" y="8086"/>
                    <a:pt x="2493" y="10396"/>
                    <a:pt x="5593" y="10396"/>
                  </a:cubicBezTo>
                  <a:cubicBezTo>
                    <a:pt x="8693" y="10396"/>
                    <a:pt x="11216" y="8086"/>
                    <a:pt x="11216" y="5199"/>
                  </a:cubicBezTo>
                  <a:cubicBezTo>
                    <a:pt x="11216" y="2341"/>
                    <a:pt x="8693" y="1"/>
                    <a:pt x="5593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>
          <a:extLst>
            <a:ext uri="{FF2B5EF4-FFF2-40B4-BE49-F238E27FC236}">
              <a16:creationId xmlns:a16="http://schemas.microsoft.com/office/drawing/2014/main" id="{325A9FD7-E846-F7E4-7211-42C7E48A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1;p30">
            <a:extLst>
              <a:ext uri="{FF2B5EF4-FFF2-40B4-BE49-F238E27FC236}">
                <a16:creationId xmlns:a16="http://schemas.microsoft.com/office/drawing/2014/main" id="{8A8773A5-A24C-A39C-2EC2-D7345A067C78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r>
              <a:rPr lang="en-US" dirty="0"/>
              <a:t>Job Application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21C6312-C6A3-ABB2-C8B6-4DC795C6A4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09764"/>
              </p:ext>
            </p:extLst>
          </p:nvPr>
        </p:nvGraphicFramePr>
        <p:xfrm>
          <a:off x="720000" y="1129109"/>
          <a:ext cx="7928701" cy="3257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382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>
          <a:extLst>
            <a:ext uri="{FF2B5EF4-FFF2-40B4-BE49-F238E27FC236}">
              <a16:creationId xmlns:a16="http://schemas.microsoft.com/office/drawing/2014/main" id="{97AF2A13-44EF-C798-A60F-9A86458A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1;p30">
            <a:extLst>
              <a:ext uri="{FF2B5EF4-FFF2-40B4-BE49-F238E27FC236}">
                <a16:creationId xmlns:a16="http://schemas.microsoft.com/office/drawing/2014/main" id="{FE325B4D-02FA-05AE-B330-53A24BC54DC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ono Medium"/>
              <a:buNone/>
              <a:defRPr sz="3000" b="0" i="0" u="none" strike="noStrike" cap="none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r>
              <a:rPr lang="en-US" dirty="0"/>
              <a:t>Job Offer</a:t>
            </a:r>
          </a:p>
        </p:txBody>
      </p:sp>
      <p:sp>
        <p:nvSpPr>
          <p:cNvPr id="8" name="Google Shape;813;p30">
            <a:extLst>
              <a:ext uri="{FF2B5EF4-FFF2-40B4-BE49-F238E27FC236}">
                <a16:creationId xmlns:a16="http://schemas.microsoft.com/office/drawing/2014/main" id="{B4D7627A-99C1-FFA3-1CDD-F6227DCCD8F6}"/>
              </a:ext>
            </a:extLst>
          </p:cNvPr>
          <p:cNvSpPr txBox="1"/>
          <p:nvPr/>
        </p:nvSpPr>
        <p:spPr>
          <a:xfrm>
            <a:off x="638357" y="1017725"/>
            <a:ext cx="4739100" cy="36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I passed the first interview  for Komatsu on 15</a:t>
            </a:r>
            <a:r>
              <a:rPr lang="en-US" sz="1600" b="1" baseline="30000" dirty="0">
                <a:solidFill>
                  <a:schemeClr val="dk1"/>
                </a:solidFill>
                <a:latin typeface="Commissioner"/>
                <a:sym typeface="Commissioner"/>
              </a:rPr>
              <a:t>th</a:t>
            </a: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 July  and then the next day I had to do one more interview finally I received the offer on 17</a:t>
            </a:r>
            <a:r>
              <a:rPr lang="en-US" sz="1600" b="1" baseline="30000" dirty="0">
                <a:solidFill>
                  <a:schemeClr val="dk1"/>
                </a:solidFill>
                <a:latin typeface="Commissioner"/>
                <a:sym typeface="Commissioner"/>
              </a:rPr>
              <a:t>th</a:t>
            </a: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 July!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600" b="1" dirty="0">
              <a:solidFill>
                <a:schemeClr val="dk1"/>
              </a:solidFill>
              <a:latin typeface="Commissioner"/>
              <a:sym typeface="Commissioner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Location: </a:t>
            </a:r>
            <a:r>
              <a:rPr lang="en-US" sz="1600" dirty="0">
                <a:solidFill>
                  <a:schemeClr val="dk1"/>
                </a:solidFill>
                <a:latin typeface="Commissioner"/>
                <a:sym typeface="Commissioner"/>
              </a:rPr>
              <a:t>Kanagawa Prefecture.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Position: </a:t>
            </a:r>
            <a:r>
              <a:rPr lang="en-US" sz="1600" dirty="0">
                <a:solidFill>
                  <a:schemeClr val="dk1"/>
                </a:solidFill>
                <a:latin typeface="Commissioner"/>
                <a:sym typeface="Commissioner"/>
              </a:rPr>
              <a:t>Embedded software engineer, vehicle control system development group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Role: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I will develop and verify controllers for autonomous dump trucks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Komatsu is a well- known international company oriented towards automating construction </a:t>
            </a:r>
            <a:r>
              <a:rPr lang="en-US" sz="1600" b="1" dirty="0" err="1">
                <a:solidFill>
                  <a:schemeClr val="dk1"/>
                </a:solidFill>
                <a:latin typeface="Commissioner"/>
                <a:sym typeface="Commissioner"/>
              </a:rPr>
              <a:t>equipments</a:t>
            </a:r>
            <a:r>
              <a:rPr lang="en-US" sz="1600" b="1" dirty="0">
                <a:solidFill>
                  <a:schemeClr val="dk1"/>
                </a:solidFill>
                <a:latin typeface="Commissioner"/>
                <a:sym typeface="Commissioner"/>
              </a:rPr>
              <a:t> and developing controllers for different machinery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sz="2400" b="1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2050" name="Picture 2" descr="News">
            <a:extLst>
              <a:ext uri="{FF2B5EF4-FFF2-40B4-BE49-F238E27FC236}">
                <a16:creationId xmlns:a16="http://schemas.microsoft.com/office/drawing/2014/main" id="{CB69460F-C402-A6E7-296C-51C87CDA1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553" y="343141"/>
            <a:ext cx="3260531" cy="171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ump Trucks">
            <a:extLst>
              <a:ext uri="{FF2B5EF4-FFF2-40B4-BE49-F238E27FC236}">
                <a16:creationId xmlns:a16="http://schemas.microsoft.com/office/drawing/2014/main" id="{52BAF3BD-7DFA-69A1-763E-144E20FF7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610" y="2190373"/>
            <a:ext cx="3260532" cy="250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45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48"/>
          <p:cNvSpPr txBox="1">
            <a:spLocks noGrp="1"/>
          </p:cNvSpPr>
          <p:nvPr>
            <p:ph type="title"/>
          </p:nvPr>
        </p:nvSpPr>
        <p:spPr>
          <a:xfrm>
            <a:off x="2486487" y="199046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Thank</a:t>
            </a:r>
            <a:br>
              <a:rPr lang="en" sz="4400" dirty="0"/>
            </a:br>
            <a:r>
              <a:rPr lang="en" sz="4400" dirty="0"/>
              <a:t>you!</a:t>
            </a:r>
            <a:endParaRPr sz="4400" dirty="0"/>
          </a:p>
        </p:txBody>
      </p:sp>
      <p:grpSp>
        <p:nvGrpSpPr>
          <p:cNvPr id="2454" name="Google Shape;2454;p48"/>
          <p:cNvGrpSpPr/>
          <p:nvPr/>
        </p:nvGrpSpPr>
        <p:grpSpPr>
          <a:xfrm rot="10800000">
            <a:off x="5905030" y="-234175"/>
            <a:ext cx="3568445" cy="2225100"/>
            <a:chOff x="-70295" y="3492425"/>
            <a:chExt cx="3568445" cy="2225100"/>
          </a:xfrm>
        </p:grpSpPr>
        <p:cxnSp>
          <p:nvCxnSpPr>
            <p:cNvPr id="2455" name="Google Shape;2455;p48"/>
            <p:cNvCxnSpPr/>
            <p:nvPr/>
          </p:nvCxnSpPr>
          <p:spPr>
            <a:xfrm>
              <a:off x="713225" y="3506575"/>
              <a:ext cx="0" cy="1859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2456" name="Google Shape;2456;p48"/>
            <p:cNvCxnSpPr/>
            <p:nvPr/>
          </p:nvCxnSpPr>
          <p:spPr>
            <a:xfrm>
              <a:off x="-70295" y="4259063"/>
              <a:ext cx="1983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2457" name="Google Shape;2457;p48"/>
            <p:cNvCxnSpPr/>
            <p:nvPr/>
          </p:nvCxnSpPr>
          <p:spPr>
            <a:xfrm rot="10800000">
              <a:off x="593675" y="3492425"/>
              <a:ext cx="23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58" name="Google Shape;2458;p48"/>
            <p:cNvSpPr/>
            <p:nvPr/>
          </p:nvSpPr>
          <p:spPr>
            <a:xfrm rot="10800000">
              <a:off x="943075" y="4194725"/>
              <a:ext cx="591000" cy="591000"/>
            </a:xfrm>
            <a:prstGeom prst="pie">
              <a:avLst>
                <a:gd name="adj1" fmla="val 10743844"/>
                <a:gd name="adj2" fmla="val 1620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59" name="Google Shape;2459;p48"/>
            <p:cNvCxnSpPr>
              <a:stCxn id="2458" idx="3"/>
            </p:cNvCxnSpPr>
            <p:nvPr/>
          </p:nvCxnSpPr>
          <p:spPr>
            <a:xfrm>
              <a:off x="1238575" y="4785725"/>
              <a:ext cx="0" cy="93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60" name="Google Shape;2460;p48"/>
            <p:cNvCxnSpPr/>
            <p:nvPr/>
          </p:nvCxnSpPr>
          <p:spPr>
            <a:xfrm>
              <a:off x="1244250" y="4488325"/>
              <a:ext cx="2253900" cy="1038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61" name="Google Shape;2461;p48"/>
          <p:cNvGrpSpPr/>
          <p:nvPr/>
        </p:nvGrpSpPr>
        <p:grpSpPr>
          <a:xfrm rot="10800000">
            <a:off x="-1043995" y="3708400"/>
            <a:ext cx="2501400" cy="1252800"/>
            <a:chOff x="7254400" y="-119500"/>
            <a:chExt cx="2501400" cy="1252800"/>
          </a:xfrm>
        </p:grpSpPr>
        <p:grpSp>
          <p:nvGrpSpPr>
            <p:cNvPr id="2462" name="Google Shape;2462;p48"/>
            <p:cNvGrpSpPr/>
            <p:nvPr/>
          </p:nvGrpSpPr>
          <p:grpSpPr>
            <a:xfrm>
              <a:off x="7254400" y="-119500"/>
              <a:ext cx="2501400" cy="1252800"/>
              <a:chOff x="229300" y="3438900"/>
              <a:chExt cx="2501400" cy="1252800"/>
            </a:xfrm>
          </p:grpSpPr>
          <p:cxnSp>
            <p:nvCxnSpPr>
              <p:cNvPr id="2463" name="Google Shape;2463;p48"/>
              <p:cNvCxnSpPr>
                <a:endCxn id="2464" idx="4"/>
              </p:cNvCxnSpPr>
              <p:nvPr/>
            </p:nvCxnSpPr>
            <p:spPr>
              <a:xfrm>
                <a:off x="641800" y="3438900"/>
                <a:ext cx="0" cy="125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465" name="Google Shape;2465;p48"/>
              <p:cNvCxnSpPr>
                <a:stCxn id="2464" idx="2"/>
              </p:cNvCxnSpPr>
              <p:nvPr/>
            </p:nvCxnSpPr>
            <p:spPr>
              <a:xfrm>
                <a:off x="229300" y="4279200"/>
                <a:ext cx="250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464" name="Google Shape;2464;p48"/>
            <p:cNvSpPr/>
            <p:nvPr/>
          </p:nvSpPr>
          <p:spPr>
            <a:xfrm>
              <a:off x="7254400" y="308300"/>
              <a:ext cx="825000" cy="8250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6" name="Google Shape;2466;p48"/>
          <p:cNvGrpSpPr/>
          <p:nvPr/>
        </p:nvGrpSpPr>
        <p:grpSpPr>
          <a:xfrm>
            <a:off x="7533675" y="3088023"/>
            <a:ext cx="4539443" cy="1237034"/>
            <a:chOff x="7533675" y="3088023"/>
            <a:chExt cx="4539443" cy="1237034"/>
          </a:xfrm>
        </p:grpSpPr>
        <p:grpSp>
          <p:nvGrpSpPr>
            <p:cNvPr id="2467" name="Google Shape;2467;p48"/>
            <p:cNvGrpSpPr/>
            <p:nvPr/>
          </p:nvGrpSpPr>
          <p:grpSpPr>
            <a:xfrm>
              <a:off x="7811185" y="3088026"/>
              <a:ext cx="4261932" cy="1237031"/>
              <a:chOff x="4420135" y="3295326"/>
              <a:chExt cx="4261932" cy="1237031"/>
            </a:xfrm>
          </p:grpSpPr>
          <p:sp>
            <p:nvSpPr>
              <p:cNvPr id="2468" name="Google Shape;2468;p48"/>
              <p:cNvSpPr/>
              <p:nvPr/>
            </p:nvSpPr>
            <p:spPr>
              <a:xfrm>
                <a:off x="8053305" y="4058730"/>
                <a:ext cx="84417" cy="157977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557" extrusionOk="0">
                    <a:moveTo>
                      <a:pt x="751" y="41"/>
                    </a:moveTo>
                    <a:cubicBezTo>
                      <a:pt x="751" y="41"/>
                      <a:pt x="765" y="41"/>
                      <a:pt x="778" y="54"/>
                    </a:cubicBezTo>
                    <a:cubicBezTo>
                      <a:pt x="792" y="54"/>
                      <a:pt x="792" y="68"/>
                      <a:pt x="792" y="81"/>
                    </a:cubicBezTo>
                    <a:lnTo>
                      <a:pt x="792" y="1462"/>
                    </a:lnTo>
                    <a:cubicBezTo>
                      <a:pt x="792" y="1476"/>
                      <a:pt x="792" y="1489"/>
                      <a:pt x="778" y="1489"/>
                    </a:cubicBezTo>
                    <a:cubicBezTo>
                      <a:pt x="765" y="1503"/>
                      <a:pt x="765" y="1503"/>
                      <a:pt x="751" y="1503"/>
                    </a:cubicBezTo>
                    <a:lnTo>
                      <a:pt x="81" y="1503"/>
                    </a:lnTo>
                    <a:cubicBezTo>
                      <a:pt x="67" y="1503"/>
                      <a:pt x="67" y="1503"/>
                      <a:pt x="54" y="1489"/>
                    </a:cubicBezTo>
                    <a:cubicBezTo>
                      <a:pt x="41" y="1489"/>
                      <a:pt x="41" y="1476"/>
                      <a:pt x="41" y="1462"/>
                    </a:cubicBezTo>
                    <a:lnTo>
                      <a:pt x="41" y="81"/>
                    </a:lnTo>
                    <a:cubicBezTo>
                      <a:pt x="41" y="68"/>
                      <a:pt x="41" y="54"/>
                      <a:pt x="54" y="54"/>
                    </a:cubicBezTo>
                    <a:cubicBezTo>
                      <a:pt x="67" y="41"/>
                      <a:pt x="67" y="41"/>
                      <a:pt x="81" y="41"/>
                    </a:cubicBezTo>
                    <a:close/>
                    <a:moveTo>
                      <a:pt x="81" y="0"/>
                    </a:moveTo>
                    <a:cubicBezTo>
                      <a:pt x="67" y="0"/>
                      <a:pt x="41" y="0"/>
                      <a:pt x="27" y="27"/>
                    </a:cubicBezTo>
                    <a:cubicBezTo>
                      <a:pt x="0" y="41"/>
                      <a:pt x="0" y="68"/>
                      <a:pt x="0" y="81"/>
                    </a:cubicBezTo>
                    <a:lnTo>
                      <a:pt x="0" y="1462"/>
                    </a:lnTo>
                    <a:cubicBezTo>
                      <a:pt x="0" y="1489"/>
                      <a:pt x="0" y="1503"/>
                      <a:pt x="27" y="1529"/>
                    </a:cubicBezTo>
                    <a:cubicBezTo>
                      <a:pt x="41" y="1543"/>
                      <a:pt x="67" y="1556"/>
                      <a:pt x="81" y="1556"/>
                    </a:cubicBezTo>
                    <a:lnTo>
                      <a:pt x="751" y="1556"/>
                    </a:lnTo>
                    <a:cubicBezTo>
                      <a:pt x="765" y="1556"/>
                      <a:pt x="792" y="1543"/>
                      <a:pt x="805" y="1529"/>
                    </a:cubicBezTo>
                    <a:cubicBezTo>
                      <a:pt x="832" y="1503"/>
                      <a:pt x="832" y="1489"/>
                      <a:pt x="832" y="1462"/>
                    </a:cubicBezTo>
                    <a:lnTo>
                      <a:pt x="832" y="81"/>
                    </a:lnTo>
                    <a:cubicBezTo>
                      <a:pt x="832" y="68"/>
                      <a:pt x="832" y="41"/>
                      <a:pt x="805" y="27"/>
                    </a:cubicBezTo>
                    <a:cubicBezTo>
                      <a:pt x="792" y="0"/>
                      <a:pt x="765" y="0"/>
                      <a:pt x="75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48"/>
              <p:cNvSpPr/>
              <p:nvPr/>
            </p:nvSpPr>
            <p:spPr>
              <a:xfrm>
                <a:off x="8128184" y="4128130"/>
                <a:ext cx="4160" cy="10958"/>
              </a:xfrm>
              <a:custGeom>
                <a:avLst/>
                <a:gdLst/>
                <a:ahLst/>
                <a:cxnLst/>
                <a:rect l="l" t="t" r="r" b="b"/>
                <a:pathLst>
                  <a:path w="41" h="108" extrusionOk="0">
                    <a:moveTo>
                      <a:pt x="13" y="108"/>
                    </a:moveTo>
                    <a:lnTo>
                      <a:pt x="27" y="108"/>
                    </a:lnTo>
                    <a:cubicBezTo>
                      <a:pt x="27" y="108"/>
                      <a:pt x="27" y="108"/>
                      <a:pt x="27" y="108"/>
                    </a:cubicBezTo>
                    <a:cubicBezTo>
                      <a:pt x="40" y="108"/>
                      <a:pt x="40" y="94"/>
                      <a:pt x="40" y="94"/>
                    </a:cubicBezTo>
                    <a:lnTo>
                      <a:pt x="40" y="14"/>
                    </a:lnTo>
                    <a:cubicBezTo>
                      <a:pt x="40" y="14"/>
                      <a:pt x="40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lnTo>
                      <a:pt x="13" y="0"/>
                    </a:lnTo>
                    <a:cubicBezTo>
                      <a:pt x="13" y="0"/>
                      <a:pt x="13" y="0"/>
                      <a:pt x="0" y="0"/>
                    </a:cubicBezTo>
                    <a:cubicBezTo>
                      <a:pt x="0" y="0"/>
                      <a:pt x="0" y="14"/>
                      <a:pt x="0" y="14"/>
                    </a:cubicBezTo>
                    <a:lnTo>
                      <a:pt x="0" y="94"/>
                    </a:lnTo>
                    <a:cubicBezTo>
                      <a:pt x="0" y="94"/>
                      <a:pt x="0" y="108"/>
                      <a:pt x="0" y="108"/>
                    </a:cubicBezTo>
                    <a:cubicBezTo>
                      <a:pt x="13" y="108"/>
                      <a:pt x="13" y="108"/>
                      <a:pt x="13" y="10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48"/>
              <p:cNvSpPr/>
              <p:nvPr/>
            </p:nvSpPr>
            <p:spPr>
              <a:xfrm>
                <a:off x="7503581" y="4057411"/>
                <a:ext cx="84417" cy="15787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556" extrusionOk="0">
                    <a:moveTo>
                      <a:pt x="751" y="54"/>
                    </a:moveTo>
                    <a:cubicBezTo>
                      <a:pt x="765" y="54"/>
                      <a:pt x="765" y="54"/>
                      <a:pt x="778" y="67"/>
                    </a:cubicBezTo>
                    <a:cubicBezTo>
                      <a:pt x="792" y="67"/>
                      <a:pt x="792" y="81"/>
                      <a:pt x="792" y="94"/>
                    </a:cubicBezTo>
                    <a:lnTo>
                      <a:pt x="792" y="1475"/>
                    </a:lnTo>
                    <a:cubicBezTo>
                      <a:pt x="792" y="1489"/>
                      <a:pt x="792" y="1489"/>
                      <a:pt x="778" y="1502"/>
                    </a:cubicBezTo>
                    <a:cubicBezTo>
                      <a:pt x="778" y="1516"/>
                      <a:pt x="765" y="1516"/>
                      <a:pt x="751" y="1516"/>
                    </a:cubicBezTo>
                    <a:lnTo>
                      <a:pt x="94" y="1516"/>
                    </a:lnTo>
                    <a:cubicBezTo>
                      <a:pt x="81" y="1516"/>
                      <a:pt x="67" y="1516"/>
                      <a:pt x="54" y="1502"/>
                    </a:cubicBezTo>
                    <a:cubicBezTo>
                      <a:pt x="41" y="1489"/>
                      <a:pt x="41" y="1489"/>
                      <a:pt x="41" y="1462"/>
                    </a:cubicBezTo>
                    <a:lnTo>
                      <a:pt x="41" y="94"/>
                    </a:lnTo>
                    <a:cubicBezTo>
                      <a:pt x="41" y="81"/>
                      <a:pt x="41" y="67"/>
                      <a:pt x="54" y="67"/>
                    </a:cubicBezTo>
                    <a:cubicBezTo>
                      <a:pt x="67" y="54"/>
                      <a:pt x="81" y="54"/>
                      <a:pt x="94" y="54"/>
                    </a:cubicBezTo>
                    <a:close/>
                    <a:moveTo>
                      <a:pt x="94" y="0"/>
                    </a:moveTo>
                    <a:cubicBezTo>
                      <a:pt x="67" y="0"/>
                      <a:pt x="41" y="13"/>
                      <a:pt x="27" y="27"/>
                    </a:cubicBezTo>
                    <a:cubicBezTo>
                      <a:pt x="14" y="54"/>
                      <a:pt x="0" y="67"/>
                      <a:pt x="0" y="94"/>
                    </a:cubicBezTo>
                    <a:lnTo>
                      <a:pt x="0" y="1475"/>
                    </a:lnTo>
                    <a:cubicBezTo>
                      <a:pt x="0" y="1489"/>
                      <a:pt x="14" y="1516"/>
                      <a:pt x="27" y="1529"/>
                    </a:cubicBezTo>
                    <a:cubicBezTo>
                      <a:pt x="41" y="1556"/>
                      <a:pt x="67" y="1556"/>
                      <a:pt x="94" y="1556"/>
                    </a:cubicBezTo>
                    <a:lnTo>
                      <a:pt x="751" y="1556"/>
                    </a:lnTo>
                    <a:cubicBezTo>
                      <a:pt x="765" y="1556"/>
                      <a:pt x="792" y="1556"/>
                      <a:pt x="805" y="1529"/>
                    </a:cubicBezTo>
                    <a:cubicBezTo>
                      <a:pt x="832" y="1516"/>
                      <a:pt x="832" y="1489"/>
                      <a:pt x="832" y="1475"/>
                    </a:cubicBezTo>
                    <a:lnTo>
                      <a:pt x="832" y="94"/>
                    </a:lnTo>
                    <a:cubicBezTo>
                      <a:pt x="832" y="67"/>
                      <a:pt x="832" y="54"/>
                      <a:pt x="805" y="27"/>
                    </a:cubicBezTo>
                    <a:cubicBezTo>
                      <a:pt x="792" y="13"/>
                      <a:pt x="765" y="0"/>
                      <a:pt x="75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48"/>
              <p:cNvSpPr/>
              <p:nvPr/>
            </p:nvSpPr>
            <p:spPr>
              <a:xfrm>
                <a:off x="7578359" y="4128130"/>
                <a:ext cx="4261" cy="10958"/>
              </a:xfrm>
              <a:custGeom>
                <a:avLst/>
                <a:gdLst/>
                <a:ahLst/>
                <a:cxnLst/>
                <a:rect l="l" t="t" r="r" b="b"/>
                <a:pathLst>
                  <a:path w="42" h="108" extrusionOk="0">
                    <a:moveTo>
                      <a:pt x="14" y="108"/>
                    </a:moveTo>
                    <a:lnTo>
                      <a:pt x="28" y="108"/>
                    </a:lnTo>
                    <a:cubicBezTo>
                      <a:pt x="28" y="108"/>
                      <a:pt x="28" y="108"/>
                      <a:pt x="28" y="108"/>
                    </a:cubicBezTo>
                    <a:cubicBezTo>
                      <a:pt x="41" y="108"/>
                      <a:pt x="41" y="94"/>
                      <a:pt x="41" y="94"/>
                    </a:cubicBezTo>
                    <a:lnTo>
                      <a:pt x="41" y="14"/>
                    </a:lnTo>
                    <a:cubicBezTo>
                      <a:pt x="41" y="14"/>
                      <a:pt x="41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lnTo>
                      <a:pt x="14" y="0"/>
                    </a:lnTo>
                    <a:cubicBezTo>
                      <a:pt x="14" y="0"/>
                      <a:pt x="14" y="0"/>
                      <a:pt x="1" y="0"/>
                    </a:cubicBezTo>
                    <a:cubicBezTo>
                      <a:pt x="1" y="0"/>
                      <a:pt x="1" y="0"/>
                      <a:pt x="1" y="14"/>
                    </a:cubicBezTo>
                    <a:lnTo>
                      <a:pt x="1" y="94"/>
                    </a:lnTo>
                    <a:cubicBezTo>
                      <a:pt x="1" y="94"/>
                      <a:pt x="1" y="108"/>
                      <a:pt x="1" y="108"/>
                    </a:cubicBezTo>
                    <a:cubicBezTo>
                      <a:pt x="14" y="108"/>
                      <a:pt x="14" y="108"/>
                      <a:pt x="14" y="10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Google Shape;2472;p48"/>
              <p:cNvSpPr/>
              <p:nvPr/>
            </p:nvSpPr>
            <p:spPr>
              <a:xfrm>
                <a:off x="5474737" y="4057411"/>
                <a:ext cx="85837" cy="157876"/>
              </a:xfrm>
              <a:custGeom>
                <a:avLst/>
                <a:gdLst/>
                <a:ahLst/>
                <a:cxnLst/>
                <a:rect l="l" t="t" r="r" b="b"/>
                <a:pathLst>
                  <a:path w="846" h="1556" extrusionOk="0">
                    <a:moveTo>
                      <a:pt x="751" y="54"/>
                    </a:moveTo>
                    <a:cubicBezTo>
                      <a:pt x="765" y="54"/>
                      <a:pt x="778" y="54"/>
                      <a:pt x="792" y="67"/>
                    </a:cubicBezTo>
                    <a:cubicBezTo>
                      <a:pt x="792" y="67"/>
                      <a:pt x="805" y="81"/>
                      <a:pt x="805" y="94"/>
                    </a:cubicBezTo>
                    <a:lnTo>
                      <a:pt x="805" y="1462"/>
                    </a:lnTo>
                    <a:cubicBezTo>
                      <a:pt x="805" y="1475"/>
                      <a:pt x="792" y="1489"/>
                      <a:pt x="792" y="1502"/>
                    </a:cubicBezTo>
                    <a:cubicBezTo>
                      <a:pt x="778" y="1516"/>
                      <a:pt x="765" y="1516"/>
                      <a:pt x="751" y="1516"/>
                    </a:cubicBezTo>
                    <a:lnTo>
                      <a:pt x="94" y="1516"/>
                    </a:lnTo>
                    <a:cubicBezTo>
                      <a:pt x="81" y="1516"/>
                      <a:pt x="67" y="1516"/>
                      <a:pt x="67" y="1502"/>
                    </a:cubicBezTo>
                    <a:cubicBezTo>
                      <a:pt x="54" y="1489"/>
                      <a:pt x="54" y="1475"/>
                      <a:pt x="54" y="1462"/>
                    </a:cubicBezTo>
                    <a:lnTo>
                      <a:pt x="54" y="94"/>
                    </a:lnTo>
                    <a:cubicBezTo>
                      <a:pt x="54" y="81"/>
                      <a:pt x="54" y="67"/>
                      <a:pt x="67" y="67"/>
                    </a:cubicBezTo>
                    <a:cubicBezTo>
                      <a:pt x="67" y="54"/>
                      <a:pt x="81" y="54"/>
                      <a:pt x="94" y="54"/>
                    </a:cubicBezTo>
                    <a:close/>
                    <a:moveTo>
                      <a:pt x="94" y="0"/>
                    </a:moveTo>
                    <a:cubicBezTo>
                      <a:pt x="67" y="0"/>
                      <a:pt x="54" y="13"/>
                      <a:pt x="27" y="27"/>
                    </a:cubicBezTo>
                    <a:cubicBezTo>
                      <a:pt x="14" y="54"/>
                      <a:pt x="0" y="67"/>
                      <a:pt x="0" y="94"/>
                    </a:cubicBezTo>
                    <a:lnTo>
                      <a:pt x="0" y="1475"/>
                    </a:lnTo>
                    <a:cubicBezTo>
                      <a:pt x="0" y="1489"/>
                      <a:pt x="14" y="1516"/>
                      <a:pt x="27" y="1529"/>
                    </a:cubicBezTo>
                    <a:cubicBezTo>
                      <a:pt x="54" y="1556"/>
                      <a:pt x="67" y="1556"/>
                      <a:pt x="94" y="1556"/>
                    </a:cubicBezTo>
                    <a:lnTo>
                      <a:pt x="751" y="1556"/>
                    </a:lnTo>
                    <a:cubicBezTo>
                      <a:pt x="778" y="1556"/>
                      <a:pt x="805" y="1556"/>
                      <a:pt x="818" y="1529"/>
                    </a:cubicBezTo>
                    <a:cubicBezTo>
                      <a:pt x="832" y="1516"/>
                      <a:pt x="845" y="1489"/>
                      <a:pt x="845" y="1475"/>
                    </a:cubicBezTo>
                    <a:lnTo>
                      <a:pt x="845" y="94"/>
                    </a:lnTo>
                    <a:cubicBezTo>
                      <a:pt x="845" y="67"/>
                      <a:pt x="832" y="54"/>
                      <a:pt x="818" y="27"/>
                    </a:cubicBezTo>
                    <a:cubicBezTo>
                      <a:pt x="805" y="13"/>
                      <a:pt x="778" y="0"/>
                      <a:pt x="75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Google Shape;2473;p48"/>
              <p:cNvSpPr/>
              <p:nvPr/>
            </p:nvSpPr>
            <p:spPr>
              <a:xfrm>
                <a:off x="5550935" y="4128130"/>
                <a:ext cx="2841" cy="10958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8" extrusionOk="0">
                    <a:moveTo>
                      <a:pt x="0" y="108"/>
                    </a:moveTo>
                    <a:lnTo>
                      <a:pt x="14" y="108"/>
                    </a:lnTo>
                    <a:cubicBezTo>
                      <a:pt x="14" y="108"/>
                      <a:pt x="27" y="108"/>
                      <a:pt x="27" y="108"/>
                    </a:cubicBezTo>
                    <a:cubicBezTo>
                      <a:pt x="27" y="94"/>
                      <a:pt x="27" y="94"/>
                      <a:pt x="27" y="94"/>
                    </a:cubicBezTo>
                    <a:lnTo>
                      <a:pt x="27" y="14"/>
                    </a:lnTo>
                    <a:cubicBezTo>
                      <a:pt x="27" y="14"/>
                      <a:pt x="27" y="0"/>
                      <a:pt x="27" y="0"/>
                    </a:cubicBezTo>
                    <a:cubicBezTo>
                      <a:pt x="27" y="0"/>
                      <a:pt x="27" y="0"/>
                      <a:pt x="14" y="0"/>
                    </a:cubicBez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4"/>
                    </a:cubicBezTo>
                    <a:lnTo>
                      <a:pt x="0" y="94"/>
                    </a:lnTo>
                    <a:cubicBezTo>
                      <a:pt x="0" y="94"/>
                      <a:pt x="0" y="108"/>
                      <a:pt x="0" y="108"/>
                    </a:cubicBezTo>
                    <a:cubicBezTo>
                      <a:pt x="0" y="108"/>
                      <a:pt x="0" y="108"/>
                      <a:pt x="0" y="10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Google Shape;2474;p48"/>
              <p:cNvSpPr/>
              <p:nvPr/>
            </p:nvSpPr>
            <p:spPr>
              <a:xfrm>
                <a:off x="7668254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61" y="14"/>
                    </a:moveTo>
                    <a:cubicBezTo>
                      <a:pt x="174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88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13" y="349"/>
                      <a:pt x="13" y="335"/>
                      <a:pt x="13" y="322"/>
                    </a:cubicBezTo>
                    <a:lnTo>
                      <a:pt x="13" y="67"/>
                    </a:lnTo>
                    <a:cubicBezTo>
                      <a:pt x="13" y="54"/>
                      <a:pt x="13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3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3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1" y="335"/>
                      <a:pt x="241" y="322"/>
                    </a:cubicBezTo>
                    <a:lnTo>
                      <a:pt x="241" y="67"/>
                    </a:lnTo>
                    <a:cubicBezTo>
                      <a:pt x="241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Google Shape;2475;p48"/>
              <p:cNvSpPr/>
              <p:nvPr/>
            </p:nvSpPr>
            <p:spPr>
              <a:xfrm>
                <a:off x="7707622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6" y="40"/>
                      <a:pt x="216" y="54"/>
                      <a:pt x="216" y="67"/>
                    </a:cubicBezTo>
                    <a:lnTo>
                      <a:pt x="216" y="322"/>
                    </a:lnTo>
                    <a:cubicBezTo>
                      <a:pt x="216" y="335"/>
                      <a:pt x="216" y="349"/>
                      <a:pt x="202" y="362"/>
                    </a:cubicBezTo>
                    <a:cubicBezTo>
                      <a:pt x="189" y="376"/>
                      <a:pt x="175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41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41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6" y="376"/>
                    </a:cubicBezTo>
                    <a:cubicBezTo>
                      <a:pt x="229" y="362"/>
                      <a:pt x="229" y="335"/>
                      <a:pt x="229" y="322"/>
                    </a:cubicBezTo>
                    <a:lnTo>
                      <a:pt x="229" y="67"/>
                    </a:lnTo>
                    <a:cubicBezTo>
                      <a:pt x="229" y="54"/>
                      <a:pt x="229" y="40"/>
                      <a:pt x="216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Google Shape;2476;p48"/>
              <p:cNvSpPr/>
              <p:nvPr/>
            </p:nvSpPr>
            <p:spPr>
              <a:xfrm>
                <a:off x="7745772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Google Shape;2477;p48"/>
              <p:cNvSpPr/>
              <p:nvPr/>
            </p:nvSpPr>
            <p:spPr>
              <a:xfrm>
                <a:off x="7785241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02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02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2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Google Shape;2478;p48"/>
              <p:cNvSpPr/>
              <p:nvPr/>
            </p:nvSpPr>
            <p:spPr>
              <a:xfrm>
                <a:off x="7824710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188" y="376"/>
                      <a:pt x="188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2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Google Shape;2479;p48"/>
              <p:cNvSpPr/>
              <p:nvPr/>
            </p:nvSpPr>
            <p:spPr>
              <a:xfrm>
                <a:off x="7902227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15" y="40"/>
                    </a:cubicBezTo>
                    <a:cubicBezTo>
                      <a:pt x="229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29" y="349"/>
                      <a:pt x="215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81" y="376"/>
                    </a:lnTo>
                    <a:cubicBezTo>
                      <a:pt x="68" y="376"/>
                      <a:pt x="54" y="376"/>
                      <a:pt x="41" y="362"/>
                    </a:cubicBezTo>
                    <a:cubicBezTo>
                      <a:pt x="28" y="349"/>
                      <a:pt x="28" y="335"/>
                      <a:pt x="28" y="322"/>
                    </a:cubicBezTo>
                    <a:lnTo>
                      <a:pt x="28" y="67"/>
                    </a:lnTo>
                    <a:cubicBezTo>
                      <a:pt x="28" y="54"/>
                      <a:pt x="28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9" y="389"/>
                      <a:pt x="215" y="389"/>
                      <a:pt x="229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9" y="27"/>
                    </a:cubicBezTo>
                    <a:cubicBezTo>
                      <a:pt x="215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Google Shape;2480;p48"/>
              <p:cNvSpPr/>
              <p:nvPr/>
            </p:nvSpPr>
            <p:spPr>
              <a:xfrm>
                <a:off x="7941696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8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8" y="40"/>
                      <a:pt x="41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Google Shape;2481;p48"/>
              <p:cNvSpPr/>
              <p:nvPr/>
            </p:nvSpPr>
            <p:spPr>
              <a:xfrm>
                <a:off x="7981165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14" y="376"/>
                    </a:cubicBezTo>
                    <a:cubicBezTo>
                      <a:pt x="27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02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8"/>
              <p:cNvSpPr/>
              <p:nvPr/>
            </p:nvSpPr>
            <p:spPr>
              <a:xfrm>
                <a:off x="8245170" y="4104997"/>
                <a:ext cx="30033" cy="50427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97" extrusionOk="0">
                    <a:moveTo>
                      <a:pt x="215" y="27"/>
                    </a:moveTo>
                    <a:cubicBezTo>
                      <a:pt x="228" y="27"/>
                      <a:pt x="242" y="41"/>
                      <a:pt x="255" y="41"/>
                    </a:cubicBezTo>
                    <a:cubicBezTo>
                      <a:pt x="269" y="54"/>
                      <a:pt x="269" y="81"/>
                      <a:pt x="269" y="94"/>
                    </a:cubicBezTo>
                    <a:lnTo>
                      <a:pt x="269" y="403"/>
                    </a:lnTo>
                    <a:cubicBezTo>
                      <a:pt x="269" y="430"/>
                      <a:pt x="269" y="443"/>
                      <a:pt x="255" y="456"/>
                    </a:cubicBezTo>
                    <a:cubicBezTo>
                      <a:pt x="242" y="470"/>
                      <a:pt x="228" y="470"/>
                      <a:pt x="215" y="470"/>
                    </a:cubicBezTo>
                    <a:lnTo>
                      <a:pt x="81" y="470"/>
                    </a:lnTo>
                    <a:cubicBezTo>
                      <a:pt x="67" y="470"/>
                      <a:pt x="54" y="470"/>
                      <a:pt x="41" y="456"/>
                    </a:cubicBezTo>
                    <a:cubicBezTo>
                      <a:pt x="27" y="443"/>
                      <a:pt x="14" y="430"/>
                      <a:pt x="14" y="403"/>
                    </a:cubicBezTo>
                    <a:lnTo>
                      <a:pt x="14" y="94"/>
                    </a:lnTo>
                    <a:cubicBezTo>
                      <a:pt x="14" y="81"/>
                      <a:pt x="27" y="54"/>
                      <a:pt x="41" y="41"/>
                    </a:cubicBezTo>
                    <a:cubicBezTo>
                      <a:pt x="54" y="41"/>
                      <a:pt x="67" y="27"/>
                      <a:pt x="81" y="27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0" y="41"/>
                      <a:pt x="0" y="68"/>
                      <a:pt x="0" y="94"/>
                    </a:cubicBezTo>
                    <a:lnTo>
                      <a:pt x="0" y="403"/>
                    </a:lnTo>
                    <a:cubicBezTo>
                      <a:pt x="0" y="430"/>
                      <a:pt x="0" y="456"/>
                      <a:pt x="27" y="470"/>
                    </a:cubicBezTo>
                    <a:cubicBezTo>
                      <a:pt x="41" y="483"/>
                      <a:pt x="54" y="497"/>
                      <a:pt x="81" y="497"/>
                    </a:cubicBezTo>
                    <a:lnTo>
                      <a:pt x="215" y="497"/>
                    </a:lnTo>
                    <a:cubicBezTo>
                      <a:pt x="228" y="497"/>
                      <a:pt x="255" y="483"/>
                      <a:pt x="269" y="470"/>
                    </a:cubicBezTo>
                    <a:cubicBezTo>
                      <a:pt x="282" y="456"/>
                      <a:pt x="295" y="430"/>
                      <a:pt x="295" y="403"/>
                    </a:cubicBezTo>
                    <a:lnTo>
                      <a:pt x="295" y="94"/>
                    </a:lnTo>
                    <a:cubicBezTo>
                      <a:pt x="295" y="68"/>
                      <a:pt x="282" y="41"/>
                      <a:pt x="269" y="27"/>
                    </a:cubicBezTo>
                    <a:cubicBezTo>
                      <a:pt x="255" y="14"/>
                      <a:pt x="228" y="0"/>
                      <a:pt x="21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Google Shape;2483;p48"/>
              <p:cNvSpPr/>
              <p:nvPr/>
            </p:nvSpPr>
            <p:spPr>
              <a:xfrm>
                <a:off x="8181249" y="4104997"/>
                <a:ext cx="30033" cy="50427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97" extrusionOk="0">
                    <a:moveTo>
                      <a:pt x="215" y="27"/>
                    </a:moveTo>
                    <a:cubicBezTo>
                      <a:pt x="228" y="27"/>
                      <a:pt x="241" y="41"/>
                      <a:pt x="255" y="41"/>
                    </a:cubicBezTo>
                    <a:cubicBezTo>
                      <a:pt x="268" y="54"/>
                      <a:pt x="282" y="81"/>
                      <a:pt x="282" y="94"/>
                    </a:cubicBezTo>
                    <a:lnTo>
                      <a:pt x="282" y="403"/>
                    </a:lnTo>
                    <a:cubicBezTo>
                      <a:pt x="282" y="430"/>
                      <a:pt x="268" y="443"/>
                      <a:pt x="255" y="456"/>
                    </a:cubicBezTo>
                    <a:cubicBezTo>
                      <a:pt x="255" y="470"/>
                      <a:pt x="228" y="470"/>
                      <a:pt x="215" y="470"/>
                    </a:cubicBezTo>
                    <a:lnTo>
                      <a:pt x="94" y="470"/>
                    </a:lnTo>
                    <a:cubicBezTo>
                      <a:pt x="67" y="470"/>
                      <a:pt x="54" y="470"/>
                      <a:pt x="40" y="456"/>
                    </a:cubicBezTo>
                    <a:cubicBezTo>
                      <a:pt x="27" y="443"/>
                      <a:pt x="27" y="430"/>
                      <a:pt x="27" y="403"/>
                    </a:cubicBezTo>
                    <a:lnTo>
                      <a:pt x="27" y="94"/>
                    </a:lnTo>
                    <a:cubicBezTo>
                      <a:pt x="27" y="81"/>
                      <a:pt x="27" y="54"/>
                      <a:pt x="40" y="41"/>
                    </a:cubicBezTo>
                    <a:cubicBezTo>
                      <a:pt x="54" y="41"/>
                      <a:pt x="67" y="27"/>
                      <a:pt x="94" y="27"/>
                    </a:cubicBezTo>
                    <a:close/>
                    <a:moveTo>
                      <a:pt x="94" y="0"/>
                    </a:moveTo>
                    <a:cubicBezTo>
                      <a:pt x="67" y="0"/>
                      <a:pt x="40" y="14"/>
                      <a:pt x="27" y="27"/>
                    </a:cubicBezTo>
                    <a:cubicBezTo>
                      <a:pt x="13" y="41"/>
                      <a:pt x="0" y="68"/>
                      <a:pt x="0" y="94"/>
                    </a:cubicBezTo>
                    <a:lnTo>
                      <a:pt x="0" y="403"/>
                    </a:lnTo>
                    <a:cubicBezTo>
                      <a:pt x="0" y="430"/>
                      <a:pt x="13" y="456"/>
                      <a:pt x="27" y="470"/>
                    </a:cubicBezTo>
                    <a:cubicBezTo>
                      <a:pt x="40" y="483"/>
                      <a:pt x="67" y="497"/>
                      <a:pt x="94" y="497"/>
                    </a:cubicBezTo>
                    <a:lnTo>
                      <a:pt x="215" y="497"/>
                    </a:lnTo>
                    <a:cubicBezTo>
                      <a:pt x="241" y="497"/>
                      <a:pt x="255" y="483"/>
                      <a:pt x="282" y="470"/>
                    </a:cubicBezTo>
                    <a:cubicBezTo>
                      <a:pt x="295" y="456"/>
                      <a:pt x="295" y="430"/>
                      <a:pt x="295" y="403"/>
                    </a:cubicBezTo>
                    <a:lnTo>
                      <a:pt x="295" y="94"/>
                    </a:lnTo>
                    <a:cubicBezTo>
                      <a:pt x="295" y="68"/>
                      <a:pt x="295" y="41"/>
                      <a:pt x="282" y="27"/>
                    </a:cubicBezTo>
                    <a:cubicBezTo>
                      <a:pt x="255" y="14"/>
                      <a:pt x="241" y="0"/>
                      <a:pt x="21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48"/>
              <p:cNvSpPr/>
              <p:nvPr/>
            </p:nvSpPr>
            <p:spPr>
              <a:xfrm>
                <a:off x="8294177" y="4104997"/>
                <a:ext cx="30033" cy="50427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97" extrusionOk="0">
                    <a:moveTo>
                      <a:pt x="215" y="27"/>
                    </a:moveTo>
                    <a:cubicBezTo>
                      <a:pt x="228" y="27"/>
                      <a:pt x="242" y="41"/>
                      <a:pt x="255" y="41"/>
                    </a:cubicBezTo>
                    <a:cubicBezTo>
                      <a:pt x="268" y="54"/>
                      <a:pt x="282" y="81"/>
                      <a:pt x="282" y="94"/>
                    </a:cubicBezTo>
                    <a:lnTo>
                      <a:pt x="282" y="403"/>
                    </a:lnTo>
                    <a:cubicBezTo>
                      <a:pt x="282" y="430"/>
                      <a:pt x="268" y="443"/>
                      <a:pt x="255" y="456"/>
                    </a:cubicBezTo>
                    <a:cubicBezTo>
                      <a:pt x="242" y="470"/>
                      <a:pt x="228" y="470"/>
                      <a:pt x="215" y="470"/>
                    </a:cubicBezTo>
                    <a:lnTo>
                      <a:pt x="81" y="470"/>
                    </a:lnTo>
                    <a:cubicBezTo>
                      <a:pt x="67" y="470"/>
                      <a:pt x="54" y="470"/>
                      <a:pt x="40" y="456"/>
                    </a:cubicBezTo>
                    <a:cubicBezTo>
                      <a:pt x="27" y="443"/>
                      <a:pt x="27" y="430"/>
                      <a:pt x="27" y="403"/>
                    </a:cubicBezTo>
                    <a:lnTo>
                      <a:pt x="27" y="94"/>
                    </a:lnTo>
                    <a:cubicBezTo>
                      <a:pt x="27" y="81"/>
                      <a:pt x="27" y="54"/>
                      <a:pt x="40" y="41"/>
                    </a:cubicBezTo>
                    <a:cubicBezTo>
                      <a:pt x="54" y="41"/>
                      <a:pt x="67" y="27"/>
                      <a:pt x="81" y="27"/>
                    </a:cubicBezTo>
                    <a:close/>
                    <a:moveTo>
                      <a:pt x="81" y="0"/>
                    </a:moveTo>
                    <a:cubicBezTo>
                      <a:pt x="67" y="0"/>
                      <a:pt x="40" y="14"/>
                      <a:pt x="27" y="27"/>
                    </a:cubicBezTo>
                    <a:cubicBezTo>
                      <a:pt x="14" y="41"/>
                      <a:pt x="0" y="68"/>
                      <a:pt x="0" y="94"/>
                    </a:cubicBezTo>
                    <a:lnTo>
                      <a:pt x="0" y="403"/>
                    </a:lnTo>
                    <a:cubicBezTo>
                      <a:pt x="0" y="430"/>
                      <a:pt x="14" y="456"/>
                      <a:pt x="27" y="470"/>
                    </a:cubicBezTo>
                    <a:cubicBezTo>
                      <a:pt x="40" y="483"/>
                      <a:pt x="67" y="497"/>
                      <a:pt x="81" y="497"/>
                    </a:cubicBezTo>
                    <a:lnTo>
                      <a:pt x="215" y="497"/>
                    </a:lnTo>
                    <a:cubicBezTo>
                      <a:pt x="242" y="497"/>
                      <a:pt x="255" y="483"/>
                      <a:pt x="268" y="470"/>
                    </a:cubicBezTo>
                    <a:cubicBezTo>
                      <a:pt x="295" y="456"/>
                      <a:pt x="295" y="430"/>
                      <a:pt x="295" y="403"/>
                    </a:cubicBezTo>
                    <a:lnTo>
                      <a:pt x="295" y="94"/>
                    </a:lnTo>
                    <a:cubicBezTo>
                      <a:pt x="295" y="68"/>
                      <a:pt x="295" y="41"/>
                      <a:pt x="268" y="27"/>
                    </a:cubicBezTo>
                    <a:cubicBezTo>
                      <a:pt x="255" y="14"/>
                      <a:pt x="242" y="0"/>
                      <a:pt x="21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48"/>
              <p:cNvSpPr/>
              <p:nvPr/>
            </p:nvSpPr>
            <p:spPr>
              <a:xfrm>
                <a:off x="7997500" y="4110476"/>
                <a:ext cx="8320" cy="8218"/>
              </a:xfrm>
              <a:custGeom>
                <a:avLst/>
                <a:gdLst/>
                <a:ahLst/>
                <a:cxnLst/>
                <a:rect l="l" t="t" r="r" b="b"/>
                <a:pathLst>
                  <a:path w="82" h="81" extrusionOk="0">
                    <a:moveTo>
                      <a:pt x="1" y="0"/>
                    </a:moveTo>
                    <a:cubicBezTo>
                      <a:pt x="27" y="0"/>
                      <a:pt x="41" y="14"/>
                      <a:pt x="54" y="27"/>
                    </a:cubicBezTo>
                    <a:cubicBezTo>
                      <a:pt x="41" y="14"/>
                      <a:pt x="27" y="0"/>
                      <a:pt x="14" y="0"/>
                    </a:cubicBezTo>
                    <a:close/>
                    <a:moveTo>
                      <a:pt x="54" y="27"/>
                    </a:moveTo>
                    <a:cubicBezTo>
                      <a:pt x="68" y="41"/>
                      <a:pt x="81" y="54"/>
                      <a:pt x="81" y="81"/>
                    </a:cubicBezTo>
                    <a:lnTo>
                      <a:pt x="81" y="67"/>
                    </a:lnTo>
                    <a:cubicBezTo>
                      <a:pt x="81" y="54"/>
                      <a:pt x="68" y="41"/>
                      <a:pt x="54" y="2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48"/>
              <p:cNvSpPr/>
              <p:nvPr/>
            </p:nvSpPr>
            <p:spPr>
              <a:xfrm>
                <a:off x="7982585" y="4113114"/>
                <a:ext cx="19075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188" h="350" extrusionOk="0">
                    <a:moveTo>
                      <a:pt x="13" y="1"/>
                    </a:moveTo>
                    <a:cubicBezTo>
                      <a:pt x="13" y="14"/>
                      <a:pt x="1" y="27"/>
                      <a:pt x="0" y="40"/>
                    </a:cubicBezTo>
                    <a:lnTo>
                      <a:pt x="0" y="40"/>
                    </a:lnTo>
                    <a:cubicBezTo>
                      <a:pt x="1" y="27"/>
                      <a:pt x="13" y="14"/>
                      <a:pt x="13" y="14"/>
                    </a:cubicBezTo>
                    <a:lnTo>
                      <a:pt x="13" y="1"/>
                    </a:lnTo>
                    <a:close/>
                    <a:moveTo>
                      <a:pt x="13" y="336"/>
                    </a:moveTo>
                    <a:cubicBezTo>
                      <a:pt x="27" y="350"/>
                      <a:pt x="40" y="350"/>
                      <a:pt x="54" y="350"/>
                    </a:cubicBezTo>
                    <a:cubicBezTo>
                      <a:pt x="40" y="350"/>
                      <a:pt x="27" y="336"/>
                      <a:pt x="13" y="336"/>
                    </a:cubicBezTo>
                    <a:close/>
                    <a:moveTo>
                      <a:pt x="188" y="336"/>
                    </a:moveTo>
                    <a:lnTo>
                      <a:pt x="188" y="336"/>
                    </a:lnTo>
                    <a:cubicBezTo>
                      <a:pt x="188" y="336"/>
                      <a:pt x="174" y="350"/>
                      <a:pt x="161" y="350"/>
                    </a:cubicBezTo>
                    <a:cubicBezTo>
                      <a:pt x="174" y="350"/>
                      <a:pt x="188" y="350"/>
                      <a:pt x="188" y="33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48"/>
              <p:cNvSpPr/>
              <p:nvPr/>
            </p:nvSpPr>
            <p:spPr>
              <a:xfrm>
                <a:off x="7864178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75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41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41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28" y="335"/>
                      <a:pt x="228" y="322"/>
                    </a:cubicBezTo>
                    <a:lnTo>
                      <a:pt x="228" y="67"/>
                    </a:lnTo>
                    <a:cubicBezTo>
                      <a:pt x="228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48"/>
              <p:cNvSpPr/>
              <p:nvPr/>
            </p:nvSpPr>
            <p:spPr>
              <a:xfrm>
                <a:off x="6692591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75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41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41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28" y="335"/>
                      <a:pt x="228" y="322"/>
                    </a:cubicBezTo>
                    <a:lnTo>
                      <a:pt x="228" y="67"/>
                    </a:lnTo>
                    <a:cubicBezTo>
                      <a:pt x="228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48"/>
              <p:cNvSpPr/>
              <p:nvPr/>
            </p:nvSpPr>
            <p:spPr>
              <a:xfrm>
                <a:off x="6730639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15" y="40"/>
                    </a:cubicBezTo>
                    <a:cubicBezTo>
                      <a:pt x="229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29" y="349"/>
                      <a:pt x="215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81" y="376"/>
                    </a:lnTo>
                    <a:cubicBezTo>
                      <a:pt x="68" y="376"/>
                      <a:pt x="54" y="376"/>
                      <a:pt x="41" y="362"/>
                    </a:cubicBezTo>
                    <a:cubicBezTo>
                      <a:pt x="28" y="349"/>
                      <a:pt x="28" y="335"/>
                      <a:pt x="28" y="322"/>
                    </a:cubicBezTo>
                    <a:lnTo>
                      <a:pt x="28" y="67"/>
                    </a:lnTo>
                    <a:cubicBezTo>
                      <a:pt x="28" y="54"/>
                      <a:pt x="28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9" y="389"/>
                      <a:pt x="215" y="389"/>
                      <a:pt x="229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9" y="27"/>
                    </a:cubicBezTo>
                    <a:cubicBezTo>
                      <a:pt x="215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48"/>
              <p:cNvSpPr/>
              <p:nvPr/>
            </p:nvSpPr>
            <p:spPr>
              <a:xfrm>
                <a:off x="6770108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15" y="40"/>
                    </a:cubicBezTo>
                    <a:cubicBezTo>
                      <a:pt x="215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15" y="349"/>
                      <a:pt x="215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8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8" y="40"/>
                      <a:pt x="41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15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48"/>
              <p:cNvSpPr/>
              <p:nvPr/>
            </p:nvSpPr>
            <p:spPr>
              <a:xfrm>
                <a:off x="5639410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4" y="14"/>
                    </a:moveTo>
                    <a:cubicBezTo>
                      <a:pt x="188" y="14"/>
                      <a:pt x="201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1" y="376"/>
                      <a:pt x="188" y="376"/>
                      <a:pt x="174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40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40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0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0" y="389"/>
                      <a:pt x="54" y="389"/>
                      <a:pt x="67" y="389"/>
                    </a:cubicBezTo>
                    <a:lnTo>
                      <a:pt x="174" y="389"/>
                    </a:lnTo>
                    <a:cubicBezTo>
                      <a:pt x="188" y="389"/>
                      <a:pt x="201" y="389"/>
                      <a:pt x="228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28" y="27"/>
                    </a:cubicBezTo>
                    <a:cubicBezTo>
                      <a:pt x="215" y="14"/>
                      <a:pt x="188" y="0"/>
                      <a:pt x="17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48"/>
              <p:cNvSpPr/>
              <p:nvPr/>
            </p:nvSpPr>
            <p:spPr>
              <a:xfrm>
                <a:off x="5678879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4" y="14"/>
                    </a:moveTo>
                    <a:cubicBezTo>
                      <a:pt x="188" y="14"/>
                      <a:pt x="201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201" y="376"/>
                      <a:pt x="188" y="376"/>
                      <a:pt x="174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27" y="349"/>
                      <a:pt x="13" y="335"/>
                      <a:pt x="13" y="322"/>
                    </a:cubicBezTo>
                    <a:lnTo>
                      <a:pt x="13" y="67"/>
                    </a:lnTo>
                    <a:cubicBezTo>
                      <a:pt x="13" y="54"/>
                      <a:pt x="27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0" y="14"/>
                      <a:pt x="13" y="27"/>
                    </a:cubicBezTo>
                    <a:cubicBezTo>
                      <a:pt x="13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3" y="362"/>
                      <a:pt x="13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4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1" y="335"/>
                      <a:pt x="241" y="322"/>
                    </a:cubicBezTo>
                    <a:lnTo>
                      <a:pt x="241" y="67"/>
                    </a:lnTo>
                    <a:cubicBezTo>
                      <a:pt x="241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7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48"/>
              <p:cNvSpPr/>
              <p:nvPr/>
            </p:nvSpPr>
            <p:spPr>
              <a:xfrm>
                <a:off x="5718247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6" y="40"/>
                      <a:pt x="216" y="54"/>
                      <a:pt x="216" y="67"/>
                    </a:cubicBezTo>
                    <a:lnTo>
                      <a:pt x="216" y="322"/>
                    </a:lnTo>
                    <a:cubicBezTo>
                      <a:pt x="216" y="335"/>
                      <a:pt x="216" y="349"/>
                      <a:pt x="202" y="362"/>
                    </a:cubicBezTo>
                    <a:cubicBezTo>
                      <a:pt x="189" y="376"/>
                      <a:pt x="189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5" y="0"/>
                      <a:pt x="28" y="14"/>
                      <a:pt x="14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55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6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6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48"/>
              <p:cNvSpPr/>
              <p:nvPr/>
            </p:nvSpPr>
            <p:spPr>
              <a:xfrm>
                <a:off x="5757716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189" y="376"/>
                      <a:pt x="175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41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41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29" y="335"/>
                      <a:pt x="229" y="322"/>
                    </a:cubicBezTo>
                    <a:lnTo>
                      <a:pt x="229" y="67"/>
                    </a:lnTo>
                    <a:cubicBezTo>
                      <a:pt x="229" y="54"/>
                      <a:pt x="229" y="40"/>
                      <a:pt x="215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48"/>
              <p:cNvSpPr/>
              <p:nvPr/>
            </p:nvSpPr>
            <p:spPr>
              <a:xfrm>
                <a:off x="5795865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28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28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81" y="376"/>
                    </a:lnTo>
                    <a:cubicBezTo>
                      <a:pt x="67" y="376"/>
                      <a:pt x="54" y="376"/>
                      <a:pt x="41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48"/>
              <p:cNvSpPr/>
              <p:nvPr/>
            </p:nvSpPr>
            <p:spPr>
              <a:xfrm>
                <a:off x="5874803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48"/>
              <p:cNvSpPr/>
              <p:nvPr/>
            </p:nvSpPr>
            <p:spPr>
              <a:xfrm>
                <a:off x="5835334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48"/>
              <p:cNvSpPr/>
              <p:nvPr/>
            </p:nvSpPr>
            <p:spPr>
              <a:xfrm>
                <a:off x="6573618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48"/>
              <p:cNvSpPr/>
              <p:nvPr/>
            </p:nvSpPr>
            <p:spPr>
              <a:xfrm>
                <a:off x="6613087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1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201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48"/>
              <p:cNvSpPr/>
              <p:nvPr/>
            </p:nvSpPr>
            <p:spPr>
              <a:xfrm>
                <a:off x="6652556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88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48"/>
              <p:cNvSpPr/>
              <p:nvPr/>
            </p:nvSpPr>
            <p:spPr>
              <a:xfrm>
                <a:off x="6534149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81" y="376"/>
                    </a:lnTo>
                    <a:cubicBezTo>
                      <a:pt x="67" y="376"/>
                      <a:pt x="54" y="376"/>
                      <a:pt x="41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48"/>
              <p:cNvSpPr/>
              <p:nvPr/>
            </p:nvSpPr>
            <p:spPr>
              <a:xfrm>
                <a:off x="6883036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15" y="40"/>
                    </a:cubicBezTo>
                    <a:cubicBezTo>
                      <a:pt x="215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15" y="349"/>
                      <a:pt x="215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41" y="362"/>
                    </a:cubicBezTo>
                    <a:cubicBezTo>
                      <a:pt x="28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8" y="40"/>
                      <a:pt x="41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5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5" y="389"/>
                      <a:pt x="68" y="389"/>
                    </a:cubicBezTo>
                    <a:lnTo>
                      <a:pt x="175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15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48"/>
              <p:cNvSpPr/>
              <p:nvPr/>
            </p:nvSpPr>
            <p:spPr>
              <a:xfrm>
                <a:off x="6922505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28" y="362"/>
                    </a:cubicBezTo>
                    <a:cubicBezTo>
                      <a:pt x="28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8" y="40"/>
                      <a:pt x="28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28" y="14"/>
                      <a:pt x="14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14" y="376"/>
                    </a:cubicBezTo>
                    <a:cubicBezTo>
                      <a:pt x="28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02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48"/>
              <p:cNvSpPr/>
              <p:nvPr/>
            </p:nvSpPr>
            <p:spPr>
              <a:xfrm>
                <a:off x="6961974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2" y="14"/>
                    </a:moveTo>
                    <a:cubicBezTo>
                      <a:pt x="175" y="14"/>
                      <a:pt x="188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188" y="376"/>
                      <a:pt x="175" y="376"/>
                      <a:pt x="162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41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41" y="389"/>
                      <a:pt x="68" y="389"/>
                    </a:cubicBezTo>
                    <a:lnTo>
                      <a:pt x="162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29" y="335"/>
                      <a:pt x="229" y="322"/>
                    </a:cubicBezTo>
                    <a:lnTo>
                      <a:pt x="229" y="67"/>
                    </a:lnTo>
                    <a:cubicBezTo>
                      <a:pt x="229" y="54"/>
                      <a:pt x="229" y="40"/>
                      <a:pt x="215" y="27"/>
                    </a:cubicBezTo>
                    <a:cubicBezTo>
                      <a:pt x="202" y="14"/>
                      <a:pt x="188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48"/>
              <p:cNvSpPr/>
              <p:nvPr/>
            </p:nvSpPr>
            <p:spPr>
              <a:xfrm>
                <a:off x="7000124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1" y="27"/>
                      <a:pt x="215" y="40"/>
                    </a:cubicBezTo>
                    <a:cubicBezTo>
                      <a:pt x="228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28" y="349"/>
                      <a:pt x="215" y="362"/>
                    </a:cubicBezTo>
                    <a:cubicBezTo>
                      <a:pt x="201" y="376"/>
                      <a:pt x="188" y="376"/>
                      <a:pt x="175" y="376"/>
                    </a:cubicBezTo>
                    <a:lnTo>
                      <a:pt x="81" y="376"/>
                    </a:lnTo>
                    <a:cubicBezTo>
                      <a:pt x="67" y="376"/>
                      <a:pt x="54" y="376"/>
                      <a:pt x="40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0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0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0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48"/>
              <p:cNvSpPr/>
              <p:nvPr/>
            </p:nvSpPr>
            <p:spPr>
              <a:xfrm>
                <a:off x="7079062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4" y="14"/>
                    </a:moveTo>
                    <a:cubicBezTo>
                      <a:pt x="188" y="14"/>
                      <a:pt x="201" y="27"/>
                      <a:pt x="201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01" y="362"/>
                    </a:cubicBezTo>
                    <a:cubicBezTo>
                      <a:pt x="201" y="376"/>
                      <a:pt x="188" y="376"/>
                      <a:pt x="174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27" y="349"/>
                      <a:pt x="13" y="335"/>
                      <a:pt x="13" y="322"/>
                    </a:cubicBezTo>
                    <a:lnTo>
                      <a:pt x="13" y="67"/>
                    </a:lnTo>
                    <a:cubicBezTo>
                      <a:pt x="13" y="54"/>
                      <a:pt x="27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0" y="14"/>
                      <a:pt x="27" y="27"/>
                    </a:cubicBezTo>
                    <a:cubicBezTo>
                      <a:pt x="13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3" y="362"/>
                      <a:pt x="27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4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1" y="335"/>
                      <a:pt x="241" y="322"/>
                    </a:cubicBezTo>
                    <a:lnTo>
                      <a:pt x="241" y="67"/>
                    </a:lnTo>
                    <a:cubicBezTo>
                      <a:pt x="241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7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48"/>
              <p:cNvSpPr/>
              <p:nvPr/>
            </p:nvSpPr>
            <p:spPr>
              <a:xfrm>
                <a:off x="7118429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6" y="40"/>
                      <a:pt x="216" y="54"/>
                      <a:pt x="216" y="67"/>
                    </a:cubicBezTo>
                    <a:lnTo>
                      <a:pt x="216" y="322"/>
                    </a:lnTo>
                    <a:cubicBezTo>
                      <a:pt x="216" y="335"/>
                      <a:pt x="216" y="349"/>
                      <a:pt x="202" y="362"/>
                    </a:cubicBezTo>
                    <a:cubicBezTo>
                      <a:pt x="189" y="376"/>
                      <a:pt x="189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5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55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6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6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48"/>
              <p:cNvSpPr/>
              <p:nvPr/>
            </p:nvSpPr>
            <p:spPr>
              <a:xfrm>
                <a:off x="7157898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189" y="376"/>
                      <a:pt x="175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41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41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29" y="335"/>
                      <a:pt x="229" y="322"/>
                    </a:cubicBezTo>
                    <a:lnTo>
                      <a:pt x="229" y="67"/>
                    </a:lnTo>
                    <a:cubicBezTo>
                      <a:pt x="229" y="54"/>
                      <a:pt x="229" y="40"/>
                      <a:pt x="215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48"/>
              <p:cNvSpPr/>
              <p:nvPr/>
            </p:nvSpPr>
            <p:spPr>
              <a:xfrm>
                <a:off x="7039593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4" y="14"/>
                    </a:moveTo>
                    <a:cubicBezTo>
                      <a:pt x="188" y="14"/>
                      <a:pt x="201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1" y="376"/>
                      <a:pt x="188" y="376"/>
                      <a:pt x="174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40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0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0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0" y="389"/>
                      <a:pt x="54" y="389"/>
                      <a:pt x="67" y="389"/>
                    </a:cubicBezTo>
                    <a:lnTo>
                      <a:pt x="174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28" y="27"/>
                    </a:cubicBezTo>
                    <a:cubicBezTo>
                      <a:pt x="215" y="14"/>
                      <a:pt x="188" y="0"/>
                      <a:pt x="17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48"/>
              <p:cNvSpPr/>
              <p:nvPr/>
            </p:nvSpPr>
            <p:spPr>
              <a:xfrm>
                <a:off x="7196048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48"/>
              <p:cNvSpPr/>
              <p:nvPr/>
            </p:nvSpPr>
            <p:spPr>
              <a:xfrm>
                <a:off x="7235517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02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02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2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48"/>
              <p:cNvSpPr/>
              <p:nvPr/>
            </p:nvSpPr>
            <p:spPr>
              <a:xfrm>
                <a:off x="7274986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88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48"/>
              <p:cNvSpPr/>
              <p:nvPr/>
            </p:nvSpPr>
            <p:spPr>
              <a:xfrm>
                <a:off x="7352503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29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29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81" y="376"/>
                    </a:lnTo>
                    <a:cubicBezTo>
                      <a:pt x="68" y="376"/>
                      <a:pt x="54" y="376"/>
                      <a:pt x="41" y="362"/>
                    </a:cubicBezTo>
                    <a:cubicBezTo>
                      <a:pt x="28" y="349"/>
                      <a:pt x="28" y="335"/>
                      <a:pt x="28" y="322"/>
                    </a:cubicBezTo>
                    <a:lnTo>
                      <a:pt x="28" y="67"/>
                    </a:lnTo>
                    <a:cubicBezTo>
                      <a:pt x="28" y="54"/>
                      <a:pt x="28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9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9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48"/>
              <p:cNvSpPr/>
              <p:nvPr/>
            </p:nvSpPr>
            <p:spPr>
              <a:xfrm>
                <a:off x="7391972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48"/>
              <p:cNvSpPr/>
              <p:nvPr/>
            </p:nvSpPr>
            <p:spPr>
              <a:xfrm>
                <a:off x="7431441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14" y="376"/>
                    </a:cubicBezTo>
                    <a:cubicBezTo>
                      <a:pt x="27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02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48"/>
              <p:cNvSpPr/>
              <p:nvPr/>
            </p:nvSpPr>
            <p:spPr>
              <a:xfrm>
                <a:off x="7314455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75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40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40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28" y="335"/>
                      <a:pt x="228" y="322"/>
                    </a:cubicBezTo>
                    <a:lnTo>
                      <a:pt x="228" y="67"/>
                    </a:lnTo>
                    <a:cubicBezTo>
                      <a:pt x="228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48"/>
              <p:cNvSpPr/>
              <p:nvPr/>
            </p:nvSpPr>
            <p:spPr>
              <a:xfrm>
                <a:off x="4422875" y="3296747"/>
                <a:ext cx="662753" cy="730834"/>
              </a:xfrm>
              <a:custGeom>
                <a:avLst/>
                <a:gdLst/>
                <a:ahLst/>
                <a:cxnLst/>
                <a:rect l="l" t="t" r="r" b="b"/>
                <a:pathLst>
                  <a:path w="6532" h="7203" extrusionOk="0">
                    <a:moveTo>
                      <a:pt x="162" y="14"/>
                    </a:moveTo>
                    <a:cubicBezTo>
                      <a:pt x="215" y="14"/>
                      <a:pt x="805" y="27"/>
                      <a:pt x="980" y="54"/>
                    </a:cubicBezTo>
                    <a:lnTo>
                      <a:pt x="4171" y="4131"/>
                    </a:lnTo>
                    <a:lnTo>
                      <a:pt x="2200" y="4131"/>
                    </a:lnTo>
                    <a:cubicBezTo>
                      <a:pt x="2200" y="4131"/>
                      <a:pt x="135" y="215"/>
                      <a:pt x="27" y="14"/>
                    </a:cubicBezTo>
                    <a:close/>
                    <a:moveTo>
                      <a:pt x="4185" y="4144"/>
                    </a:moveTo>
                    <a:lnTo>
                      <a:pt x="6492" y="7095"/>
                    </a:lnTo>
                    <a:lnTo>
                      <a:pt x="3823" y="7189"/>
                    </a:lnTo>
                    <a:lnTo>
                      <a:pt x="2213" y="4144"/>
                    </a:lnTo>
                    <a:close/>
                    <a:moveTo>
                      <a:pt x="1" y="0"/>
                    </a:moveTo>
                    <a:cubicBezTo>
                      <a:pt x="27" y="41"/>
                      <a:pt x="1516" y="2857"/>
                      <a:pt x="2200" y="4144"/>
                    </a:cubicBezTo>
                    <a:cubicBezTo>
                      <a:pt x="2656" y="5029"/>
                      <a:pt x="3742" y="7068"/>
                      <a:pt x="3809" y="7202"/>
                    </a:cubicBezTo>
                    <a:cubicBezTo>
                      <a:pt x="3863" y="7202"/>
                      <a:pt x="6532" y="7108"/>
                      <a:pt x="6532" y="7108"/>
                    </a:cubicBezTo>
                    <a:lnTo>
                      <a:pt x="4198" y="4144"/>
                    </a:lnTo>
                    <a:lnTo>
                      <a:pt x="980" y="41"/>
                    </a:lnTo>
                    <a:cubicBezTo>
                      <a:pt x="819" y="14"/>
                      <a:pt x="22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48"/>
              <p:cNvSpPr/>
              <p:nvPr/>
            </p:nvSpPr>
            <p:spPr>
              <a:xfrm>
                <a:off x="4420135" y="3295326"/>
                <a:ext cx="1193503" cy="732255"/>
              </a:xfrm>
              <a:custGeom>
                <a:avLst/>
                <a:gdLst/>
                <a:ahLst/>
                <a:cxnLst/>
                <a:rect l="l" t="t" r="r" b="b"/>
                <a:pathLst>
                  <a:path w="11763" h="7217" extrusionOk="0">
                    <a:moveTo>
                      <a:pt x="189" y="41"/>
                    </a:moveTo>
                    <a:cubicBezTo>
                      <a:pt x="256" y="41"/>
                      <a:pt x="846" y="41"/>
                      <a:pt x="1007" y="68"/>
                    </a:cubicBezTo>
                    <a:cubicBezTo>
                      <a:pt x="1248" y="95"/>
                      <a:pt x="1476" y="148"/>
                      <a:pt x="1704" y="215"/>
                    </a:cubicBezTo>
                    <a:cubicBezTo>
                      <a:pt x="1865" y="269"/>
                      <a:pt x="2012" y="336"/>
                      <a:pt x="2160" y="390"/>
                    </a:cubicBezTo>
                    <a:cubicBezTo>
                      <a:pt x="2240" y="430"/>
                      <a:pt x="2321" y="470"/>
                      <a:pt x="2401" y="524"/>
                    </a:cubicBezTo>
                    <a:cubicBezTo>
                      <a:pt x="2522" y="578"/>
                      <a:pt x="2629" y="645"/>
                      <a:pt x="2737" y="725"/>
                    </a:cubicBezTo>
                    <a:cubicBezTo>
                      <a:pt x="2951" y="873"/>
                      <a:pt x="3152" y="1034"/>
                      <a:pt x="3340" y="1221"/>
                    </a:cubicBezTo>
                    <a:cubicBezTo>
                      <a:pt x="4051" y="1946"/>
                      <a:pt x="5177" y="3018"/>
                      <a:pt x="6452" y="4038"/>
                    </a:cubicBezTo>
                    <a:cubicBezTo>
                      <a:pt x="8034" y="5298"/>
                      <a:pt x="9482" y="6157"/>
                      <a:pt x="10743" y="6599"/>
                    </a:cubicBezTo>
                    <a:cubicBezTo>
                      <a:pt x="11025" y="6693"/>
                      <a:pt x="11293" y="6773"/>
                      <a:pt x="11561" y="6827"/>
                    </a:cubicBezTo>
                    <a:cubicBezTo>
                      <a:pt x="11280" y="6841"/>
                      <a:pt x="11011" y="6841"/>
                      <a:pt x="10730" y="6841"/>
                    </a:cubicBezTo>
                    <a:cubicBezTo>
                      <a:pt x="7659" y="6921"/>
                      <a:pt x="5446" y="7015"/>
                      <a:pt x="4185" y="7136"/>
                    </a:cubicBezTo>
                    <a:cubicBezTo>
                      <a:pt x="4064" y="7149"/>
                      <a:pt x="3957" y="7162"/>
                      <a:pt x="3836" y="7176"/>
                    </a:cubicBezTo>
                    <a:lnTo>
                      <a:pt x="202" y="296"/>
                    </a:lnTo>
                    <a:lnTo>
                      <a:pt x="68" y="41"/>
                    </a:lnTo>
                    <a:close/>
                    <a:moveTo>
                      <a:pt x="1" y="1"/>
                    </a:moveTo>
                    <a:lnTo>
                      <a:pt x="2200" y="4172"/>
                    </a:lnTo>
                    <a:lnTo>
                      <a:pt x="3810" y="7216"/>
                    </a:lnTo>
                    <a:lnTo>
                      <a:pt x="3823" y="7216"/>
                    </a:lnTo>
                    <a:cubicBezTo>
                      <a:pt x="3944" y="7203"/>
                      <a:pt x="4064" y="7189"/>
                      <a:pt x="4185" y="7176"/>
                    </a:cubicBezTo>
                    <a:cubicBezTo>
                      <a:pt x="5446" y="7055"/>
                      <a:pt x="7659" y="6961"/>
                      <a:pt x="10730" y="6894"/>
                    </a:cubicBezTo>
                    <a:cubicBezTo>
                      <a:pt x="11065" y="6881"/>
                      <a:pt x="11414" y="6881"/>
                      <a:pt x="11762" y="6867"/>
                    </a:cubicBezTo>
                    <a:lnTo>
                      <a:pt x="11762" y="6827"/>
                    </a:lnTo>
                    <a:cubicBezTo>
                      <a:pt x="11440" y="6773"/>
                      <a:pt x="11105" y="6680"/>
                      <a:pt x="10757" y="6559"/>
                    </a:cubicBezTo>
                    <a:cubicBezTo>
                      <a:pt x="9496" y="6116"/>
                      <a:pt x="8061" y="5258"/>
                      <a:pt x="6465" y="3997"/>
                    </a:cubicBezTo>
                    <a:cubicBezTo>
                      <a:pt x="5204" y="2992"/>
                      <a:pt x="4078" y="1919"/>
                      <a:pt x="3367" y="1194"/>
                    </a:cubicBezTo>
                    <a:cubicBezTo>
                      <a:pt x="3179" y="1007"/>
                      <a:pt x="2978" y="832"/>
                      <a:pt x="2763" y="685"/>
                    </a:cubicBezTo>
                    <a:cubicBezTo>
                      <a:pt x="2656" y="618"/>
                      <a:pt x="2536" y="551"/>
                      <a:pt x="2428" y="484"/>
                    </a:cubicBezTo>
                    <a:cubicBezTo>
                      <a:pt x="2348" y="443"/>
                      <a:pt x="2267" y="403"/>
                      <a:pt x="2173" y="363"/>
                    </a:cubicBezTo>
                    <a:cubicBezTo>
                      <a:pt x="2026" y="296"/>
                      <a:pt x="1878" y="229"/>
                      <a:pt x="1717" y="189"/>
                    </a:cubicBezTo>
                    <a:cubicBezTo>
                      <a:pt x="1489" y="108"/>
                      <a:pt x="1248" y="55"/>
                      <a:pt x="1020" y="28"/>
                    </a:cubicBezTo>
                    <a:cubicBezTo>
                      <a:pt x="846" y="1"/>
                      <a:pt x="256" y="1"/>
                      <a:pt x="18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48"/>
              <p:cNvSpPr/>
              <p:nvPr/>
            </p:nvSpPr>
            <p:spPr>
              <a:xfrm>
                <a:off x="5839393" y="3978169"/>
                <a:ext cx="2842675" cy="471192"/>
              </a:xfrm>
              <a:custGeom>
                <a:avLst/>
                <a:gdLst/>
                <a:ahLst/>
                <a:cxnLst/>
                <a:rect l="l" t="t" r="r" b="b"/>
                <a:pathLst>
                  <a:path w="28017" h="4644" extrusionOk="0">
                    <a:moveTo>
                      <a:pt x="13642" y="48"/>
                    </a:moveTo>
                    <a:cubicBezTo>
                      <a:pt x="18201" y="48"/>
                      <a:pt x="22562" y="116"/>
                      <a:pt x="24328" y="432"/>
                    </a:cubicBezTo>
                    <a:cubicBezTo>
                      <a:pt x="24503" y="459"/>
                      <a:pt x="24637" y="499"/>
                      <a:pt x="24757" y="526"/>
                    </a:cubicBezTo>
                    <a:cubicBezTo>
                      <a:pt x="25938" y="875"/>
                      <a:pt x="26796" y="1478"/>
                      <a:pt x="27198" y="1814"/>
                    </a:cubicBezTo>
                    <a:cubicBezTo>
                      <a:pt x="27279" y="1881"/>
                      <a:pt x="27346" y="1948"/>
                      <a:pt x="27426" y="2015"/>
                    </a:cubicBezTo>
                    <a:cubicBezTo>
                      <a:pt x="27560" y="2136"/>
                      <a:pt x="27681" y="2270"/>
                      <a:pt x="27788" y="2390"/>
                    </a:cubicBezTo>
                    <a:cubicBezTo>
                      <a:pt x="27855" y="2471"/>
                      <a:pt x="27909" y="2538"/>
                      <a:pt x="27936" y="2605"/>
                    </a:cubicBezTo>
                    <a:cubicBezTo>
                      <a:pt x="27949" y="2632"/>
                      <a:pt x="27963" y="2645"/>
                      <a:pt x="27963" y="2672"/>
                    </a:cubicBezTo>
                    <a:cubicBezTo>
                      <a:pt x="27963" y="2672"/>
                      <a:pt x="27976" y="2685"/>
                      <a:pt x="27976" y="2685"/>
                    </a:cubicBezTo>
                    <a:cubicBezTo>
                      <a:pt x="27976" y="2699"/>
                      <a:pt x="27976" y="2699"/>
                      <a:pt x="27976" y="2712"/>
                    </a:cubicBezTo>
                    <a:cubicBezTo>
                      <a:pt x="27976" y="2726"/>
                      <a:pt x="27963" y="2752"/>
                      <a:pt x="27896" y="2820"/>
                    </a:cubicBezTo>
                    <a:cubicBezTo>
                      <a:pt x="27855" y="2873"/>
                      <a:pt x="27788" y="2927"/>
                      <a:pt x="27708" y="2980"/>
                    </a:cubicBezTo>
                    <a:cubicBezTo>
                      <a:pt x="27654" y="3021"/>
                      <a:pt x="27587" y="3074"/>
                      <a:pt x="27507" y="3115"/>
                    </a:cubicBezTo>
                    <a:cubicBezTo>
                      <a:pt x="27480" y="3128"/>
                      <a:pt x="27453" y="3155"/>
                      <a:pt x="27426" y="3168"/>
                    </a:cubicBezTo>
                    <a:cubicBezTo>
                      <a:pt x="27359" y="3208"/>
                      <a:pt x="27279" y="3249"/>
                      <a:pt x="27198" y="3302"/>
                    </a:cubicBezTo>
                    <a:cubicBezTo>
                      <a:pt x="26742" y="3557"/>
                      <a:pt x="25763" y="4013"/>
                      <a:pt x="24328" y="4322"/>
                    </a:cubicBezTo>
                    <a:cubicBezTo>
                      <a:pt x="23457" y="4509"/>
                      <a:pt x="22585" y="4603"/>
                      <a:pt x="21700" y="4603"/>
                    </a:cubicBezTo>
                    <a:lnTo>
                      <a:pt x="15437" y="4603"/>
                    </a:lnTo>
                    <a:lnTo>
                      <a:pt x="15437" y="3195"/>
                    </a:lnTo>
                    <a:cubicBezTo>
                      <a:pt x="15437" y="3182"/>
                      <a:pt x="15423" y="3168"/>
                      <a:pt x="15423" y="3155"/>
                    </a:cubicBezTo>
                    <a:cubicBezTo>
                      <a:pt x="15464" y="3101"/>
                      <a:pt x="15490" y="3048"/>
                      <a:pt x="15504" y="3007"/>
                    </a:cubicBezTo>
                    <a:cubicBezTo>
                      <a:pt x="15531" y="2954"/>
                      <a:pt x="15544" y="2900"/>
                      <a:pt x="15544" y="2846"/>
                    </a:cubicBezTo>
                    <a:lnTo>
                      <a:pt x="15544" y="2833"/>
                    </a:lnTo>
                    <a:lnTo>
                      <a:pt x="1664" y="1036"/>
                    </a:lnTo>
                    <a:lnTo>
                      <a:pt x="148" y="111"/>
                    </a:lnTo>
                    <a:cubicBezTo>
                      <a:pt x="2052" y="84"/>
                      <a:pt x="4145" y="70"/>
                      <a:pt x="6036" y="70"/>
                    </a:cubicBezTo>
                    <a:cubicBezTo>
                      <a:pt x="7001" y="70"/>
                      <a:pt x="8101" y="57"/>
                      <a:pt x="9268" y="57"/>
                    </a:cubicBezTo>
                    <a:lnTo>
                      <a:pt x="10488" y="57"/>
                    </a:lnTo>
                    <a:cubicBezTo>
                      <a:pt x="11530" y="52"/>
                      <a:pt x="12591" y="48"/>
                      <a:pt x="13642" y="48"/>
                    </a:cubicBezTo>
                    <a:close/>
                    <a:moveTo>
                      <a:pt x="12740" y="0"/>
                    </a:moveTo>
                    <a:cubicBezTo>
                      <a:pt x="11987" y="0"/>
                      <a:pt x="11232" y="1"/>
                      <a:pt x="10488" y="3"/>
                    </a:cubicBezTo>
                    <a:lnTo>
                      <a:pt x="9254" y="17"/>
                    </a:lnTo>
                    <a:lnTo>
                      <a:pt x="6036" y="17"/>
                    </a:lnTo>
                    <a:cubicBezTo>
                      <a:pt x="4118" y="17"/>
                      <a:pt x="1999" y="30"/>
                      <a:pt x="68" y="57"/>
                    </a:cubicBezTo>
                    <a:lnTo>
                      <a:pt x="1" y="57"/>
                    </a:lnTo>
                    <a:lnTo>
                      <a:pt x="1637" y="1076"/>
                    </a:lnTo>
                    <a:lnTo>
                      <a:pt x="15490" y="2860"/>
                    </a:lnTo>
                    <a:cubicBezTo>
                      <a:pt x="15490" y="2900"/>
                      <a:pt x="15490" y="2940"/>
                      <a:pt x="15464" y="2994"/>
                    </a:cubicBezTo>
                    <a:cubicBezTo>
                      <a:pt x="15450" y="3034"/>
                      <a:pt x="15423" y="3074"/>
                      <a:pt x="15383" y="3141"/>
                    </a:cubicBezTo>
                    <a:lnTo>
                      <a:pt x="15370" y="3141"/>
                    </a:lnTo>
                    <a:lnTo>
                      <a:pt x="15370" y="3155"/>
                    </a:lnTo>
                    <a:cubicBezTo>
                      <a:pt x="15383" y="3168"/>
                      <a:pt x="15383" y="3182"/>
                      <a:pt x="15383" y="3195"/>
                    </a:cubicBezTo>
                    <a:lnTo>
                      <a:pt x="15383" y="4643"/>
                    </a:lnTo>
                    <a:lnTo>
                      <a:pt x="21700" y="4643"/>
                    </a:lnTo>
                    <a:cubicBezTo>
                      <a:pt x="22585" y="4643"/>
                      <a:pt x="23470" y="4550"/>
                      <a:pt x="24342" y="4362"/>
                    </a:cubicBezTo>
                    <a:cubicBezTo>
                      <a:pt x="25777" y="4053"/>
                      <a:pt x="26756" y="3584"/>
                      <a:pt x="27225" y="3343"/>
                    </a:cubicBezTo>
                    <a:cubicBezTo>
                      <a:pt x="27306" y="3289"/>
                      <a:pt x="27373" y="3249"/>
                      <a:pt x="27440" y="3208"/>
                    </a:cubicBezTo>
                    <a:cubicBezTo>
                      <a:pt x="27480" y="3182"/>
                      <a:pt x="27507" y="3168"/>
                      <a:pt x="27534" y="3155"/>
                    </a:cubicBezTo>
                    <a:cubicBezTo>
                      <a:pt x="27601" y="3101"/>
                      <a:pt x="27668" y="3061"/>
                      <a:pt x="27735" y="3021"/>
                    </a:cubicBezTo>
                    <a:cubicBezTo>
                      <a:pt x="27815" y="2954"/>
                      <a:pt x="27882" y="2900"/>
                      <a:pt x="27936" y="2846"/>
                    </a:cubicBezTo>
                    <a:cubicBezTo>
                      <a:pt x="27990" y="2793"/>
                      <a:pt x="28016" y="2739"/>
                      <a:pt x="28016" y="2712"/>
                    </a:cubicBezTo>
                    <a:cubicBezTo>
                      <a:pt x="28016" y="2699"/>
                      <a:pt x="28016" y="2685"/>
                      <a:pt x="28016" y="2685"/>
                    </a:cubicBezTo>
                    <a:lnTo>
                      <a:pt x="28003" y="2685"/>
                    </a:lnTo>
                    <a:lnTo>
                      <a:pt x="28003" y="2672"/>
                    </a:lnTo>
                    <a:cubicBezTo>
                      <a:pt x="28003" y="2659"/>
                      <a:pt x="28003" y="2659"/>
                      <a:pt x="28003" y="2659"/>
                    </a:cubicBezTo>
                    <a:cubicBezTo>
                      <a:pt x="28003" y="2632"/>
                      <a:pt x="27990" y="2605"/>
                      <a:pt x="27976" y="2578"/>
                    </a:cubicBezTo>
                    <a:cubicBezTo>
                      <a:pt x="27936" y="2511"/>
                      <a:pt x="27882" y="2444"/>
                      <a:pt x="27815" y="2350"/>
                    </a:cubicBezTo>
                    <a:cubicBezTo>
                      <a:pt x="27721" y="2243"/>
                      <a:pt x="27587" y="2109"/>
                      <a:pt x="27453" y="1975"/>
                    </a:cubicBezTo>
                    <a:cubicBezTo>
                      <a:pt x="27373" y="1908"/>
                      <a:pt x="27306" y="1841"/>
                      <a:pt x="27225" y="1787"/>
                    </a:cubicBezTo>
                    <a:cubicBezTo>
                      <a:pt x="26809" y="1452"/>
                      <a:pt x="25951" y="835"/>
                      <a:pt x="24771" y="486"/>
                    </a:cubicBezTo>
                    <a:cubicBezTo>
                      <a:pt x="24650" y="446"/>
                      <a:pt x="24503" y="419"/>
                      <a:pt x="24328" y="392"/>
                    </a:cubicBezTo>
                    <a:cubicBezTo>
                      <a:pt x="22458" y="55"/>
                      <a:pt x="17619" y="0"/>
                      <a:pt x="1274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48"/>
              <p:cNvSpPr/>
              <p:nvPr/>
            </p:nvSpPr>
            <p:spPr>
              <a:xfrm>
                <a:off x="4715493" y="3985271"/>
                <a:ext cx="2386804" cy="464089"/>
              </a:xfrm>
              <a:custGeom>
                <a:avLst/>
                <a:gdLst/>
                <a:ahLst/>
                <a:cxnLst/>
                <a:rect l="l" t="t" r="r" b="b"/>
                <a:pathLst>
                  <a:path w="23524" h="4574" extrusionOk="0">
                    <a:moveTo>
                      <a:pt x="20157" y="3165"/>
                    </a:moveTo>
                    <a:cubicBezTo>
                      <a:pt x="20143" y="3165"/>
                      <a:pt x="20143" y="3179"/>
                      <a:pt x="20143" y="3192"/>
                    </a:cubicBezTo>
                    <a:lnTo>
                      <a:pt x="20143" y="3380"/>
                    </a:lnTo>
                    <a:lnTo>
                      <a:pt x="18789" y="3380"/>
                    </a:lnTo>
                    <a:cubicBezTo>
                      <a:pt x="18762" y="3366"/>
                      <a:pt x="18507" y="3273"/>
                      <a:pt x="18212" y="3165"/>
                    </a:cubicBezTo>
                    <a:close/>
                    <a:moveTo>
                      <a:pt x="20211" y="3098"/>
                    </a:moveTo>
                    <a:cubicBezTo>
                      <a:pt x="20197" y="3112"/>
                      <a:pt x="20184" y="3112"/>
                      <a:pt x="20184" y="3112"/>
                    </a:cubicBezTo>
                    <a:lnTo>
                      <a:pt x="18092" y="3112"/>
                    </a:lnTo>
                    <a:lnTo>
                      <a:pt x="18092" y="3152"/>
                    </a:lnTo>
                    <a:cubicBezTo>
                      <a:pt x="18454" y="3299"/>
                      <a:pt x="18776" y="3420"/>
                      <a:pt x="18776" y="3420"/>
                    </a:cubicBezTo>
                    <a:lnTo>
                      <a:pt x="20197" y="3420"/>
                    </a:lnTo>
                    <a:lnTo>
                      <a:pt x="20197" y="3192"/>
                    </a:lnTo>
                    <a:cubicBezTo>
                      <a:pt x="20197" y="3179"/>
                      <a:pt x="20197" y="3179"/>
                      <a:pt x="20197" y="3165"/>
                    </a:cubicBezTo>
                    <a:cubicBezTo>
                      <a:pt x="20197" y="3165"/>
                      <a:pt x="20197" y="3152"/>
                      <a:pt x="20197" y="3152"/>
                    </a:cubicBezTo>
                    <a:lnTo>
                      <a:pt x="20211" y="3152"/>
                    </a:lnTo>
                    <a:cubicBezTo>
                      <a:pt x="20211" y="3152"/>
                      <a:pt x="20224" y="3138"/>
                      <a:pt x="20224" y="3138"/>
                    </a:cubicBezTo>
                    <a:lnTo>
                      <a:pt x="20211" y="3098"/>
                    </a:lnTo>
                    <a:close/>
                    <a:moveTo>
                      <a:pt x="10273" y="41"/>
                    </a:moveTo>
                    <a:lnTo>
                      <a:pt x="11319" y="1180"/>
                    </a:lnTo>
                    <a:lnTo>
                      <a:pt x="11359" y="1221"/>
                    </a:lnTo>
                    <a:lnTo>
                      <a:pt x="15181" y="2267"/>
                    </a:lnTo>
                    <a:lnTo>
                      <a:pt x="20626" y="2267"/>
                    </a:lnTo>
                    <a:cubicBezTo>
                      <a:pt x="20626" y="2294"/>
                      <a:pt x="20613" y="2307"/>
                      <a:pt x="20599" y="2320"/>
                    </a:cubicBezTo>
                    <a:cubicBezTo>
                      <a:pt x="20559" y="2361"/>
                      <a:pt x="20532" y="2387"/>
                      <a:pt x="20479" y="2441"/>
                    </a:cubicBezTo>
                    <a:lnTo>
                      <a:pt x="20452" y="2455"/>
                    </a:lnTo>
                    <a:lnTo>
                      <a:pt x="20479" y="2468"/>
                    </a:lnTo>
                    <a:cubicBezTo>
                      <a:pt x="20479" y="2468"/>
                      <a:pt x="20479" y="2481"/>
                      <a:pt x="20479" y="2481"/>
                    </a:cubicBezTo>
                    <a:lnTo>
                      <a:pt x="20465" y="2481"/>
                    </a:lnTo>
                    <a:lnTo>
                      <a:pt x="20304" y="2696"/>
                    </a:lnTo>
                    <a:lnTo>
                      <a:pt x="19151" y="2696"/>
                    </a:lnTo>
                    <a:lnTo>
                      <a:pt x="19151" y="2736"/>
                    </a:lnTo>
                    <a:cubicBezTo>
                      <a:pt x="19312" y="2763"/>
                      <a:pt x="19513" y="2790"/>
                      <a:pt x="19714" y="2830"/>
                    </a:cubicBezTo>
                    <a:cubicBezTo>
                      <a:pt x="19835" y="2843"/>
                      <a:pt x="19942" y="2857"/>
                      <a:pt x="20063" y="2884"/>
                    </a:cubicBezTo>
                    <a:lnTo>
                      <a:pt x="20103" y="2924"/>
                    </a:lnTo>
                    <a:cubicBezTo>
                      <a:pt x="20130" y="2951"/>
                      <a:pt x="20170" y="2964"/>
                      <a:pt x="20251" y="2991"/>
                    </a:cubicBezTo>
                    <a:cubicBezTo>
                      <a:pt x="20304" y="3004"/>
                      <a:pt x="20385" y="3031"/>
                      <a:pt x="20479" y="3045"/>
                    </a:cubicBezTo>
                    <a:lnTo>
                      <a:pt x="20492" y="3045"/>
                    </a:lnTo>
                    <a:cubicBezTo>
                      <a:pt x="20734" y="2964"/>
                      <a:pt x="21176" y="2870"/>
                      <a:pt x="21860" y="2803"/>
                    </a:cubicBezTo>
                    <a:cubicBezTo>
                      <a:pt x="22329" y="2750"/>
                      <a:pt x="22853" y="2723"/>
                      <a:pt x="23429" y="2723"/>
                    </a:cubicBezTo>
                    <a:cubicBezTo>
                      <a:pt x="23429" y="2723"/>
                      <a:pt x="23443" y="2723"/>
                      <a:pt x="23456" y="2736"/>
                    </a:cubicBezTo>
                    <a:cubicBezTo>
                      <a:pt x="23469" y="2750"/>
                      <a:pt x="23483" y="2763"/>
                      <a:pt x="23483" y="2776"/>
                    </a:cubicBezTo>
                    <a:lnTo>
                      <a:pt x="23483" y="4345"/>
                    </a:lnTo>
                    <a:cubicBezTo>
                      <a:pt x="23469" y="4359"/>
                      <a:pt x="23469" y="4386"/>
                      <a:pt x="23456" y="4399"/>
                    </a:cubicBezTo>
                    <a:cubicBezTo>
                      <a:pt x="23443" y="4413"/>
                      <a:pt x="23429" y="4413"/>
                      <a:pt x="23429" y="4413"/>
                    </a:cubicBezTo>
                    <a:cubicBezTo>
                      <a:pt x="22893" y="4413"/>
                      <a:pt x="22397" y="4386"/>
                      <a:pt x="21954" y="4345"/>
                    </a:cubicBezTo>
                    <a:lnTo>
                      <a:pt x="21927" y="4345"/>
                    </a:lnTo>
                    <a:lnTo>
                      <a:pt x="21927" y="4533"/>
                    </a:lnTo>
                    <a:lnTo>
                      <a:pt x="19915" y="4533"/>
                    </a:lnTo>
                    <a:cubicBezTo>
                      <a:pt x="18601" y="4533"/>
                      <a:pt x="11762" y="4265"/>
                      <a:pt x="7819" y="3675"/>
                    </a:cubicBezTo>
                    <a:cubicBezTo>
                      <a:pt x="6987" y="3554"/>
                      <a:pt x="6330" y="3420"/>
                      <a:pt x="5874" y="3286"/>
                    </a:cubicBezTo>
                    <a:cubicBezTo>
                      <a:pt x="3500" y="2589"/>
                      <a:pt x="1824" y="1972"/>
                      <a:pt x="899" y="1462"/>
                    </a:cubicBezTo>
                    <a:cubicBezTo>
                      <a:pt x="711" y="1355"/>
                      <a:pt x="536" y="1261"/>
                      <a:pt x="416" y="1154"/>
                    </a:cubicBezTo>
                    <a:cubicBezTo>
                      <a:pt x="376" y="1127"/>
                      <a:pt x="335" y="1100"/>
                      <a:pt x="308" y="1073"/>
                    </a:cubicBezTo>
                    <a:cubicBezTo>
                      <a:pt x="215" y="993"/>
                      <a:pt x="148" y="926"/>
                      <a:pt x="107" y="859"/>
                    </a:cubicBezTo>
                    <a:cubicBezTo>
                      <a:pt x="94" y="832"/>
                      <a:pt x="80" y="818"/>
                      <a:pt x="67" y="792"/>
                    </a:cubicBezTo>
                    <a:lnTo>
                      <a:pt x="67" y="792"/>
                    </a:lnTo>
                    <a:cubicBezTo>
                      <a:pt x="1797" y="1167"/>
                      <a:pt x="4707" y="1784"/>
                      <a:pt x="5177" y="1811"/>
                    </a:cubicBezTo>
                    <a:lnTo>
                      <a:pt x="5230" y="1824"/>
                    </a:lnTo>
                    <a:lnTo>
                      <a:pt x="5686" y="1824"/>
                    </a:lnTo>
                    <a:cubicBezTo>
                      <a:pt x="5753" y="1811"/>
                      <a:pt x="5820" y="1811"/>
                      <a:pt x="5874" y="1797"/>
                    </a:cubicBezTo>
                    <a:cubicBezTo>
                      <a:pt x="6102" y="1757"/>
                      <a:pt x="6276" y="1677"/>
                      <a:pt x="6397" y="1543"/>
                    </a:cubicBezTo>
                    <a:cubicBezTo>
                      <a:pt x="6411" y="1529"/>
                      <a:pt x="6437" y="1489"/>
                      <a:pt x="6464" y="1462"/>
                    </a:cubicBezTo>
                    <a:cubicBezTo>
                      <a:pt x="6478" y="1435"/>
                      <a:pt x="6491" y="1408"/>
                      <a:pt x="6504" y="1382"/>
                    </a:cubicBezTo>
                    <a:lnTo>
                      <a:pt x="6518" y="1355"/>
                    </a:lnTo>
                    <a:lnTo>
                      <a:pt x="201" y="537"/>
                    </a:lnTo>
                    <a:cubicBezTo>
                      <a:pt x="228" y="523"/>
                      <a:pt x="255" y="523"/>
                      <a:pt x="295" y="510"/>
                    </a:cubicBezTo>
                    <a:cubicBezTo>
                      <a:pt x="416" y="483"/>
                      <a:pt x="563" y="456"/>
                      <a:pt x="751" y="429"/>
                    </a:cubicBezTo>
                    <a:cubicBezTo>
                      <a:pt x="899" y="416"/>
                      <a:pt x="1073" y="389"/>
                      <a:pt x="1274" y="376"/>
                    </a:cubicBezTo>
                    <a:cubicBezTo>
                      <a:pt x="2535" y="255"/>
                      <a:pt x="4748" y="148"/>
                      <a:pt x="7819" y="81"/>
                    </a:cubicBezTo>
                    <a:cubicBezTo>
                      <a:pt x="8583" y="67"/>
                      <a:pt x="9415" y="54"/>
                      <a:pt x="10273" y="41"/>
                    </a:cubicBezTo>
                    <a:close/>
                    <a:moveTo>
                      <a:pt x="10273" y="0"/>
                    </a:moveTo>
                    <a:cubicBezTo>
                      <a:pt x="9415" y="14"/>
                      <a:pt x="8597" y="27"/>
                      <a:pt x="7819" y="54"/>
                    </a:cubicBezTo>
                    <a:cubicBezTo>
                      <a:pt x="4748" y="121"/>
                      <a:pt x="2535" y="215"/>
                      <a:pt x="1274" y="336"/>
                    </a:cubicBezTo>
                    <a:cubicBezTo>
                      <a:pt x="1073" y="362"/>
                      <a:pt x="899" y="376"/>
                      <a:pt x="751" y="403"/>
                    </a:cubicBezTo>
                    <a:cubicBezTo>
                      <a:pt x="563" y="429"/>
                      <a:pt x="402" y="456"/>
                      <a:pt x="282" y="483"/>
                    </a:cubicBezTo>
                    <a:cubicBezTo>
                      <a:pt x="201" y="496"/>
                      <a:pt x="148" y="523"/>
                      <a:pt x="94" y="537"/>
                    </a:cubicBezTo>
                    <a:lnTo>
                      <a:pt x="94" y="577"/>
                    </a:lnTo>
                    <a:lnTo>
                      <a:pt x="6451" y="1395"/>
                    </a:lnTo>
                    <a:cubicBezTo>
                      <a:pt x="6451" y="1408"/>
                      <a:pt x="6437" y="1435"/>
                      <a:pt x="6424" y="1449"/>
                    </a:cubicBezTo>
                    <a:cubicBezTo>
                      <a:pt x="6411" y="1475"/>
                      <a:pt x="6384" y="1502"/>
                      <a:pt x="6357" y="1529"/>
                    </a:cubicBezTo>
                    <a:cubicBezTo>
                      <a:pt x="6250" y="1650"/>
                      <a:pt x="6089" y="1730"/>
                      <a:pt x="5874" y="1771"/>
                    </a:cubicBezTo>
                    <a:cubicBezTo>
                      <a:pt x="5807" y="1771"/>
                      <a:pt x="5753" y="1784"/>
                      <a:pt x="5686" y="1784"/>
                    </a:cubicBezTo>
                    <a:cubicBezTo>
                      <a:pt x="5619" y="1791"/>
                      <a:pt x="5549" y="1794"/>
                      <a:pt x="5473" y="1794"/>
                    </a:cubicBezTo>
                    <a:cubicBezTo>
                      <a:pt x="5398" y="1794"/>
                      <a:pt x="5318" y="1791"/>
                      <a:pt x="5230" y="1784"/>
                    </a:cubicBezTo>
                    <a:lnTo>
                      <a:pt x="5190" y="1784"/>
                    </a:lnTo>
                    <a:cubicBezTo>
                      <a:pt x="4707" y="1744"/>
                      <a:pt x="1757" y="1113"/>
                      <a:pt x="40" y="751"/>
                    </a:cubicBezTo>
                    <a:lnTo>
                      <a:pt x="0" y="738"/>
                    </a:lnTo>
                    <a:lnTo>
                      <a:pt x="13" y="778"/>
                    </a:lnTo>
                    <a:cubicBezTo>
                      <a:pt x="27" y="805"/>
                      <a:pt x="54" y="845"/>
                      <a:pt x="67" y="885"/>
                    </a:cubicBezTo>
                    <a:cubicBezTo>
                      <a:pt x="121" y="952"/>
                      <a:pt x="188" y="1020"/>
                      <a:pt x="282" y="1100"/>
                    </a:cubicBezTo>
                    <a:cubicBezTo>
                      <a:pt x="308" y="1127"/>
                      <a:pt x="349" y="1167"/>
                      <a:pt x="389" y="1194"/>
                    </a:cubicBezTo>
                    <a:cubicBezTo>
                      <a:pt x="523" y="1288"/>
                      <a:pt x="684" y="1395"/>
                      <a:pt x="872" y="1502"/>
                    </a:cubicBezTo>
                    <a:cubicBezTo>
                      <a:pt x="1811" y="2012"/>
                      <a:pt x="3487" y="2629"/>
                      <a:pt x="5861" y="3326"/>
                    </a:cubicBezTo>
                    <a:cubicBezTo>
                      <a:pt x="6330" y="3460"/>
                      <a:pt x="6987" y="3594"/>
                      <a:pt x="7819" y="3715"/>
                    </a:cubicBezTo>
                    <a:cubicBezTo>
                      <a:pt x="11762" y="4305"/>
                      <a:pt x="18601" y="4573"/>
                      <a:pt x="19915" y="4573"/>
                    </a:cubicBezTo>
                    <a:lnTo>
                      <a:pt x="21981" y="4573"/>
                    </a:lnTo>
                    <a:lnTo>
                      <a:pt x="21981" y="4399"/>
                    </a:lnTo>
                    <a:cubicBezTo>
                      <a:pt x="22423" y="4439"/>
                      <a:pt x="22906" y="4453"/>
                      <a:pt x="23429" y="4453"/>
                    </a:cubicBezTo>
                    <a:cubicBezTo>
                      <a:pt x="23456" y="4453"/>
                      <a:pt x="23469" y="4453"/>
                      <a:pt x="23483" y="4439"/>
                    </a:cubicBezTo>
                    <a:cubicBezTo>
                      <a:pt x="23510" y="4413"/>
                      <a:pt x="23523" y="4359"/>
                      <a:pt x="23523" y="4359"/>
                    </a:cubicBezTo>
                    <a:lnTo>
                      <a:pt x="23523" y="2776"/>
                    </a:lnTo>
                    <a:cubicBezTo>
                      <a:pt x="23523" y="2750"/>
                      <a:pt x="23510" y="2723"/>
                      <a:pt x="23483" y="2709"/>
                    </a:cubicBezTo>
                    <a:cubicBezTo>
                      <a:pt x="23469" y="2696"/>
                      <a:pt x="23456" y="2682"/>
                      <a:pt x="23429" y="2682"/>
                    </a:cubicBezTo>
                    <a:cubicBezTo>
                      <a:pt x="22853" y="2682"/>
                      <a:pt x="22329" y="2709"/>
                      <a:pt x="21860" y="2763"/>
                    </a:cubicBezTo>
                    <a:cubicBezTo>
                      <a:pt x="21176" y="2830"/>
                      <a:pt x="20734" y="2924"/>
                      <a:pt x="20479" y="3004"/>
                    </a:cubicBezTo>
                    <a:cubicBezTo>
                      <a:pt x="20398" y="2991"/>
                      <a:pt x="20318" y="2964"/>
                      <a:pt x="20264" y="2951"/>
                    </a:cubicBezTo>
                    <a:cubicBezTo>
                      <a:pt x="20184" y="2924"/>
                      <a:pt x="20143" y="2910"/>
                      <a:pt x="20143" y="2897"/>
                    </a:cubicBezTo>
                    <a:lnTo>
                      <a:pt x="20076" y="2843"/>
                    </a:lnTo>
                    <a:cubicBezTo>
                      <a:pt x="19956" y="2817"/>
                      <a:pt x="19848" y="2803"/>
                      <a:pt x="19728" y="2790"/>
                    </a:cubicBezTo>
                    <a:cubicBezTo>
                      <a:pt x="19620" y="2776"/>
                      <a:pt x="19513" y="2750"/>
                      <a:pt x="19406" y="2736"/>
                    </a:cubicBezTo>
                    <a:lnTo>
                      <a:pt x="20331" y="2736"/>
                    </a:lnTo>
                    <a:lnTo>
                      <a:pt x="20506" y="2522"/>
                    </a:lnTo>
                    <a:cubicBezTo>
                      <a:pt x="20506" y="2508"/>
                      <a:pt x="20519" y="2495"/>
                      <a:pt x="20519" y="2481"/>
                    </a:cubicBezTo>
                    <a:cubicBezTo>
                      <a:pt x="20519" y="2481"/>
                      <a:pt x="20519" y="2468"/>
                      <a:pt x="20519" y="2468"/>
                    </a:cubicBezTo>
                    <a:cubicBezTo>
                      <a:pt x="20559" y="2414"/>
                      <a:pt x="20599" y="2387"/>
                      <a:pt x="20640" y="2347"/>
                    </a:cubicBezTo>
                    <a:cubicBezTo>
                      <a:pt x="20667" y="2320"/>
                      <a:pt x="20680" y="2294"/>
                      <a:pt x="20680" y="2253"/>
                    </a:cubicBezTo>
                    <a:lnTo>
                      <a:pt x="20680" y="2240"/>
                    </a:lnTo>
                    <a:lnTo>
                      <a:pt x="15195" y="2240"/>
                    </a:lnTo>
                    <a:lnTo>
                      <a:pt x="11386" y="1194"/>
                    </a:lnTo>
                    <a:lnTo>
                      <a:pt x="10300" y="14"/>
                    </a:lnTo>
                    <a:lnTo>
                      <a:pt x="1028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48"/>
              <p:cNvSpPr/>
              <p:nvPr/>
            </p:nvSpPr>
            <p:spPr>
              <a:xfrm>
                <a:off x="6551051" y="4299602"/>
                <a:ext cx="216420" cy="32772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323" extrusionOk="0">
                    <a:moveTo>
                      <a:pt x="2066" y="54"/>
                    </a:moveTo>
                    <a:cubicBezTo>
                      <a:pt x="2052" y="67"/>
                      <a:pt x="2052" y="81"/>
                      <a:pt x="2052" y="94"/>
                    </a:cubicBezTo>
                    <a:lnTo>
                      <a:pt x="2052" y="282"/>
                    </a:lnTo>
                    <a:lnTo>
                      <a:pt x="698" y="282"/>
                    </a:lnTo>
                    <a:cubicBezTo>
                      <a:pt x="671" y="268"/>
                      <a:pt x="416" y="175"/>
                      <a:pt x="121" y="54"/>
                    </a:cubicBezTo>
                    <a:close/>
                    <a:moveTo>
                      <a:pt x="2120" y="0"/>
                    </a:moveTo>
                    <a:cubicBezTo>
                      <a:pt x="2106" y="14"/>
                      <a:pt x="2093" y="14"/>
                      <a:pt x="2093" y="14"/>
                    </a:cubicBezTo>
                    <a:lnTo>
                      <a:pt x="1" y="14"/>
                    </a:lnTo>
                    <a:lnTo>
                      <a:pt x="1" y="54"/>
                    </a:lnTo>
                    <a:cubicBezTo>
                      <a:pt x="363" y="201"/>
                      <a:pt x="685" y="322"/>
                      <a:pt x="685" y="322"/>
                    </a:cubicBezTo>
                    <a:lnTo>
                      <a:pt x="2106" y="322"/>
                    </a:lnTo>
                    <a:lnTo>
                      <a:pt x="2106" y="94"/>
                    </a:lnTo>
                    <a:cubicBezTo>
                      <a:pt x="2106" y="81"/>
                      <a:pt x="2106" y="81"/>
                      <a:pt x="2106" y="67"/>
                    </a:cubicBezTo>
                    <a:cubicBezTo>
                      <a:pt x="2106" y="67"/>
                      <a:pt x="2106" y="54"/>
                      <a:pt x="2106" y="54"/>
                    </a:cubicBezTo>
                    <a:lnTo>
                      <a:pt x="2120" y="54"/>
                    </a:lnTo>
                    <a:cubicBezTo>
                      <a:pt x="2120" y="40"/>
                      <a:pt x="2133" y="40"/>
                      <a:pt x="2133" y="40"/>
                    </a:cubicBezTo>
                    <a:lnTo>
                      <a:pt x="212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48"/>
              <p:cNvSpPr/>
              <p:nvPr/>
            </p:nvSpPr>
            <p:spPr>
              <a:xfrm>
                <a:off x="5712869" y="3940323"/>
                <a:ext cx="1703758" cy="372976"/>
              </a:xfrm>
              <a:custGeom>
                <a:avLst/>
                <a:gdLst/>
                <a:ahLst/>
                <a:cxnLst/>
                <a:rect l="l" t="t" r="r" b="b"/>
                <a:pathLst>
                  <a:path w="16792" h="3676" extrusionOk="0">
                    <a:moveTo>
                      <a:pt x="617" y="54"/>
                    </a:moveTo>
                    <a:lnTo>
                      <a:pt x="2884" y="1449"/>
                    </a:lnTo>
                    <a:lnTo>
                      <a:pt x="16737" y="3233"/>
                    </a:lnTo>
                    <a:cubicBezTo>
                      <a:pt x="16737" y="3286"/>
                      <a:pt x="16737" y="3327"/>
                      <a:pt x="16711" y="3367"/>
                    </a:cubicBezTo>
                    <a:cubicBezTo>
                      <a:pt x="16697" y="3407"/>
                      <a:pt x="16670" y="3434"/>
                      <a:pt x="16644" y="3488"/>
                    </a:cubicBezTo>
                    <a:cubicBezTo>
                      <a:pt x="16644" y="3488"/>
                      <a:pt x="16630" y="3474"/>
                      <a:pt x="16630" y="3474"/>
                    </a:cubicBezTo>
                    <a:cubicBezTo>
                      <a:pt x="16603" y="3461"/>
                      <a:pt x="16576" y="3447"/>
                      <a:pt x="16550" y="3447"/>
                    </a:cubicBezTo>
                    <a:cubicBezTo>
                      <a:pt x="15772" y="3447"/>
                      <a:pt x="15048" y="3488"/>
                      <a:pt x="14417" y="3555"/>
                    </a:cubicBezTo>
                    <a:cubicBezTo>
                      <a:pt x="14162" y="3568"/>
                      <a:pt x="13921" y="3608"/>
                      <a:pt x="13693" y="3635"/>
                    </a:cubicBezTo>
                    <a:lnTo>
                      <a:pt x="13693" y="3219"/>
                    </a:lnTo>
                    <a:cubicBezTo>
                      <a:pt x="13693" y="3193"/>
                      <a:pt x="13680" y="3166"/>
                      <a:pt x="13653" y="3152"/>
                    </a:cubicBezTo>
                    <a:cubicBezTo>
                      <a:pt x="13639" y="3139"/>
                      <a:pt x="13613" y="3125"/>
                      <a:pt x="13599" y="3125"/>
                    </a:cubicBezTo>
                    <a:cubicBezTo>
                      <a:pt x="13023" y="3125"/>
                      <a:pt x="12499" y="3152"/>
                      <a:pt x="12017" y="3206"/>
                    </a:cubicBezTo>
                    <a:cubicBezTo>
                      <a:pt x="11346" y="3273"/>
                      <a:pt x="10904" y="3367"/>
                      <a:pt x="10649" y="3447"/>
                    </a:cubicBezTo>
                    <a:cubicBezTo>
                      <a:pt x="10555" y="3434"/>
                      <a:pt x="10488" y="3407"/>
                      <a:pt x="10434" y="3394"/>
                    </a:cubicBezTo>
                    <a:cubicBezTo>
                      <a:pt x="10354" y="3367"/>
                      <a:pt x="10313" y="3353"/>
                      <a:pt x="10300" y="3340"/>
                    </a:cubicBezTo>
                    <a:lnTo>
                      <a:pt x="10246" y="3286"/>
                    </a:lnTo>
                    <a:cubicBezTo>
                      <a:pt x="10126" y="3260"/>
                      <a:pt x="10005" y="3246"/>
                      <a:pt x="9884" y="3233"/>
                    </a:cubicBezTo>
                    <a:cubicBezTo>
                      <a:pt x="9790" y="3219"/>
                      <a:pt x="9683" y="3193"/>
                      <a:pt x="9576" y="3179"/>
                    </a:cubicBezTo>
                    <a:lnTo>
                      <a:pt x="10488" y="3179"/>
                    </a:lnTo>
                    <a:lnTo>
                      <a:pt x="10676" y="2965"/>
                    </a:lnTo>
                    <a:cubicBezTo>
                      <a:pt x="10676" y="2951"/>
                      <a:pt x="10689" y="2938"/>
                      <a:pt x="10689" y="2924"/>
                    </a:cubicBezTo>
                    <a:cubicBezTo>
                      <a:pt x="10689" y="2924"/>
                      <a:pt x="10689" y="2911"/>
                      <a:pt x="10689" y="2911"/>
                    </a:cubicBezTo>
                    <a:cubicBezTo>
                      <a:pt x="10729" y="2857"/>
                      <a:pt x="10769" y="2830"/>
                      <a:pt x="10796" y="2790"/>
                    </a:cubicBezTo>
                    <a:cubicBezTo>
                      <a:pt x="10837" y="2763"/>
                      <a:pt x="10837" y="2737"/>
                      <a:pt x="10837" y="2696"/>
                    </a:cubicBezTo>
                    <a:lnTo>
                      <a:pt x="10837" y="2683"/>
                    </a:lnTo>
                    <a:lnTo>
                      <a:pt x="5351" y="2683"/>
                    </a:lnTo>
                    <a:lnTo>
                      <a:pt x="1556" y="1637"/>
                    </a:lnTo>
                    <a:lnTo>
                      <a:pt x="94" y="54"/>
                    </a:lnTo>
                    <a:close/>
                    <a:moveTo>
                      <a:pt x="0" y="1"/>
                    </a:moveTo>
                    <a:lnTo>
                      <a:pt x="1489" y="1623"/>
                    </a:lnTo>
                    <a:lnTo>
                      <a:pt x="1529" y="1664"/>
                    </a:lnTo>
                    <a:lnTo>
                      <a:pt x="5351" y="2710"/>
                    </a:lnTo>
                    <a:lnTo>
                      <a:pt x="10796" y="2710"/>
                    </a:lnTo>
                    <a:cubicBezTo>
                      <a:pt x="10796" y="2737"/>
                      <a:pt x="10796" y="2750"/>
                      <a:pt x="10769" y="2763"/>
                    </a:cubicBezTo>
                    <a:cubicBezTo>
                      <a:pt x="10743" y="2804"/>
                      <a:pt x="10702" y="2830"/>
                      <a:pt x="10649" y="2884"/>
                    </a:cubicBezTo>
                    <a:lnTo>
                      <a:pt x="10635" y="2898"/>
                    </a:lnTo>
                    <a:lnTo>
                      <a:pt x="10649" y="2911"/>
                    </a:lnTo>
                    <a:cubicBezTo>
                      <a:pt x="10649" y="2911"/>
                      <a:pt x="10649" y="2924"/>
                      <a:pt x="10649" y="2924"/>
                    </a:cubicBezTo>
                    <a:lnTo>
                      <a:pt x="10635" y="2924"/>
                    </a:lnTo>
                    <a:lnTo>
                      <a:pt x="10474" y="3139"/>
                    </a:lnTo>
                    <a:lnTo>
                      <a:pt x="9334" y="3139"/>
                    </a:lnTo>
                    <a:lnTo>
                      <a:pt x="9321" y="3179"/>
                    </a:lnTo>
                    <a:cubicBezTo>
                      <a:pt x="9482" y="3206"/>
                      <a:pt x="9683" y="3233"/>
                      <a:pt x="9884" y="3260"/>
                    </a:cubicBezTo>
                    <a:cubicBezTo>
                      <a:pt x="10005" y="3286"/>
                      <a:pt x="10126" y="3300"/>
                      <a:pt x="10233" y="3313"/>
                    </a:cubicBezTo>
                    <a:lnTo>
                      <a:pt x="10273" y="3367"/>
                    </a:lnTo>
                    <a:cubicBezTo>
                      <a:pt x="10300" y="3394"/>
                      <a:pt x="10354" y="3407"/>
                      <a:pt x="10434" y="3434"/>
                    </a:cubicBezTo>
                    <a:cubicBezTo>
                      <a:pt x="10488" y="3447"/>
                      <a:pt x="10555" y="3474"/>
                      <a:pt x="10649" y="3488"/>
                    </a:cubicBezTo>
                    <a:lnTo>
                      <a:pt x="10662" y="3488"/>
                    </a:lnTo>
                    <a:cubicBezTo>
                      <a:pt x="10904" y="3407"/>
                      <a:pt x="11346" y="3313"/>
                      <a:pt x="12030" y="3246"/>
                    </a:cubicBezTo>
                    <a:cubicBezTo>
                      <a:pt x="12499" y="3193"/>
                      <a:pt x="13023" y="3166"/>
                      <a:pt x="13599" y="3166"/>
                    </a:cubicBezTo>
                    <a:cubicBezTo>
                      <a:pt x="13613" y="3166"/>
                      <a:pt x="13626" y="3166"/>
                      <a:pt x="13626" y="3179"/>
                    </a:cubicBezTo>
                    <a:cubicBezTo>
                      <a:pt x="13639" y="3193"/>
                      <a:pt x="13653" y="3206"/>
                      <a:pt x="13653" y="3219"/>
                    </a:cubicBezTo>
                    <a:lnTo>
                      <a:pt x="13653" y="3675"/>
                    </a:lnTo>
                    <a:lnTo>
                      <a:pt x="13680" y="3675"/>
                    </a:lnTo>
                    <a:cubicBezTo>
                      <a:pt x="13908" y="3635"/>
                      <a:pt x="14162" y="3608"/>
                      <a:pt x="14417" y="3581"/>
                    </a:cubicBezTo>
                    <a:cubicBezTo>
                      <a:pt x="15061" y="3514"/>
                      <a:pt x="15772" y="3488"/>
                      <a:pt x="16550" y="3474"/>
                    </a:cubicBezTo>
                    <a:cubicBezTo>
                      <a:pt x="16576" y="3474"/>
                      <a:pt x="16590" y="3488"/>
                      <a:pt x="16603" y="3501"/>
                    </a:cubicBezTo>
                    <a:cubicBezTo>
                      <a:pt x="16617" y="3501"/>
                      <a:pt x="16617" y="3514"/>
                      <a:pt x="16630" y="3528"/>
                    </a:cubicBezTo>
                    <a:lnTo>
                      <a:pt x="16644" y="3555"/>
                    </a:lnTo>
                    <a:lnTo>
                      <a:pt x="16657" y="3528"/>
                    </a:lnTo>
                    <a:cubicBezTo>
                      <a:pt x="16711" y="3461"/>
                      <a:pt x="16737" y="3421"/>
                      <a:pt x="16751" y="3367"/>
                    </a:cubicBezTo>
                    <a:cubicBezTo>
                      <a:pt x="16778" y="3313"/>
                      <a:pt x="16791" y="3273"/>
                      <a:pt x="16791" y="3206"/>
                    </a:cubicBezTo>
                    <a:lnTo>
                      <a:pt x="16791" y="3193"/>
                    </a:lnTo>
                    <a:lnTo>
                      <a:pt x="2911" y="1395"/>
                    </a:lnTo>
                    <a:lnTo>
                      <a:pt x="765" y="81"/>
                    </a:lnTo>
                    <a:lnTo>
                      <a:pt x="63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48"/>
              <p:cNvSpPr/>
              <p:nvPr/>
            </p:nvSpPr>
            <p:spPr>
              <a:xfrm>
                <a:off x="5868005" y="4083182"/>
                <a:ext cx="138902" cy="27395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70" extrusionOk="0">
                    <a:moveTo>
                      <a:pt x="1368" y="1"/>
                    </a:moveTo>
                    <a:lnTo>
                      <a:pt x="0" y="229"/>
                    </a:lnTo>
                    <a:lnTo>
                      <a:pt x="14" y="269"/>
                    </a:lnTo>
                    <a:lnTo>
                      <a:pt x="1368" y="41"/>
                    </a:lnTo>
                    <a:lnTo>
                      <a:pt x="136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48"/>
              <p:cNvSpPr/>
              <p:nvPr/>
            </p:nvSpPr>
            <p:spPr>
              <a:xfrm>
                <a:off x="6770108" y="4298182"/>
                <a:ext cx="1522" cy="4261"/>
              </a:xfrm>
              <a:custGeom>
                <a:avLst/>
                <a:gdLst/>
                <a:ahLst/>
                <a:cxnLst/>
                <a:rect l="l" t="t" r="r" b="b"/>
                <a:pathLst>
                  <a:path w="15" h="42" extrusionOk="0">
                    <a:moveTo>
                      <a:pt x="14" y="4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4" y="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48"/>
              <p:cNvSpPr/>
              <p:nvPr/>
            </p:nvSpPr>
            <p:spPr>
              <a:xfrm>
                <a:off x="5869324" y="4085922"/>
                <a:ext cx="137583" cy="21916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216" extrusionOk="0">
                    <a:moveTo>
                      <a:pt x="1355" y="1"/>
                    </a:moveTo>
                    <a:lnTo>
                      <a:pt x="1" y="2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48"/>
              <p:cNvSpPr/>
              <p:nvPr/>
            </p:nvSpPr>
            <p:spPr>
              <a:xfrm>
                <a:off x="6770108" y="4299602"/>
                <a:ext cx="1522" cy="142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4" y="0"/>
                    </a:moveTo>
                    <a:lnTo>
                      <a:pt x="1" y="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48"/>
              <p:cNvSpPr/>
              <p:nvPr/>
            </p:nvSpPr>
            <p:spPr>
              <a:xfrm>
                <a:off x="8464228" y="4109055"/>
                <a:ext cx="140221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551" extrusionOk="0">
                    <a:moveTo>
                      <a:pt x="644" y="41"/>
                    </a:moveTo>
                    <a:cubicBezTo>
                      <a:pt x="886" y="188"/>
                      <a:pt x="1100" y="336"/>
                      <a:pt x="1301" y="510"/>
                    </a:cubicBezTo>
                    <a:lnTo>
                      <a:pt x="41" y="510"/>
                    </a:lnTo>
                    <a:lnTo>
                      <a:pt x="41" y="41"/>
                    </a:lnTo>
                    <a:close/>
                    <a:moveTo>
                      <a:pt x="14" y="1"/>
                    </a:moveTo>
                    <a:cubicBezTo>
                      <a:pt x="14" y="1"/>
                      <a:pt x="1" y="1"/>
                      <a:pt x="1" y="14"/>
                    </a:cubicBezTo>
                    <a:lnTo>
                      <a:pt x="1" y="524"/>
                    </a:lnTo>
                    <a:cubicBezTo>
                      <a:pt x="1" y="537"/>
                      <a:pt x="14" y="551"/>
                      <a:pt x="14" y="551"/>
                    </a:cubicBezTo>
                    <a:lnTo>
                      <a:pt x="1368" y="551"/>
                    </a:lnTo>
                    <a:cubicBezTo>
                      <a:pt x="1368" y="551"/>
                      <a:pt x="1382" y="551"/>
                      <a:pt x="1382" y="537"/>
                    </a:cubicBezTo>
                    <a:cubicBezTo>
                      <a:pt x="1382" y="524"/>
                      <a:pt x="1382" y="510"/>
                      <a:pt x="1382" y="510"/>
                    </a:cubicBezTo>
                    <a:lnTo>
                      <a:pt x="1355" y="497"/>
                    </a:lnTo>
                    <a:cubicBezTo>
                      <a:pt x="1141" y="323"/>
                      <a:pt x="913" y="148"/>
                      <a:pt x="65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48"/>
              <p:cNvSpPr/>
              <p:nvPr/>
            </p:nvSpPr>
            <p:spPr>
              <a:xfrm>
                <a:off x="8390769" y="4107736"/>
                <a:ext cx="69502" cy="5722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564" extrusionOk="0">
                    <a:moveTo>
                      <a:pt x="644" y="54"/>
                    </a:moveTo>
                    <a:lnTo>
                      <a:pt x="644" y="523"/>
                    </a:lnTo>
                    <a:lnTo>
                      <a:pt x="54" y="523"/>
                    </a:lnTo>
                    <a:lnTo>
                      <a:pt x="161" y="54"/>
                    </a:lnTo>
                    <a:close/>
                    <a:moveTo>
                      <a:pt x="134" y="0"/>
                    </a:moveTo>
                    <a:cubicBezTo>
                      <a:pt x="134" y="0"/>
                      <a:pt x="121" y="14"/>
                      <a:pt x="121" y="27"/>
                    </a:cubicBezTo>
                    <a:lnTo>
                      <a:pt x="14" y="537"/>
                    </a:lnTo>
                    <a:cubicBezTo>
                      <a:pt x="0" y="537"/>
                      <a:pt x="14" y="550"/>
                      <a:pt x="14" y="550"/>
                    </a:cubicBezTo>
                    <a:cubicBezTo>
                      <a:pt x="14" y="564"/>
                      <a:pt x="27" y="564"/>
                      <a:pt x="27" y="564"/>
                    </a:cubicBezTo>
                    <a:lnTo>
                      <a:pt x="658" y="564"/>
                    </a:lnTo>
                    <a:cubicBezTo>
                      <a:pt x="671" y="564"/>
                      <a:pt x="684" y="550"/>
                      <a:pt x="684" y="537"/>
                    </a:cubicBezTo>
                    <a:lnTo>
                      <a:pt x="684" y="27"/>
                    </a:lnTo>
                    <a:cubicBezTo>
                      <a:pt x="684" y="14"/>
                      <a:pt x="671" y="0"/>
                      <a:pt x="65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48"/>
              <p:cNvSpPr/>
              <p:nvPr/>
            </p:nvSpPr>
            <p:spPr>
              <a:xfrm>
                <a:off x="6940261" y="4290065"/>
                <a:ext cx="465408" cy="242292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2388" extrusionOk="0">
                    <a:moveTo>
                      <a:pt x="4453" y="41"/>
                    </a:moveTo>
                    <a:cubicBezTo>
                      <a:pt x="4479" y="41"/>
                      <a:pt x="4493" y="54"/>
                      <a:pt x="4506" y="54"/>
                    </a:cubicBezTo>
                    <a:cubicBezTo>
                      <a:pt x="4533" y="81"/>
                      <a:pt x="4533" y="94"/>
                      <a:pt x="4533" y="121"/>
                    </a:cubicBezTo>
                    <a:lnTo>
                      <a:pt x="4533" y="2267"/>
                    </a:lnTo>
                    <a:cubicBezTo>
                      <a:pt x="4533" y="2294"/>
                      <a:pt x="4533" y="2320"/>
                      <a:pt x="4506" y="2334"/>
                    </a:cubicBezTo>
                    <a:cubicBezTo>
                      <a:pt x="4493" y="2347"/>
                      <a:pt x="4479" y="2347"/>
                      <a:pt x="4453" y="2347"/>
                    </a:cubicBezTo>
                    <a:cubicBezTo>
                      <a:pt x="3675" y="2347"/>
                      <a:pt x="2964" y="2320"/>
                      <a:pt x="2320" y="2253"/>
                    </a:cubicBezTo>
                    <a:cubicBezTo>
                      <a:pt x="912" y="2106"/>
                      <a:pt x="255" y="1851"/>
                      <a:pt x="94" y="1784"/>
                    </a:cubicBezTo>
                    <a:cubicBezTo>
                      <a:pt x="81" y="1784"/>
                      <a:pt x="81" y="1771"/>
                      <a:pt x="67" y="1757"/>
                    </a:cubicBezTo>
                    <a:cubicBezTo>
                      <a:pt x="67" y="1757"/>
                      <a:pt x="54" y="1744"/>
                      <a:pt x="54" y="1730"/>
                    </a:cubicBezTo>
                    <a:cubicBezTo>
                      <a:pt x="40" y="1730"/>
                      <a:pt x="40" y="1717"/>
                      <a:pt x="40" y="1704"/>
                    </a:cubicBezTo>
                    <a:lnTo>
                      <a:pt x="40" y="1382"/>
                    </a:lnTo>
                    <a:cubicBezTo>
                      <a:pt x="483" y="1422"/>
                      <a:pt x="979" y="1449"/>
                      <a:pt x="1502" y="1449"/>
                    </a:cubicBezTo>
                    <a:cubicBezTo>
                      <a:pt x="1516" y="1449"/>
                      <a:pt x="1542" y="1435"/>
                      <a:pt x="1556" y="1422"/>
                    </a:cubicBezTo>
                    <a:cubicBezTo>
                      <a:pt x="1583" y="1395"/>
                      <a:pt x="1596" y="1341"/>
                      <a:pt x="1596" y="1341"/>
                    </a:cubicBezTo>
                    <a:lnTo>
                      <a:pt x="1596" y="228"/>
                    </a:lnTo>
                    <a:cubicBezTo>
                      <a:pt x="1824" y="188"/>
                      <a:pt x="2065" y="161"/>
                      <a:pt x="2320" y="134"/>
                    </a:cubicBezTo>
                    <a:cubicBezTo>
                      <a:pt x="2964" y="81"/>
                      <a:pt x="3675" y="41"/>
                      <a:pt x="4453" y="41"/>
                    </a:cubicBezTo>
                    <a:close/>
                    <a:moveTo>
                      <a:pt x="4453" y="0"/>
                    </a:moveTo>
                    <a:cubicBezTo>
                      <a:pt x="3675" y="0"/>
                      <a:pt x="2951" y="41"/>
                      <a:pt x="2320" y="94"/>
                    </a:cubicBezTo>
                    <a:cubicBezTo>
                      <a:pt x="2052" y="121"/>
                      <a:pt x="1811" y="161"/>
                      <a:pt x="1569" y="188"/>
                    </a:cubicBezTo>
                    <a:lnTo>
                      <a:pt x="1556" y="202"/>
                    </a:lnTo>
                    <a:lnTo>
                      <a:pt x="1556" y="1341"/>
                    </a:lnTo>
                    <a:cubicBezTo>
                      <a:pt x="1556" y="1355"/>
                      <a:pt x="1542" y="1382"/>
                      <a:pt x="1529" y="1395"/>
                    </a:cubicBezTo>
                    <a:cubicBezTo>
                      <a:pt x="1529" y="1395"/>
                      <a:pt x="1516" y="1409"/>
                      <a:pt x="1502" y="1409"/>
                    </a:cubicBezTo>
                    <a:cubicBezTo>
                      <a:pt x="966" y="1409"/>
                      <a:pt x="470" y="1382"/>
                      <a:pt x="27" y="1341"/>
                    </a:cubicBezTo>
                    <a:lnTo>
                      <a:pt x="0" y="1341"/>
                    </a:lnTo>
                    <a:lnTo>
                      <a:pt x="0" y="1704"/>
                    </a:lnTo>
                    <a:cubicBezTo>
                      <a:pt x="0" y="1717"/>
                      <a:pt x="14" y="1744"/>
                      <a:pt x="14" y="1757"/>
                    </a:cubicBezTo>
                    <a:cubicBezTo>
                      <a:pt x="14" y="1771"/>
                      <a:pt x="27" y="1784"/>
                      <a:pt x="40" y="1797"/>
                    </a:cubicBezTo>
                    <a:cubicBezTo>
                      <a:pt x="54" y="1811"/>
                      <a:pt x="67" y="1811"/>
                      <a:pt x="81" y="1824"/>
                    </a:cubicBezTo>
                    <a:cubicBezTo>
                      <a:pt x="295" y="1918"/>
                      <a:pt x="939" y="2160"/>
                      <a:pt x="2320" y="2294"/>
                    </a:cubicBezTo>
                    <a:cubicBezTo>
                      <a:pt x="2951" y="2361"/>
                      <a:pt x="3675" y="2388"/>
                      <a:pt x="4453" y="2388"/>
                    </a:cubicBezTo>
                    <a:cubicBezTo>
                      <a:pt x="4479" y="2388"/>
                      <a:pt x="4506" y="2388"/>
                      <a:pt x="4533" y="2361"/>
                    </a:cubicBezTo>
                    <a:cubicBezTo>
                      <a:pt x="4560" y="2334"/>
                      <a:pt x="4587" y="2307"/>
                      <a:pt x="4587" y="2267"/>
                    </a:cubicBezTo>
                    <a:lnTo>
                      <a:pt x="4587" y="121"/>
                    </a:lnTo>
                    <a:cubicBezTo>
                      <a:pt x="4587" y="81"/>
                      <a:pt x="4560" y="54"/>
                      <a:pt x="4533" y="27"/>
                    </a:cubicBezTo>
                    <a:cubicBezTo>
                      <a:pt x="4506" y="14"/>
                      <a:pt x="4479" y="0"/>
                      <a:pt x="445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48"/>
              <p:cNvSpPr/>
              <p:nvPr/>
            </p:nvSpPr>
            <p:spPr>
              <a:xfrm>
                <a:off x="7391972" y="4291384"/>
                <a:ext cx="10958" cy="23965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2362" extrusionOk="0">
                    <a:moveTo>
                      <a:pt x="1" y="1"/>
                    </a:moveTo>
                    <a:lnTo>
                      <a:pt x="1" y="2361"/>
                    </a:lnTo>
                    <a:cubicBezTo>
                      <a:pt x="27" y="2361"/>
                      <a:pt x="54" y="2348"/>
                      <a:pt x="68" y="2334"/>
                    </a:cubicBezTo>
                    <a:cubicBezTo>
                      <a:pt x="95" y="2307"/>
                      <a:pt x="108" y="2281"/>
                      <a:pt x="108" y="2254"/>
                    </a:cubicBezTo>
                    <a:lnTo>
                      <a:pt x="108" y="108"/>
                    </a:lnTo>
                    <a:cubicBezTo>
                      <a:pt x="108" y="68"/>
                      <a:pt x="95" y="41"/>
                      <a:pt x="68" y="28"/>
                    </a:cubicBezTo>
                    <a:cubicBezTo>
                      <a:pt x="54" y="14"/>
                      <a:pt x="27" y="1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48"/>
              <p:cNvSpPr/>
              <p:nvPr/>
            </p:nvSpPr>
            <p:spPr>
              <a:xfrm>
                <a:off x="6760571" y="4257394"/>
                <a:ext cx="341726" cy="179690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771" extrusionOk="0">
                    <a:moveTo>
                      <a:pt x="3273" y="41"/>
                    </a:moveTo>
                    <a:cubicBezTo>
                      <a:pt x="3287" y="41"/>
                      <a:pt x="3300" y="41"/>
                      <a:pt x="3300" y="54"/>
                    </a:cubicBezTo>
                    <a:cubicBezTo>
                      <a:pt x="3313" y="54"/>
                      <a:pt x="3327" y="68"/>
                      <a:pt x="3327" y="94"/>
                    </a:cubicBezTo>
                    <a:lnTo>
                      <a:pt x="3327" y="1663"/>
                    </a:lnTo>
                    <a:cubicBezTo>
                      <a:pt x="3327" y="1677"/>
                      <a:pt x="3313" y="1704"/>
                      <a:pt x="3300" y="1717"/>
                    </a:cubicBezTo>
                    <a:cubicBezTo>
                      <a:pt x="3300" y="1717"/>
                      <a:pt x="3287" y="1731"/>
                      <a:pt x="3273" y="1731"/>
                    </a:cubicBezTo>
                    <a:cubicBezTo>
                      <a:pt x="2697" y="1731"/>
                      <a:pt x="2173" y="1704"/>
                      <a:pt x="1704" y="1650"/>
                    </a:cubicBezTo>
                    <a:cubicBezTo>
                      <a:pt x="671" y="1543"/>
                      <a:pt x="189" y="1368"/>
                      <a:pt x="68" y="1315"/>
                    </a:cubicBezTo>
                    <a:cubicBezTo>
                      <a:pt x="55" y="1301"/>
                      <a:pt x="55" y="1301"/>
                      <a:pt x="55" y="1301"/>
                    </a:cubicBezTo>
                    <a:cubicBezTo>
                      <a:pt x="41" y="1288"/>
                      <a:pt x="41" y="1288"/>
                      <a:pt x="41" y="1275"/>
                    </a:cubicBezTo>
                    <a:cubicBezTo>
                      <a:pt x="41" y="1275"/>
                      <a:pt x="41" y="1261"/>
                      <a:pt x="41" y="1261"/>
                    </a:cubicBezTo>
                    <a:lnTo>
                      <a:pt x="41" y="510"/>
                    </a:lnTo>
                    <a:cubicBezTo>
                      <a:pt x="41" y="497"/>
                      <a:pt x="41" y="497"/>
                      <a:pt x="41" y="483"/>
                    </a:cubicBezTo>
                    <a:cubicBezTo>
                      <a:pt x="41" y="483"/>
                      <a:pt x="41" y="470"/>
                      <a:pt x="55" y="470"/>
                    </a:cubicBezTo>
                    <a:cubicBezTo>
                      <a:pt x="55" y="470"/>
                      <a:pt x="55" y="456"/>
                      <a:pt x="68" y="456"/>
                    </a:cubicBezTo>
                    <a:cubicBezTo>
                      <a:pt x="189" y="403"/>
                      <a:pt x="671" y="215"/>
                      <a:pt x="1704" y="108"/>
                    </a:cubicBezTo>
                    <a:cubicBezTo>
                      <a:pt x="2173" y="68"/>
                      <a:pt x="2697" y="41"/>
                      <a:pt x="3273" y="41"/>
                    </a:cubicBezTo>
                    <a:close/>
                    <a:moveTo>
                      <a:pt x="3273" y="0"/>
                    </a:moveTo>
                    <a:cubicBezTo>
                      <a:pt x="2697" y="0"/>
                      <a:pt x="2173" y="27"/>
                      <a:pt x="1704" y="81"/>
                    </a:cubicBezTo>
                    <a:cubicBezTo>
                      <a:pt x="685" y="175"/>
                      <a:pt x="215" y="349"/>
                      <a:pt x="55" y="416"/>
                    </a:cubicBezTo>
                    <a:cubicBezTo>
                      <a:pt x="41" y="430"/>
                      <a:pt x="28" y="430"/>
                      <a:pt x="28" y="443"/>
                    </a:cubicBezTo>
                    <a:cubicBezTo>
                      <a:pt x="14" y="456"/>
                      <a:pt x="1" y="470"/>
                      <a:pt x="1" y="470"/>
                    </a:cubicBezTo>
                    <a:cubicBezTo>
                      <a:pt x="1" y="483"/>
                      <a:pt x="1" y="497"/>
                      <a:pt x="1" y="510"/>
                    </a:cubicBezTo>
                    <a:lnTo>
                      <a:pt x="1" y="1261"/>
                    </a:lnTo>
                    <a:cubicBezTo>
                      <a:pt x="1" y="1275"/>
                      <a:pt x="1" y="1288"/>
                      <a:pt x="1" y="1301"/>
                    </a:cubicBezTo>
                    <a:cubicBezTo>
                      <a:pt x="1" y="1301"/>
                      <a:pt x="14" y="1315"/>
                      <a:pt x="28" y="1328"/>
                    </a:cubicBezTo>
                    <a:cubicBezTo>
                      <a:pt x="28" y="1342"/>
                      <a:pt x="41" y="1342"/>
                      <a:pt x="55" y="1355"/>
                    </a:cubicBezTo>
                    <a:cubicBezTo>
                      <a:pt x="215" y="1422"/>
                      <a:pt x="685" y="1596"/>
                      <a:pt x="1704" y="1690"/>
                    </a:cubicBezTo>
                    <a:cubicBezTo>
                      <a:pt x="2173" y="1744"/>
                      <a:pt x="2697" y="1771"/>
                      <a:pt x="3273" y="1771"/>
                    </a:cubicBezTo>
                    <a:cubicBezTo>
                      <a:pt x="3300" y="1771"/>
                      <a:pt x="3313" y="1771"/>
                      <a:pt x="3327" y="1744"/>
                    </a:cubicBezTo>
                    <a:cubicBezTo>
                      <a:pt x="3354" y="1731"/>
                      <a:pt x="3367" y="1677"/>
                      <a:pt x="3367" y="1677"/>
                    </a:cubicBezTo>
                    <a:lnTo>
                      <a:pt x="3367" y="94"/>
                    </a:lnTo>
                    <a:cubicBezTo>
                      <a:pt x="3367" y="68"/>
                      <a:pt x="3354" y="41"/>
                      <a:pt x="3327" y="27"/>
                    </a:cubicBezTo>
                    <a:cubicBezTo>
                      <a:pt x="3313" y="14"/>
                      <a:pt x="3300" y="0"/>
                      <a:pt x="327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48"/>
              <p:cNvSpPr/>
              <p:nvPr/>
            </p:nvSpPr>
            <p:spPr>
              <a:xfrm>
                <a:off x="6658601" y="4241058"/>
                <a:ext cx="352481" cy="50427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497" extrusionOk="0">
                    <a:moveTo>
                      <a:pt x="2562" y="41"/>
                    </a:moveTo>
                    <a:cubicBezTo>
                      <a:pt x="2736" y="54"/>
                      <a:pt x="2897" y="81"/>
                      <a:pt x="3031" y="108"/>
                    </a:cubicBezTo>
                    <a:cubicBezTo>
                      <a:pt x="3152" y="135"/>
                      <a:pt x="3246" y="161"/>
                      <a:pt x="3313" y="188"/>
                    </a:cubicBezTo>
                    <a:cubicBezTo>
                      <a:pt x="3098" y="202"/>
                      <a:pt x="2897" y="215"/>
                      <a:pt x="2709" y="242"/>
                    </a:cubicBezTo>
                    <a:cubicBezTo>
                      <a:pt x="2213" y="282"/>
                      <a:pt x="1797" y="349"/>
                      <a:pt x="1462" y="443"/>
                    </a:cubicBezTo>
                    <a:cubicBezTo>
                      <a:pt x="1368" y="389"/>
                      <a:pt x="979" y="322"/>
                      <a:pt x="563" y="269"/>
                    </a:cubicBezTo>
                    <a:cubicBezTo>
                      <a:pt x="469" y="255"/>
                      <a:pt x="362" y="229"/>
                      <a:pt x="255" y="215"/>
                    </a:cubicBezTo>
                    <a:lnTo>
                      <a:pt x="1167" y="215"/>
                    </a:lnTo>
                    <a:lnTo>
                      <a:pt x="1314" y="41"/>
                    </a:lnTo>
                    <a:close/>
                    <a:moveTo>
                      <a:pt x="1301" y="1"/>
                    </a:moveTo>
                    <a:lnTo>
                      <a:pt x="1153" y="175"/>
                    </a:lnTo>
                    <a:lnTo>
                      <a:pt x="13" y="175"/>
                    </a:lnTo>
                    <a:lnTo>
                      <a:pt x="0" y="215"/>
                    </a:lnTo>
                    <a:cubicBezTo>
                      <a:pt x="161" y="242"/>
                      <a:pt x="362" y="282"/>
                      <a:pt x="563" y="309"/>
                    </a:cubicBezTo>
                    <a:cubicBezTo>
                      <a:pt x="939" y="363"/>
                      <a:pt x="1381" y="430"/>
                      <a:pt x="1435" y="483"/>
                    </a:cubicBezTo>
                    <a:lnTo>
                      <a:pt x="1448" y="497"/>
                    </a:lnTo>
                    <a:lnTo>
                      <a:pt x="1462" y="483"/>
                    </a:lnTo>
                    <a:cubicBezTo>
                      <a:pt x="1797" y="403"/>
                      <a:pt x="2226" y="322"/>
                      <a:pt x="2709" y="282"/>
                    </a:cubicBezTo>
                    <a:cubicBezTo>
                      <a:pt x="2924" y="255"/>
                      <a:pt x="3152" y="242"/>
                      <a:pt x="3393" y="229"/>
                    </a:cubicBezTo>
                    <a:lnTo>
                      <a:pt x="3474" y="215"/>
                    </a:lnTo>
                    <a:lnTo>
                      <a:pt x="3406" y="188"/>
                    </a:lnTo>
                    <a:cubicBezTo>
                      <a:pt x="3366" y="161"/>
                      <a:pt x="3246" y="108"/>
                      <a:pt x="3044" y="68"/>
                    </a:cubicBezTo>
                    <a:cubicBezTo>
                      <a:pt x="2897" y="27"/>
                      <a:pt x="2736" y="14"/>
                      <a:pt x="256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48"/>
              <p:cNvSpPr/>
              <p:nvPr/>
            </p:nvSpPr>
            <p:spPr>
              <a:xfrm>
                <a:off x="7092658" y="4258713"/>
                <a:ext cx="6899" cy="175632"/>
              </a:xfrm>
              <a:custGeom>
                <a:avLst/>
                <a:gdLst/>
                <a:ahLst/>
                <a:cxnLst/>
                <a:rect l="l" t="t" r="r" b="b"/>
                <a:pathLst>
                  <a:path w="68" h="1731" extrusionOk="0">
                    <a:moveTo>
                      <a:pt x="0" y="1"/>
                    </a:moveTo>
                    <a:lnTo>
                      <a:pt x="0" y="1731"/>
                    </a:lnTo>
                    <a:cubicBezTo>
                      <a:pt x="14" y="1731"/>
                      <a:pt x="27" y="1731"/>
                      <a:pt x="40" y="1718"/>
                    </a:cubicBezTo>
                    <a:cubicBezTo>
                      <a:pt x="67" y="1704"/>
                      <a:pt x="67" y="1664"/>
                      <a:pt x="67" y="1664"/>
                    </a:cubicBezTo>
                    <a:lnTo>
                      <a:pt x="67" y="81"/>
                    </a:lnTo>
                    <a:cubicBezTo>
                      <a:pt x="67" y="55"/>
                      <a:pt x="67" y="41"/>
                      <a:pt x="40" y="28"/>
                    </a:cubicBezTo>
                    <a:cubicBezTo>
                      <a:pt x="27" y="14"/>
                      <a:pt x="14" y="1"/>
                      <a:pt x="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48"/>
              <p:cNvSpPr/>
              <p:nvPr/>
            </p:nvSpPr>
            <p:spPr>
              <a:xfrm>
                <a:off x="6255795" y="4211127"/>
                <a:ext cx="557942" cy="51847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11" extrusionOk="0">
                    <a:moveTo>
                      <a:pt x="5445" y="54"/>
                    </a:moveTo>
                    <a:cubicBezTo>
                      <a:pt x="5445" y="68"/>
                      <a:pt x="5432" y="81"/>
                      <a:pt x="5418" y="94"/>
                    </a:cubicBezTo>
                    <a:cubicBezTo>
                      <a:pt x="5378" y="135"/>
                      <a:pt x="5351" y="161"/>
                      <a:pt x="5298" y="215"/>
                    </a:cubicBezTo>
                    <a:lnTo>
                      <a:pt x="5284" y="229"/>
                    </a:lnTo>
                    <a:lnTo>
                      <a:pt x="5298" y="242"/>
                    </a:lnTo>
                    <a:cubicBezTo>
                      <a:pt x="5298" y="242"/>
                      <a:pt x="5298" y="255"/>
                      <a:pt x="5298" y="255"/>
                    </a:cubicBezTo>
                    <a:cubicBezTo>
                      <a:pt x="5298" y="255"/>
                      <a:pt x="5284" y="269"/>
                      <a:pt x="5284" y="269"/>
                    </a:cubicBezTo>
                    <a:lnTo>
                      <a:pt x="5123" y="470"/>
                    </a:lnTo>
                    <a:lnTo>
                      <a:pt x="872" y="470"/>
                    </a:lnTo>
                    <a:lnTo>
                      <a:pt x="470" y="255"/>
                    </a:lnTo>
                    <a:lnTo>
                      <a:pt x="94" y="54"/>
                    </a:lnTo>
                    <a:close/>
                    <a:moveTo>
                      <a:pt x="0" y="1"/>
                    </a:moveTo>
                    <a:lnTo>
                      <a:pt x="0" y="41"/>
                    </a:lnTo>
                    <a:lnTo>
                      <a:pt x="859" y="510"/>
                    </a:lnTo>
                    <a:lnTo>
                      <a:pt x="5137" y="510"/>
                    </a:lnTo>
                    <a:lnTo>
                      <a:pt x="5325" y="282"/>
                    </a:lnTo>
                    <a:cubicBezTo>
                      <a:pt x="5325" y="282"/>
                      <a:pt x="5338" y="269"/>
                      <a:pt x="5338" y="255"/>
                    </a:cubicBezTo>
                    <a:cubicBezTo>
                      <a:pt x="5338" y="242"/>
                      <a:pt x="5338" y="242"/>
                      <a:pt x="5338" y="229"/>
                    </a:cubicBezTo>
                    <a:cubicBezTo>
                      <a:pt x="5378" y="188"/>
                      <a:pt x="5418" y="161"/>
                      <a:pt x="5445" y="121"/>
                    </a:cubicBezTo>
                    <a:cubicBezTo>
                      <a:pt x="5486" y="94"/>
                      <a:pt x="5499" y="68"/>
                      <a:pt x="5499" y="27"/>
                    </a:cubicBezTo>
                    <a:lnTo>
                      <a:pt x="5499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48"/>
              <p:cNvSpPr/>
              <p:nvPr/>
            </p:nvSpPr>
            <p:spPr>
              <a:xfrm>
                <a:off x="4576692" y="4030118"/>
                <a:ext cx="800133" cy="141642"/>
              </a:xfrm>
              <a:custGeom>
                <a:avLst/>
                <a:gdLst/>
                <a:ahLst/>
                <a:cxnLst/>
                <a:rect l="l" t="t" r="r" b="b"/>
                <a:pathLst>
                  <a:path w="7886" h="1396" extrusionOk="0">
                    <a:moveTo>
                      <a:pt x="287" y="56"/>
                    </a:moveTo>
                    <a:lnTo>
                      <a:pt x="1529" y="148"/>
                    </a:lnTo>
                    <a:lnTo>
                      <a:pt x="7819" y="953"/>
                    </a:lnTo>
                    <a:cubicBezTo>
                      <a:pt x="7819" y="966"/>
                      <a:pt x="7805" y="993"/>
                      <a:pt x="7792" y="1007"/>
                    </a:cubicBezTo>
                    <a:cubicBezTo>
                      <a:pt x="7779" y="1033"/>
                      <a:pt x="7752" y="1060"/>
                      <a:pt x="7725" y="1087"/>
                    </a:cubicBezTo>
                    <a:cubicBezTo>
                      <a:pt x="7618" y="1208"/>
                      <a:pt x="7457" y="1288"/>
                      <a:pt x="7242" y="1329"/>
                    </a:cubicBezTo>
                    <a:cubicBezTo>
                      <a:pt x="7175" y="1329"/>
                      <a:pt x="7121" y="1342"/>
                      <a:pt x="7054" y="1342"/>
                    </a:cubicBezTo>
                    <a:cubicBezTo>
                      <a:pt x="6987" y="1349"/>
                      <a:pt x="6917" y="1352"/>
                      <a:pt x="6841" y="1352"/>
                    </a:cubicBezTo>
                    <a:cubicBezTo>
                      <a:pt x="6766" y="1352"/>
                      <a:pt x="6686" y="1349"/>
                      <a:pt x="6598" y="1342"/>
                    </a:cubicBezTo>
                    <a:lnTo>
                      <a:pt x="6558" y="1342"/>
                    </a:lnTo>
                    <a:cubicBezTo>
                      <a:pt x="5981" y="1302"/>
                      <a:pt x="1770" y="390"/>
                      <a:pt x="496" y="108"/>
                    </a:cubicBezTo>
                    <a:lnTo>
                      <a:pt x="287" y="56"/>
                    </a:lnTo>
                    <a:close/>
                    <a:moveTo>
                      <a:pt x="0" y="1"/>
                    </a:moveTo>
                    <a:lnTo>
                      <a:pt x="0" y="41"/>
                    </a:lnTo>
                    <a:lnTo>
                      <a:pt x="483" y="148"/>
                    </a:lnTo>
                    <a:cubicBezTo>
                      <a:pt x="2119" y="497"/>
                      <a:pt x="5995" y="1342"/>
                      <a:pt x="6545" y="1382"/>
                    </a:cubicBezTo>
                    <a:lnTo>
                      <a:pt x="6598" y="1382"/>
                    </a:lnTo>
                    <a:cubicBezTo>
                      <a:pt x="6692" y="1396"/>
                      <a:pt x="6773" y="1396"/>
                      <a:pt x="6853" y="1396"/>
                    </a:cubicBezTo>
                    <a:cubicBezTo>
                      <a:pt x="6934" y="1396"/>
                      <a:pt x="6987" y="1396"/>
                      <a:pt x="7054" y="1382"/>
                    </a:cubicBezTo>
                    <a:cubicBezTo>
                      <a:pt x="7121" y="1382"/>
                      <a:pt x="7188" y="1369"/>
                      <a:pt x="7242" y="1369"/>
                    </a:cubicBezTo>
                    <a:cubicBezTo>
                      <a:pt x="7470" y="1329"/>
                      <a:pt x="7644" y="1248"/>
                      <a:pt x="7765" y="1114"/>
                    </a:cubicBezTo>
                    <a:cubicBezTo>
                      <a:pt x="7792" y="1087"/>
                      <a:pt x="7805" y="1060"/>
                      <a:pt x="7832" y="1033"/>
                    </a:cubicBezTo>
                    <a:cubicBezTo>
                      <a:pt x="7846" y="1007"/>
                      <a:pt x="7859" y="980"/>
                      <a:pt x="7872" y="940"/>
                    </a:cubicBezTo>
                    <a:lnTo>
                      <a:pt x="7886" y="913"/>
                    </a:lnTo>
                    <a:lnTo>
                      <a:pt x="1542" y="95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48"/>
              <p:cNvSpPr/>
              <p:nvPr/>
            </p:nvSpPr>
            <p:spPr>
              <a:xfrm>
                <a:off x="7098035" y="4266931"/>
                <a:ext cx="181111" cy="47687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470" extrusionOk="0">
                    <a:moveTo>
                      <a:pt x="229" y="41"/>
                    </a:moveTo>
                    <a:cubicBezTo>
                      <a:pt x="336" y="41"/>
                      <a:pt x="457" y="41"/>
                      <a:pt x="564" y="54"/>
                    </a:cubicBezTo>
                    <a:cubicBezTo>
                      <a:pt x="792" y="67"/>
                      <a:pt x="1020" y="94"/>
                      <a:pt x="1208" y="134"/>
                    </a:cubicBezTo>
                    <a:cubicBezTo>
                      <a:pt x="1396" y="188"/>
                      <a:pt x="1530" y="228"/>
                      <a:pt x="1610" y="269"/>
                    </a:cubicBezTo>
                    <a:cubicBezTo>
                      <a:pt x="1315" y="282"/>
                      <a:pt x="1033" y="295"/>
                      <a:pt x="765" y="322"/>
                    </a:cubicBezTo>
                    <a:cubicBezTo>
                      <a:pt x="510" y="349"/>
                      <a:pt x="269" y="389"/>
                      <a:pt x="41" y="416"/>
                    </a:cubicBezTo>
                    <a:lnTo>
                      <a:pt x="41" y="41"/>
                    </a:lnTo>
                    <a:close/>
                    <a:moveTo>
                      <a:pt x="1" y="0"/>
                    </a:moveTo>
                    <a:lnTo>
                      <a:pt x="1" y="470"/>
                    </a:lnTo>
                    <a:lnTo>
                      <a:pt x="28" y="456"/>
                    </a:lnTo>
                    <a:cubicBezTo>
                      <a:pt x="256" y="430"/>
                      <a:pt x="510" y="389"/>
                      <a:pt x="765" y="362"/>
                    </a:cubicBezTo>
                    <a:cubicBezTo>
                      <a:pt x="1060" y="336"/>
                      <a:pt x="1369" y="309"/>
                      <a:pt x="1704" y="295"/>
                    </a:cubicBezTo>
                    <a:lnTo>
                      <a:pt x="1785" y="295"/>
                    </a:lnTo>
                    <a:lnTo>
                      <a:pt x="1704" y="255"/>
                    </a:lnTo>
                    <a:cubicBezTo>
                      <a:pt x="1650" y="228"/>
                      <a:pt x="1503" y="161"/>
                      <a:pt x="1221" y="94"/>
                    </a:cubicBezTo>
                    <a:cubicBezTo>
                      <a:pt x="1020" y="54"/>
                      <a:pt x="805" y="27"/>
                      <a:pt x="564" y="14"/>
                    </a:cubicBezTo>
                    <a:cubicBezTo>
                      <a:pt x="457" y="0"/>
                      <a:pt x="336" y="0"/>
                      <a:pt x="2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48"/>
              <p:cNvSpPr/>
              <p:nvPr/>
            </p:nvSpPr>
            <p:spPr>
              <a:xfrm>
                <a:off x="6745656" y="4272410"/>
                <a:ext cx="65443" cy="21814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15" extrusionOk="0">
                    <a:moveTo>
                      <a:pt x="121" y="67"/>
                    </a:moveTo>
                    <a:lnTo>
                      <a:pt x="121" y="67"/>
                    </a:lnTo>
                    <a:cubicBezTo>
                      <a:pt x="242" y="80"/>
                      <a:pt x="443" y="121"/>
                      <a:pt x="537" y="161"/>
                    </a:cubicBezTo>
                    <a:cubicBezTo>
                      <a:pt x="523" y="161"/>
                      <a:pt x="497" y="174"/>
                      <a:pt x="470" y="174"/>
                    </a:cubicBezTo>
                    <a:cubicBezTo>
                      <a:pt x="376" y="161"/>
                      <a:pt x="309" y="148"/>
                      <a:pt x="255" y="121"/>
                    </a:cubicBezTo>
                    <a:cubicBezTo>
                      <a:pt x="175" y="94"/>
                      <a:pt x="134" y="80"/>
                      <a:pt x="121" y="67"/>
                    </a:cubicBezTo>
                    <a:close/>
                    <a:moveTo>
                      <a:pt x="0" y="0"/>
                    </a:moveTo>
                    <a:lnTo>
                      <a:pt x="94" y="94"/>
                    </a:lnTo>
                    <a:cubicBezTo>
                      <a:pt x="121" y="121"/>
                      <a:pt x="175" y="134"/>
                      <a:pt x="242" y="161"/>
                    </a:cubicBezTo>
                    <a:cubicBezTo>
                      <a:pt x="309" y="174"/>
                      <a:pt x="376" y="201"/>
                      <a:pt x="470" y="215"/>
                    </a:cubicBezTo>
                    <a:lnTo>
                      <a:pt x="483" y="215"/>
                    </a:lnTo>
                    <a:cubicBezTo>
                      <a:pt x="523" y="201"/>
                      <a:pt x="564" y="188"/>
                      <a:pt x="604" y="174"/>
                    </a:cubicBezTo>
                    <a:lnTo>
                      <a:pt x="644" y="174"/>
                    </a:lnTo>
                    <a:lnTo>
                      <a:pt x="617" y="148"/>
                    </a:lnTo>
                    <a:cubicBezTo>
                      <a:pt x="564" y="107"/>
                      <a:pt x="403" y="67"/>
                      <a:pt x="67" y="13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48"/>
              <p:cNvSpPr/>
              <p:nvPr/>
            </p:nvSpPr>
            <p:spPr>
              <a:xfrm>
                <a:off x="6751135" y="4275048"/>
                <a:ext cx="54485" cy="17857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76" extrusionOk="0">
                    <a:moveTo>
                      <a:pt x="0" y="1"/>
                    </a:moveTo>
                    <a:lnTo>
                      <a:pt x="54" y="54"/>
                    </a:lnTo>
                    <a:cubicBezTo>
                      <a:pt x="80" y="81"/>
                      <a:pt x="134" y="95"/>
                      <a:pt x="201" y="122"/>
                    </a:cubicBezTo>
                    <a:cubicBezTo>
                      <a:pt x="255" y="135"/>
                      <a:pt x="335" y="148"/>
                      <a:pt x="416" y="175"/>
                    </a:cubicBezTo>
                    <a:cubicBezTo>
                      <a:pt x="456" y="162"/>
                      <a:pt x="496" y="148"/>
                      <a:pt x="536" y="135"/>
                    </a:cubicBezTo>
                    <a:cubicBezTo>
                      <a:pt x="496" y="95"/>
                      <a:pt x="268" y="41"/>
                      <a:pt x="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48"/>
              <p:cNvSpPr/>
              <p:nvPr/>
            </p:nvSpPr>
            <p:spPr>
              <a:xfrm>
                <a:off x="6990586" y="4254654"/>
                <a:ext cx="147019" cy="1643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162" extrusionOk="0">
                    <a:moveTo>
                      <a:pt x="269" y="41"/>
                    </a:moveTo>
                    <a:cubicBezTo>
                      <a:pt x="228" y="41"/>
                      <a:pt x="175" y="41"/>
                      <a:pt x="121" y="54"/>
                    </a:cubicBezTo>
                    <a:lnTo>
                      <a:pt x="108" y="41"/>
                    </a:lnTo>
                    <a:close/>
                    <a:moveTo>
                      <a:pt x="1395" y="41"/>
                    </a:moveTo>
                    <a:cubicBezTo>
                      <a:pt x="1395" y="54"/>
                      <a:pt x="1382" y="68"/>
                      <a:pt x="1368" y="81"/>
                    </a:cubicBezTo>
                    <a:cubicBezTo>
                      <a:pt x="1355" y="95"/>
                      <a:pt x="1341" y="108"/>
                      <a:pt x="1341" y="121"/>
                    </a:cubicBezTo>
                    <a:lnTo>
                      <a:pt x="1100" y="121"/>
                    </a:lnTo>
                    <a:cubicBezTo>
                      <a:pt x="1100" y="95"/>
                      <a:pt x="1087" y="68"/>
                      <a:pt x="1060" y="41"/>
                    </a:cubicBezTo>
                    <a:close/>
                    <a:moveTo>
                      <a:pt x="0" y="1"/>
                    </a:moveTo>
                    <a:lnTo>
                      <a:pt x="0" y="41"/>
                    </a:lnTo>
                    <a:cubicBezTo>
                      <a:pt x="54" y="54"/>
                      <a:pt x="94" y="81"/>
                      <a:pt x="108" y="95"/>
                    </a:cubicBezTo>
                    <a:lnTo>
                      <a:pt x="121" y="95"/>
                    </a:lnTo>
                    <a:cubicBezTo>
                      <a:pt x="403" y="81"/>
                      <a:pt x="698" y="68"/>
                      <a:pt x="1006" y="68"/>
                    </a:cubicBezTo>
                    <a:cubicBezTo>
                      <a:pt x="1020" y="68"/>
                      <a:pt x="1033" y="68"/>
                      <a:pt x="1033" y="81"/>
                    </a:cubicBezTo>
                    <a:cubicBezTo>
                      <a:pt x="1046" y="95"/>
                      <a:pt x="1060" y="108"/>
                      <a:pt x="1060" y="121"/>
                    </a:cubicBezTo>
                    <a:lnTo>
                      <a:pt x="1060" y="162"/>
                    </a:lnTo>
                    <a:lnTo>
                      <a:pt x="1355" y="162"/>
                    </a:lnTo>
                    <a:lnTo>
                      <a:pt x="1368" y="148"/>
                    </a:lnTo>
                    <a:lnTo>
                      <a:pt x="1409" y="121"/>
                    </a:lnTo>
                    <a:cubicBezTo>
                      <a:pt x="1435" y="81"/>
                      <a:pt x="1449" y="54"/>
                      <a:pt x="1449" y="14"/>
                    </a:cubicBezTo>
                    <a:lnTo>
                      <a:pt x="1449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48"/>
              <p:cNvSpPr/>
              <p:nvPr/>
            </p:nvSpPr>
            <p:spPr>
              <a:xfrm>
                <a:off x="6423107" y="4258713"/>
                <a:ext cx="371657" cy="47789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471" extrusionOk="0">
                    <a:moveTo>
                      <a:pt x="2321" y="41"/>
                    </a:moveTo>
                    <a:cubicBezTo>
                      <a:pt x="2482" y="68"/>
                      <a:pt x="2683" y="108"/>
                      <a:pt x="2884" y="135"/>
                    </a:cubicBezTo>
                    <a:cubicBezTo>
                      <a:pt x="3005" y="148"/>
                      <a:pt x="3126" y="162"/>
                      <a:pt x="3233" y="189"/>
                    </a:cubicBezTo>
                    <a:lnTo>
                      <a:pt x="3273" y="229"/>
                    </a:lnTo>
                    <a:cubicBezTo>
                      <a:pt x="3300" y="256"/>
                      <a:pt x="3354" y="283"/>
                      <a:pt x="3434" y="296"/>
                    </a:cubicBezTo>
                    <a:cubicBezTo>
                      <a:pt x="3461" y="309"/>
                      <a:pt x="3515" y="323"/>
                      <a:pt x="3568" y="336"/>
                    </a:cubicBezTo>
                    <a:cubicBezTo>
                      <a:pt x="3474" y="363"/>
                      <a:pt x="3407" y="390"/>
                      <a:pt x="3381" y="403"/>
                    </a:cubicBezTo>
                    <a:cubicBezTo>
                      <a:pt x="3367" y="417"/>
                      <a:pt x="3354" y="417"/>
                      <a:pt x="3354" y="417"/>
                    </a:cubicBezTo>
                    <a:lnTo>
                      <a:pt x="806" y="417"/>
                    </a:lnTo>
                    <a:lnTo>
                      <a:pt x="95" y="41"/>
                    </a:lnTo>
                    <a:close/>
                    <a:moveTo>
                      <a:pt x="14" y="1"/>
                    </a:moveTo>
                    <a:lnTo>
                      <a:pt x="1" y="41"/>
                    </a:lnTo>
                    <a:lnTo>
                      <a:pt x="792" y="470"/>
                    </a:lnTo>
                    <a:lnTo>
                      <a:pt x="3367" y="470"/>
                    </a:lnTo>
                    <a:lnTo>
                      <a:pt x="3367" y="457"/>
                    </a:lnTo>
                    <a:lnTo>
                      <a:pt x="3381" y="457"/>
                    </a:lnTo>
                    <a:cubicBezTo>
                      <a:pt x="3381" y="443"/>
                      <a:pt x="3394" y="443"/>
                      <a:pt x="3394" y="443"/>
                    </a:cubicBezTo>
                    <a:cubicBezTo>
                      <a:pt x="3434" y="430"/>
                      <a:pt x="3515" y="390"/>
                      <a:pt x="3662" y="350"/>
                    </a:cubicBezTo>
                    <a:lnTo>
                      <a:pt x="3662" y="309"/>
                    </a:lnTo>
                    <a:cubicBezTo>
                      <a:pt x="3568" y="296"/>
                      <a:pt x="3488" y="269"/>
                      <a:pt x="3434" y="256"/>
                    </a:cubicBezTo>
                    <a:cubicBezTo>
                      <a:pt x="3354" y="229"/>
                      <a:pt x="3313" y="215"/>
                      <a:pt x="3300" y="202"/>
                    </a:cubicBezTo>
                    <a:lnTo>
                      <a:pt x="3246" y="148"/>
                    </a:lnTo>
                    <a:cubicBezTo>
                      <a:pt x="3126" y="122"/>
                      <a:pt x="3005" y="108"/>
                      <a:pt x="2884" y="95"/>
                    </a:cubicBezTo>
                    <a:cubicBezTo>
                      <a:pt x="2697" y="55"/>
                      <a:pt x="2495" y="28"/>
                      <a:pt x="233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1" name="Google Shape;2541;p48"/>
            <p:cNvGrpSpPr/>
            <p:nvPr/>
          </p:nvGrpSpPr>
          <p:grpSpPr>
            <a:xfrm>
              <a:off x="7533675" y="3088023"/>
              <a:ext cx="222300" cy="1173375"/>
              <a:chOff x="7533675" y="3088023"/>
              <a:chExt cx="222300" cy="1173375"/>
            </a:xfrm>
          </p:grpSpPr>
          <p:cxnSp>
            <p:nvCxnSpPr>
              <p:cNvPr id="2542" name="Google Shape;2542;p48"/>
              <p:cNvCxnSpPr/>
              <p:nvPr/>
            </p:nvCxnSpPr>
            <p:spPr>
              <a:xfrm>
                <a:off x="7533675" y="3088023"/>
                <a:ext cx="0" cy="117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543" name="Google Shape;2543;p48"/>
              <p:cNvCxnSpPr/>
              <p:nvPr/>
            </p:nvCxnSpPr>
            <p:spPr>
              <a:xfrm>
                <a:off x="7533675" y="4261398"/>
                <a:ext cx="222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4" name="Google Shape;2544;p48"/>
              <p:cNvCxnSpPr/>
              <p:nvPr/>
            </p:nvCxnSpPr>
            <p:spPr>
              <a:xfrm>
                <a:off x="7680618" y="3088023"/>
                <a:ext cx="0" cy="7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545" name="Google Shape;2545;p48"/>
              <p:cNvCxnSpPr/>
              <p:nvPr/>
            </p:nvCxnSpPr>
            <p:spPr>
              <a:xfrm>
                <a:off x="7533675" y="3854009"/>
                <a:ext cx="196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6" name="Google Shape;2546;p48"/>
              <p:cNvCxnSpPr/>
              <p:nvPr/>
            </p:nvCxnSpPr>
            <p:spPr>
              <a:xfrm>
                <a:off x="7533675" y="3088648"/>
                <a:ext cx="222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547" name="Google Shape;2547;p48"/>
          <p:cNvGrpSpPr/>
          <p:nvPr/>
        </p:nvGrpSpPr>
        <p:grpSpPr>
          <a:xfrm>
            <a:off x="-2545565" y="450839"/>
            <a:ext cx="4261933" cy="1237031"/>
            <a:chOff x="-2545565" y="450839"/>
            <a:chExt cx="4261933" cy="1237031"/>
          </a:xfrm>
        </p:grpSpPr>
        <p:grpSp>
          <p:nvGrpSpPr>
            <p:cNvPr id="2548" name="Google Shape;2548;p48"/>
            <p:cNvGrpSpPr/>
            <p:nvPr/>
          </p:nvGrpSpPr>
          <p:grpSpPr>
            <a:xfrm>
              <a:off x="-2545565" y="450839"/>
              <a:ext cx="4261932" cy="1237031"/>
              <a:chOff x="4420135" y="3295326"/>
              <a:chExt cx="4261932" cy="1237031"/>
            </a:xfrm>
          </p:grpSpPr>
          <p:sp>
            <p:nvSpPr>
              <p:cNvPr id="2549" name="Google Shape;2549;p48"/>
              <p:cNvSpPr/>
              <p:nvPr/>
            </p:nvSpPr>
            <p:spPr>
              <a:xfrm>
                <a:off x="8053305" y="4058730"/>
                <a:ext cx="84417" cy="157977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557" extrusionOk="0">
                    <a:moveTo>
                      <a:pt x="751" y="41"/>
                    </a:moveTo>
                    <a:cubicBezTo>
                      <a:pt x="751" y="41"/>
                      <a:pt x="765" y="41"/>
                      <a:pt x="778" y="54"/>
                    </a:cubicBezTo>
                    <a:cubicBezTo>
                      <a:pt x="792" y="54"/>
                      <a:pt x="792" y="68"/>
                      <a:pt x="792" y="81"/>
                    </a:cubicBezTo>
                    <a:lnTo>
                      <a:pt x="792" y="1462"/>
                    </a:lnTo>
                    <a:cubicBezTo>
                      <a:pt x="792" y="1476"/>
                      <a:pt x="792" y="1489"/>
                      <a:pt x="778" y="1489"/>
                    </a:cubicBezTo>
                    <a:cubicBezTo>
                      <a:pt x="765" y="1503"/>
                      <a:pt x="765" y="1503"/>
                      <a:pt x="751" y="1503"/>
                    </a:cubicBezTo>
                    <a:lnTo>
                      <a:pt x="81" y="1503"/>
                    </a:lnTo>
                    <a:cubicBezTo>
                      <a:pt x="67" y="1503"/>
                      <a:pt x="67" y="1503"/>
                      <a:pt x="54" y="1489"/>
                    </a:cubicBezTo>
                    <a:cubicBezTo>
                      <a:pt x="41" y="1489"/>
                      <a:pt x="41" y="1476"/>
                      <a:pt x="41" y="1462"/>
                    </a:cubicBezTo>
                    <a:lnTo>
                      <a:pt x="41" y="81"/>
                    </a:lnTo>
                    <a:cubicBezTo>
                      <a:pt x="41" y="68"/>
                      <a:pt x="41" y="54"/>
                      <a:pt x="54" y="54"/>
                    </a:cubicBezTo>
                    <a:cubicBezTo>
                      <a:pt x="67" y="41"/>
                      <a:pt x="67" y="41"/>
                      <a:pt x="81" y="41"/>
                    </a:cubicBezTo>
                    <a:close/>
                    <a:moveTo>
                      <a:pt x="81" y="0"/>
                    </a:moveTo>
                    <a:cubicBezTo>
                      <a:pt x="67" y="0"/>
                      <a:pt x="41" y="0"/>
                      <a:pt x="27" y="27"/>
                    </a:cubicBezTo>
                    <a:cubicBezTo>
                      <a:pt x="0" y="41"/>
                      <a:pt x="0" y="68"/>
                      <a:pt x="0" y="81"/>
                    </a:cubicBezTo>
                    <a:lnTo>
                      <a:pt x="0" y="1462"/>
                    </a:lnTo>
                    <a:cubicBezTo>
                      <a:pt x="0" y="1489"/>
                      <a:pt x="0" y="1503"/>
                      <a:pt x="27" y="1529"/>
                    </a:cubicBezTo>
                    <a:cubicBezTo>
                      <a:pt x="41" y="1543"/>
                      <a:pt x="67" y="1556"/>
                      <a:pt x="81" y="1556"/>
                    </a:cubicBezTo>
                    <a:lnTo>
                      <a:pt x="751" y="1556"/>
                    </a:lnTo>
                    <a:cubicBezTo>
                      <a:pt x="765" y="1556"/>
                      <a:pt x="792" y="1543"/>
                      <a:pt x="805" y="1529"/>
                    </a:cubicBezTo>
                    <a:cubicBezTo>
                      <a:pt x="832" y="1503"/>
                      <a:pt x="832" y="1489"/>
                      <a:pt x="832" y="1462"/>
                    </a:cubicBezTo>
                    <a:lnTo>
                      <a:pt x="832" y="81"/>
                    </a:lnTo>
                    <a:cubicBezTo>
                      <a:pt x="832" y="68"/>
                      <a:pt x="832" y="41"/>
                      <a:pt x="805" y="27"/>
                    </a:cubicBezTo>
                    <a:cubicBezTo>
                      <a:pt x="792" y="0"/>
                      <a:pt x="765" y="0"/>
                      <a:pt x="75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48"/>
              <p:cNvSpPr/>
              <p:nvPr/>
            </p:nvSpPr>
            <p:spPr>
              <a:xfrm>
                <a:off x="8128184" y="4128130"/>
                <a:ext cx="4160" cy="10958"/>
              </a:xfrm>
              <a:custGeom>
                <a:avLst/>
                <a:gdLst/>
                <a:ahLst/>
                <a:cxnLst/>
                <a:rect l="l" t="t" r="r" b="b"/>
                <a:pathLst>
                  <a:path w="41" h="108" extrusionOk="0">
                    <a:moveTo>
                      <a:pt x="13" y="108"/>
                    </a:moveTo>
                    <a:lnTo>
                      <a:pt x="27" y="108"/>
                    </a:lnTo>
                    <a:cubicBezTo>
                      <a:pt x="27" y="108"/>
                      <a:pt x="27" y="108"/>
                      <a:pt x="27" y="108"/>
                    </a:cubicBezTo>
                    <a:cubicBezTo>
                      <a:pt x="40" y="108"/>
                      <a:pt x="40" y="94"/>
                      <a:pt x="40" y="94"/>
                    </a:cubicBezTo>
                    <a:lnTo>
                      <a:pt x="40" y="14"/>
                    </a:lnTo>
                    <a:cubicBezTo>
                      <a:pt x="40" y="14"/>
                      <a:pt x="40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lnTo>
                      <a:pt x="13" y="0"/>
                    </a:lnTo>
                    <a:cubicBezTo>
                      <a:pt x="13" y="0"/>
                      <a:pt x="13" y="0"/>
                      <a:pt x="0" y="0"/>
                    </a:cubicBezTo>
                    <a:cubicBezTo>
                      <a:pt x="0" y="0"/>
                      <a:pt x="0" y="14"/>
                      <a:pt x="0" y="14"/>
                    </a:cubicBezTo>
                    <a:lnTo>
                      <a:pt x="0" y="94"/>
                    </a:lnTo>
                    <a:cubicBezTo>
                      <a:pt x="0" y="94"/>
                      <a:pt x="0" y="108"/>
                      <a:pt x="0" y="108"/>
                    </a:cubicBezTo>
                    <a:cubicBezTo>
                      <a:pt x="13" y="108"/>
                      <a:pt x="13" y="108"/>
                      <a:pt x="13" y="10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48"/>
              <p:cNvSpPr/>
              <p:nvPr/>
            </p:nvSpPr>
            <p:spPr>
              <a:xfrm>
                <a:off x="7503581" y="4057411"/>
                <a:ext cx="84417" cy="15787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556" extrusionOk="0">
                    <a:moveTo>
                      <a:pt x="751" y="54"/>
                    </a:moveTo>
                    <a:cubicBezTo>
                      <a:pt x="765" y="54"/>
                      <a:pt x="765" y="54"/>
                      <a:pt x="778" y="67"/>
                    </a:cubicBezTo>
                    <a:cubicBezTo>
                      <a:pt x="792" y="67"/>
                      <a:pt x="792" y="81"/>
                      <a:pt x="792" y="94"/>
                    </a:cubicBezTo>
                    <a:lnTo>
                      <a:pt x="792" y="1475"/>
                    </a:lnTo>
                    <a:cubicBezTo>
                      <a:pt x="792" y="1489"/>
                      <a:pt x="792" y="1489"/>
                      <a:pt x="778" y="1502"/>
                    </a:cubicBezTo>
                    <a:cubicBezTo>
                      <a:pt x="778" y="1516"/>
                      <a:pt x="765" y="1516"/>
                      <a:pt x="751" y="1516"/>
                    </a:cubicBezTo>
                    <a:lnTo>
                      <a:pt x="94" y="1516"/>
                    </a:lnTo>
                    <a:cubicBezTo>
                      <a:pt x="81" y="1516"/>
                      <a:pt x="67" y="1516"/>
                      <a:pt x="54" y="1502"/>
                    </a:cubicBezTo>
                    <a:cubicBezTo>
                      <a:pt x="41" y="1489"/>
                      <a:pt x="41" y="1489"/>
                      <a:pt x="41" y="1462"/>
                    </a:cubicBezTo>
                    <a:lnTo>
                      <a:pt x="41" y="94"/>
                    </a:lnTo>
                    <a:cubicBezTo>
                      <a:pt x="41" y="81"/>
                      <a:pt x="41" y="67"/>
                      <a:pt x="54" y="67"/>
                    </a:cubicBezTo>
                    <a:cubicBezTo>
                      <a:pt x="67" y="54"/>
                      <a:pt x="81" y="54"/>
                      <a:pt x="94" y="54"/>
                    </a:cubicBezTo>
                    <a:close/>
                    <a:moveTo>
                      <a:pt x="94" y="0"/>
                    </a:moveTo>
                    <a:cubicBezTo>
                      <a:pt x="67" y="0"/>
                      <a:pt x="41" y="13"/>
                      <a:pt x="27" y="27"/>
                    </a:cubicBezTo>
                    <a:cubicBezTo>
                      <a:pt x="14" y="54"/>
                      <a:pt x="0" y="67"/>
                      <a:pt x="0" y="94"/>
                    </a:cubicBezTo>
                    <a:lnTo>
                      <a:pt x="0" y="1475"/>
                    </a:lnTo>
                    <a:cubicBezTo>
                      <a:pt x="0" y="1489"/>
                      <a:pt x="14" y="1516"/>
                      <a:pt x="27" y="1529"/>
                    </a:cubicBezTo>
                    <a:cubicBezTo>
                      <a:pt x="41" y="1556"/>
                      <a:pt x="67" y="1556"/>
                      <a:pt x="94" y="1556"/>
                    </a:cubicBezTo>
                    <a:lnTo>
                      <a:pt x="751" y="1556"/>
                    </a:lnTo>
                    <a:cubicBezTo>
                      <a:pt x="765" y="1556"/>
                      <a:pt x="792" y="1556"/>
                      <a:pt x="805" y="1529"/>
                    </a:cubicBezTo>
                    <a:cubicBezTo>
                      <a:pt x="832" y="1516"/>
                      <a:pt x="832" y="1489"/>
                      <a:pt x="832" y="1475"/>
                    </a:cubicBezTo>
                    <a:lnTo>
                      <a:pt x="832" y="94"/>
                    </a:lnTo>
                    <a:cubicBezTo>
                      <a:pt x="832" y="67"/>
                      <a:pt x="832" y="54"/>
                      <a:pt x="805" y="27"/>
                    </a:cubicBezTo>
                    <a:cubicBezTo>
                      <a:pt x="792" y="13"/>
                      <a:pt x="765" y="0"/>
                      <a:pt x="75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48"/>
              <p:cNvSpPr/>
              <p:nvPr/>
            </p:nvSpPr>
            <p:spPr>
              <a:xfrm>
                <a:off x="7578359" y="4128130"/>
                <a:ext cx="4261" cy="10958"/>
              </a:xfrm>
              <a:custGeom>
                <a:avLst/>
                <a:gdLst/>
                <a:ahLst/>
                <a:cxnLst/>
                <a:rect l="l" t="t" r="r" b="b"/>
                <a:pathLst>
                  <a:path w="42" h="108" extrusionOk="0">
                    <a:moveTo>
                      <a:pt x="14" y="108"/>
                    </a:moveTo>
                    <a:lnTo>
                      <a:pt x="28" y="108"/>
                    </a:lnTo>
                    <a:cubicBezTo>
                      <a:pt x="28" y="108"/>
                      <a:pt x="28" y="108"/>
                      <a:pt x="28" y="108"/>
                    </a:cubicBezTo>
                    <a:cubicBezTo>
                      <a:pt x="41" y="108"/>
                      <a:pt x="41" y="94"/>
                      <a:pt x="41" y="94"/>
                    </a:cubicBezTo>
                    <a:lnTo>
                      <a:pt x="41" y="14"/>
                    </a:lnTo>
                    <a:cubicBezTo>
                      <a:pt x="41" y="14"/>
                      <a:pt x="41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lnTo>
                      <a:pt x="14" y="0"/>
                    </a:lnTo>
                    <a:cubicBezTo>
                      <a:pt x="14" y="0"/>
                      <a:pt x="14" y="0"/>
                      <a:pt x="1" y="0"/>
                    </a:cubicBezTo>
                    <a:cubicBezTo>
                      <a:pt x="1" y="0"/>
                      <a:pt x="1" y="0"/>
                      <a:pt x="1" y="14"/>
                    </a:cubicBezTo>
                    <a:lnTo>
                      <a:pt x="1" y="94"/>
                    </a:lnTo>
                    <a:cubicBezTo>
                      <a:pt x="1" y="94"/>
                      <a:pt x="1" y="108"/>
                      <a:pt x="1" y="108"/>
                    </a:cubicBezTo>
                    <a:cubicBezTo>
                      <a:pt x="14" y="108"/>
                      <a:pt x="14" y="108"/>
                      <a:pt x="14" y="10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48"/>
              <p:cNvSpPr/>
              <p:nvPr/>
            </p:nvSpPr>
            <p:spPr>
              <a:xfrm>
                <a:off x="5474737" y="4057411"/>
                <a:ext cx="85837" cy="157876"/>
              </a:xfrm>
              <a:custGeom>
                <a:avLst/>
                <a:gdLst/>
                <a:ahLst/>
                <a:cxnLst/>
                <a:rect l="l" t="t" r="r" b="b"/>
                <a:pathLst>
                  <a:path w="846" h="1556" extrusionOk="0">
                    <a:moveTo>
                      <a:pt x="751" y="54"/>
                    </a:moveTo>
                    <a:cubicBezTo>
                      <a:pt x="765" y="54"/>
                      <a:pt x="778" y="54"/>
                      <a:pt x="792" y="67"/>
                    </a:cubicBezTo>
                    <a:cubicBezTo>
                      <a:pt x="792" y="67"/>
                      <a:pt x="805" y="81"/>
                      <a:pt x="805" y="94"/>
                    </a:cubicBezTo>
                    <a:lnTo>
                      <a:pt x="805" y="1462"/>
                    </a:lnTo>
                    <a:cubicBezTo>
                      <a:pt x="805" y="1475"/>
                      <a:pt x="792" y="1489"/>
                      <a:pt x="792" y="1502"/>
                    </a:cubicBezTo>
                    <a:cubicBezTo>
                      <a:pt x="778" y="1516"/>
                      <a:pt x="765" y="1516"/>
                      <a:pt x="751" y="1516"/>
                    </a:cubicBezTo>
                    <a:lnTo>
                      <a:pt x="94" y="1516"/>
                    </a:lnTo>
                    <a:cubicBezTo>
                      <a:pt x="81" y="1516"/>
                      <a:pt x="67" y="1516"/>
                      <a:pt x="67" y="1502"/>
                    </a:cubicBezTo>
                    <a:cubicBezTo>
                      <a:pt x="54" y="1489"/>
                      <a:pt x="54" y="1475"/>
                      <a:pt x="54" y="1462"/>
                    </a:cubicBezTo>
                    <a:lnTo>
                      <a:pt x="54" y="94"/>
                    </a:lnTo>
                    <a:cubicBezTo>
                      <a:pt x="54" y="81"/>
                      <a:pt x="54" y="67"/>
                      <a:pt x="67" y="67"/>
                    </a:cubicBezTo>
                    <a:cubicBezTo>
                      <a:pt x="67" y="54"/>
                      <a:pt x="81" y="54"/>
                      <a:pt x="94" y="54"/>
                    </a:cubicBezTo>
                    <a:close/>
                    <a:moveTo>
                      <a:pt x="94" y="0"/>
                    </a:moveTo>
                    <a:cubicBezTo>
                      <a:pt x="67" y="0"/>
                      <a:pt x="54" y="13"/>
                      <a:pt x="27" y="27"/>
                    </a:cubicBezTo>
                    <a:cubicBezTo>
                      <a:pt x="14" y="54"/>
                      <a:pt x="0" y="67"/>
                      <a:pt x="0" y="94"/>
                    </a:cubicBezTo>
                    <a:lnTo>
                      <a:pt x="0" y="1475"/>
                    </a:lnTo>
                    <a:cubicBezTo>
                      <a:pt x="0" y="1489"/>
                      <a:pt x="14" y="1516"/>
                      <a:pt x="27" y="1529"/>
                    </a:cubicBezTo>
                    <a:cubicBezTo>
                      <a:pt x="54" y="1556"/>
                      <a:pt x="67" y="1556"/>
                      <a:pt x="94" y="1556"/>
                    </a:cubicBezTo>
                    <a:lnTo>
                      <a:pt x="751" y="1556"/>
                    </a:lnTo>
                    <a:cubicBezTo>
                      <a:pt x="778" y="1556"/>
                      <a:pt x="805" y="1556"/>
                      <a:pt x="818" y="1529"/>
                    </a:cubicBezTo>
                    <a:cubicBezTo>
                      <a:pt x="832" y="1516"/>
                      <a:pt x="845" y="1489"/>
                      <a:pt x="845" y="1475"/>
                    </a:cubicBezTo>
                    <a:lnTo>
                      <a:pt x="845" y="94"/>
                    </a:lnTo>
                    <a:cubicBezTo>
                      <a:pt x="845" y="67"/>
                      <a:pt x="832" y="54"/>
                      <a:pt x="818" y="27"/>
                    </a:cubicBezTo>
                    <a:cubicBezTo>
                      <a:pt x="805" y="13"/>
                      <a:pt x="778" y="0"/>
                      <a:pt x="75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48"/>
              <p:cNvSpPr/>
              <p:nvPr/>
            </p:nvSpPr>
            <p:spPr>
              <a:xfrm>
                <a:off x="5550935" y="4128130"/>
                <a:ext cx="2841" cy="10958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8" extrusionOk="0">
                    <a:moveTo>
                      <a:pt x="0" y="108"/>
                    </a:moveTo>
                    <a:lnTo>
                      <a:pt x="14" y="108"/>
                    </a:lnTo>
                    <a:cubicBezTo>
                      <a:pt x="14" y="108"/>
                      <a:pt x="27" y="108"/>
                      <a:pt x="27" y="108"/>
                    </a:cubicBezTo>
                    <a:cubicBezTo>
                      <a:pt x="27" y="94"/>
                      <a:pt x="27" y="94"/>
                      <a:pt x="27" y="94"/>
                    </a:cubicBezTo>
                    <a:lnTo>
                      <a:pt x="27" y="14"/>
                    </a:lnTo>
                    <a:cubicBezTo>
                      <a:pt x="27" y="14"/>
                      <a:pt x="27" y="0"/>
                      <a:pt x="27" y="0"/>
                    </a:cubicBezTo>
                    <a:cubicBezTo>
                      <a:pt x="27" y="0"/>
                      <a:pt x="27" y="0"/>
                      <a:pt x="14" y="0"/>
                    </a:cubicBez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4"/>
                    </a:cubicBezTo>
                    <a:lnTo>
                      <a:pt x="0" y="94"/>
                    </a:lnTo>
                    <a:cubicBezTo>
                      <a:pt x="0" y="94"/>
                      <a:pt x="0" y="108"/>
                      <a:pt x="0" y="108"/>
                    </a:cubicBezTo>
                    <a:cubicBezTo>
                      <a:pt x="0" y="108"/>
                      <a:pt x="0" y="108"/>
                      <a:pt x="0" y="10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48"/>
              <p:cNvSpPr/>
              <p:nvPr/>
            </p:nvSpPr>
            <p:spPr>
              <a:xfrm>
                <a:off x="7668254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61" y="14"/>
                    </a:moveTo>
                    <a:cubicBezTo>
                      <a:pt x="174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88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13" y="349"/>
                      <a:pt x="13" y="335"/>
                      <a:pt x="13" y="322"/>
                    </a:cubicBezTo>
                    <a:lnTo>
                      <a:pt x="13" y="67"/>
                    </a:lnTo>
                    <a:cubicBezTo>
                      <a:pt x="13" y="54"/>
                      <a:pt x="13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3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3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1" y="335"/>
                      <a:pt x="241" y="322"/>
                    </a:cubicBezTo>
                    <a:lnTo>
                      <a:pt x="241" y="67"/>
                    </a:lnTo>
                    <a:cubicBezTo>
                      <a:pt x="241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48"/>
              <p:cNvSpPr/>
              <p:nvPr/>
            </p:nvSpPr>
            <p:spPr>
              <a:xfrm>
                <a:off x="7707622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6" y="40"/>
                      <a:pt x="216" y="54"/>
                      <a:pt x="216" y="67"/>
                    </a:cubicBezTo>
                    <a:lnTo>
                      <a:pt x="216" y="322"/>
                    </a:lnTo>
                    <a:cubicBezTo>
                      <a:pt x="216" y="335"/>
                      <a:pt x="216" y="349"/>
                      <a:pt x="202" y="362"/>
                    </a:cubicBezTo>
                    <a:cubicBezTo>
                      <a:pt x="189" y="376"/>
                      <a:pt x="175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41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41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6" y="376"/>
                    </a:cubicBezTo>
                    <a:cubicBezTo>
                      <a:pt x="229" y="362"/>
                      <a:pt x="229" y="335"/>
                      <a:pt x="229" y="322"/>
                    </a:cubicBezTo>
                    <a:lnTo>
                      <a:pt x="229" y="67"/>
                    </a:lnTo>
                    <a:cubicBezTo>
                      <a:pt x="229" y="54"/>
                      <a:pt x="229" y="40"/>
                      <a:pt x="216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48"/>
              <p:cNvSpPr/>
              <p:nvPr/>
            </p:nvSpPr>
            <p:spPr>
              <a:xfrm>
                <a:off x="7745772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48"/>
              <p:cNvSpPr/>
              <p:nvPr/>
            </p:nvSpPr>
            <p:spPr>
              <a:xfrm>
                <a:off x="7785241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02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02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2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48"/>
              <p:cNvSpPr/>
              <p:nvPr/>
            </p:nvSpPr>
            <p:spPr>
              <a:xfrm>
                <a:off x="7824710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188" y="376"/>
                      <a:pt x="188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2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48"/>
              <p:cNvSpPr/>
              <p:nvPr/>
            </p:nvSpPr>
            <p:spPr>
              <a:xfrm>
                <a:off x="7902227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15" y="40"/>
                    </a:cubicBezTo>
                    <a:cubicBezTo>
                      <a:pt x="229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29" y="349"/>
                      <a:pt x="215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81" y="376"/>
                    </a:lnTo>
                    <a:cubicBezTo>
                      <a:pt x="68" y="376"/>
                      <a:pt x="54" y="376"/>
                      <a:pt x="41" y="362"/>
                    </a:cubicBezTo>
                    <a:cubicBezTo>
                      <a:pt x="28" y="349"/>
                      <a:pt x="28" y="335"/>
                      <a:pt x="28" y="322"/>
                    </a:cubicBezTo>
                    <a:lnTo>
                      <a:pt x="28" y="67"/>
                    </a:lnTo>
                    <a:cubicBezTo>
                      <a:pt x="28" y="54"/>
                      <a:pt x="28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9" y="389"/>
                      <a:pt x="215" y="389"/>
                      <a:pt x="229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9" y="27"/>
                    </a:cubicBezTo>
                    <a:cubicBezTo>
                      <a:pt x="215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48"/>
              <p:cNvSpPr/>
              <p:nvPr/>
            </p:nvSpPr>
            <p:spPr>
              <a:xfrm>
                <a:off x="7941696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8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8" y="40"/>
                      <a:pt x="41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48"/>
              <p:cNvSpPr/>
              <p:nvPr/>
            </p:nvSpPr>
            <p:spPr>
              <a:xfrm>
                <a:off x="7981165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14" y="376"/>
                    </a:cubicBezTo>
                    <a:cubicBezTo>
                      <a:pt x="27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02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48"/>
              <p:cNvSpPr/>
              <p:nvPr/>
            </p:nvSpPr>
            <p:spPr>
              <a:xfrm>
                <a:off x="8245170" y="4104997"/>
                <a:ext cx="30033" cy="50427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97" extrusionOk="0">
                    <a:moveTo>
                      <a:pt x="215" y="27"/>
                    </a:moveTo>
                    <a:cubicBezTo>
                      <a:pt x="228" y="27"/>
                      <a:pt x="242" y="41"/>
                      <a:pt x="255" y="41"/>
                    </a:cubicBezTo>
                    <a:cubicBezTo>
                      <a:pt x="269" y="54"/>
                      <a:pt x="269" y="81"/>
                      <a:pt x="269" y="94"/>
                    </a:cubicBezTo>
                    <a:lnTo>
                      <a:pt x="269" y="403"/>
                    </a:lnTo>
                    <a:cubicBezTo>
                      <a:pt x="269" y="430"/>
                      <a:pt x="269" y="443"/>
                      <a:pt x="255" y="456"/>
                    </a:cubicBezTo>
                    <a:cubicBezTo>
                      <a:pt x="242" y="470"/>
                      <a:pt x="228" y="470"/>
                      <a:pt x="215" y="470"/>
                    </a:cubicBezTo>
                    <a:lnTo>
                      <a:pt x="81" y="470"/>
                    </a:lnTo>
                    <a:cubicBezTo>
                      <a:pt x="67" y="470"/>
                      <a:pt x="54" y="470"/>
                      <a:pt x="41" y="456"/>
                    </a:cubicBezTo>
                    <a:cubicBezTo>
                      <a:pt x="27" y="443"/>
                      <a:pt x="14" y="430"/>
                      <a:pt x="14" y="403"/>
                    </a:cubicBezTo>
                    <a:lnTo>
                      <a:pt x="14" y="94"/>
                    </a:lnTo>
                    <a:cubicBezTo>
                      <a:pt x="14" y="81"/>
                      <a:pt x="27" y="54"/>
                      <a:pt x="41" y="41"/>
                    </a:cubicBezTo>
                    <a:cubicBezTo>
                      <a:pt x="54" y="41"/>
                      <a:pt x="67" y="27"/>
                      <a:pt x="81" y="27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0" y="41"/>
                      <a:pt x="0" y="68"/>
                      <a:pt x="0" y="94"/>
                    </a:cubicBezTo>
                    <a:lnTo>
                      <a:pt x="0" y="403"/>
                    </a:lnTo>
                    <a:cubicBezTo>
                      <a:pt x="0" y="430"/>
                      <a:pt x="0" y="456"/>
                      <a:pt x="27" y="470"/>
                    </a:cubicBezTo>
                    <a:cubicBezTo>
                      <a:pt x="41" y="483"/>
                      <a:pt x="54" y="497"/>
                      <a:pt x="81" y="497"/>
                    </a:cubicBezTo>
                    <a:lnTo>
                      <a:pt x="215" y="497"/>
                    </a:lnTo>
                    <a:cubicBezTo>
                      <a:pt x="228" y="497"/>
                      <a:pt x="255" y="483"/>
                      <a:pt x="269" y="470"/>
                    </a:cubicBezTo>
                    <a:cubicBezTo>
                      <a:pt x="282" y="456"/>
                      <a:pt x="295" y="430"/>
                      <a:pt x="295" y="403"/>
                    </a:cubicBezTo>
                    <a:lnTo>
                      <a:pt x="295" y="94"/>
                    </a:lnTo>
                    <a:cubicBezTo>
                      <a:pt x="295" y="68"/>
                      <a:pt x="282" y="41"/>
                      <a:pt x="269" y="27"/>
                    </a:cubicBezTo>
                    <a:cubicBezTo>
                      <a:pt x="255" y="14"/>
                      <a:pt x="228" y="0"/>
                      <a:pt x="21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48"/>
              <p:cNvSpPr/>
              <p:nvPr/>
            </p:nvSpPr>
            <p:spPr>
              <a:xfrm>
                <a:off x="8181249" y="4104997"/>
                <a:ext cx="30033" cy="50427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97" extrusionOk="0">
                    <a:moveTo>
                      <a:pt x="215" y="27"/>
                    </a:moveTo>
                    <a:cubicBezTo>
                      <a:pt x="228" y="27"/>
                      <a:pt x="241" y="41"/>
                      <a:pt x="255" y="41"/>
                    </a:cubicBezTo>
                    <a:cubicBezTo>
                      <a:pt x="268" y="54"/>
                      <a:pt x="282" y="81"/>
                      <a:pt x="282" y="94"/>
                    </a:cubicBezTo>
                    <a:lnTo>
                      <a:pt x="282" y="403"/>
                    </a:lnTo>
                    <a:cubicBezTo>
                      <a:pt x="282" y="430"/>
                      <a:pt x="268" y="443"/>
                      <a:pt x="255" y="456"/>
                    </a:cubicBezTo>
                    <a:cubicBezTo>
                      <a:pt x="255" y="470"/>
                      <a:pt x="228" y="470"/>
                      <a:pt x="215" y="470"/>
                    </a:cubicBezTo>
                    <a:lnTo>
                      <a:pt x="94" y="470"/>
                    </a:lnTo>
                    <a:cubicBezTo>
                      <a:pt x="67" y="470"/>
                      <a:pt x="54" y="470"/>
                      <a:pt x="40" y="456"/>
                    </a:cubicBezTo>
                    <a:cubicBezTo>
                      <a:pt x="27" y="443"/>
                      <a:pt x="27" y="430"/>
                      <a:pt x="27" y="403"/>
                    </a:cubicBezTo>
                    <a:lnTo>
                      <a:pt x="27" y="94"/>
                    </a:lnTo>
                    <a:cubicBezTo>
                      <a:pt x="27" y="81"/>
                      <a:pt x="27" y="54"/>
                      <a:pt x="40" y="41"/>
                    </a:cubicBezTo>
                    <a:cubicBezTo>
                      <a:pt x="54" y="41"/>
                      <a:pt x="67" y="27"/>
                      <a:pt x="94" y="27"/>
                    </a:cubicBezTo>
                    <a:close/>
                    <a:moveTo>
                      <a:pt x="94" y="0"/>
                    </a:moveTo>
                    <a:cubicBezTo>
                      <a:pt x="67" y="0"/>
                      <a:pt x="40" y="14"/>
                      <a:pt x="27" y="27"/>
                    </a:cubicBezTo>
                    <a:cubicBezTo>
                      <a:pt x="13" y="41"/>
                      <a:pt x="0" y="68"/>
                      <a:pt x="0" y="94"/>
                    </a:cubicBezTo>
                    <a:lnTo>
                      <a:pt x="0" y="403"/>
                    </a:lnTo>
                    <a:cubicBezTo>
                      <a:pt x="0" y="430"/>
                      <a:pt x="13" y="456"/>
                      <a:pt x="27" y="470"/>
                    </a:cubicBezTo>
                    <a:cubicBezTo>
                      <a:pt x="40" y="483"/>
                      <a:pt x="67" y="497"/>
                      <a:pt x="94" y="497"/>
                    </a:cubicBezTo>
                    <a:lnTo>
                      <a:pt x="215" y="497"/>
                    </a:lnTo>
                    <a:cubicBezTo>
                      <a:pt x="241" y="497"/>
                      <a:pt x="255" y="483"/>
                      <a:pt x="282" y="470"/>
                    </a:cubicBezTo>
                    <a:cubicBezTo>
                      <a:pt x="295" y="456"/>
                      <a:pt x="295" y="430"/>
                      <a:pt x="295" y="403"/>
                    </a:cubicBezTo>
                    <a:lnTo>
                      <a:pt x="295" y="94"/>
                    </a:lnTo>
                    <a:cubicBezTo>
                      <a:pt x="295" y="68"/>
                      <a:pt x="295" y="41"/>
                      <a:pt x="282" y="27"/>
                    </a:cubicBezTo>
                    <a:cubicBezTo>
                      <a:pt x="255" y="14"/>
                      <a:pt x="241" y="0"/>
                      <a:pt x="21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48"/>
              <p:cNvSpPr/>
              <p:nvPr/>
            </p:nvSpPr>
            <p:spPr>
              <a:xfrm>
                <a:off x="8294177" y="4104997"/>
                <a:ext cx="30033" cy="50427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97" extrusionOk="0">
                    <a:moveTo>
                      <a:pt x="215" y="27"/>
                    </a:moveTo>
                    <a:cubicBezTo>
                      <a:pt x="228" y="27"/>
                      <a:pt x="242" y="41"/>
                      <a:pt x="255" y="41"/>
                    </a:cubicBezTo>
                    <a:cubicBezTo>
                      <a:pt x="268" y="54"/>
                      <a:pt x="282" y="81"/>
                      <a:pt x="282" y="94"/>
                    </a:cubicBezTo>
                    <a:lnTo>
                      <a:pt x="282" y="403"/>
                    </a:lnTo>
                    <a:cubicBezTo>
                      <a:pt x="282" y="430"/>
                      <a:pt x="268" y="443"/>
                      <a:pt x="255" y="456"/>
                    </a:cubicBezTo>
                    <a:cubicBezTo>
                      <a:pt x="242" y="470"/>
                      <a:pt x="228" y="470"/>
                      <a:pt x="215" y="470"/>
                    </a:cubicBezTo>
                    <a:lnTo>
                      <a:pt x="81" y="470"/>
                    </a:lnTo>
                    <a:cubicBezTo>
                      <a:pt x="67" y="470"/>
                      <a:pt x="54" y="470"/>
                      <a:pt x="40" y="456"/>
                    </a:cubicBezTo>
                    <a:cubicBezTo>
                      <a:pt x="27" y="443"/>
                      <a:pt x="27" y="430"/>
                      <a:pt x="27" y="403"/>
                    </a:cubicBezTo>
                    <a:lnTo>
                      <a:pt x="27" y="94"/>
                    </a:lnTo>
                    <a:cubicBezTo>
                      <a:pt x="27" y="81"/>
                      <a:pt x="27" y="54"/>
                      <a:pt x="40" y="41"/>
                    </a:cubicBezTo>
                    <a:cubicBezTo>
                      <a:pt x="54" y="41"/>
                      <a:pt x="67" y="27"/>
                      <a:pt x="81" y="27"/>
                    </a:cubicBezTo>
                    <a:close/>
                    <a:moveTo>
                      <a:pt x="81" y="0"/>
                    </a:moveTo>
                    <a:cubicBezTo>
                      <a:pt x="67" y="0"/>
                      <a:pt x="40" y="14"/>
                      <a:pt x="27" y="27"/>
                    </a:cubicBezTo>
                    <a:cubicBezTo>
                      <a:pt x="14" y="41"/>
                      <a:pt x="0" y="68"/>
                      <a:pt x="0" y="94"/>
                    </a:cubicBezTo>
                    <a:lnTo>
                      <a:pt x="0" y="403"/>
                    </a:lnTo>
                    <a:cubicBezTo>
                      <a:pt x="0" y="430"/>
                      <a:pt x="14" y="456"/>
                      <a:pt x="27" y="470"/>
                    </a:cubicBezTo>
                    <a:cubicBezTo>
                      <a:pt x="40" y="483"/>
                      <a:pt x="67" y="497"/>
                      <a:pt x="81" y="497"/>
                    </a:cubicBezTo>
                    <a:lnTo>
                      <a:pt x="215" y="497"/>
                    </a:lnTo>
                    <a:cubicBezTo>
                      <a:pt x="242" y="497"/>
                      <a:pt x="255" y="483"/>
                      <a:pt x="268" y="470"/>
                    </a:cubicBezTo>
                    <a:cubicBezTo>
                      <a:pt x="295" y="456"/>
                      <a:pt x="295" y="430"/>
                      <a:pt x="295" y="403"/>
                    </a:cubicBezTo>
                    <a:lnTo>
                      <a:pt x="295" y="94"/>
                    </a:lnTo>
                    <a:cubicBezTo>
                      <a:pt x="295" y="68"/>
                      <a:pt x="295" y="41"/>
                      <a:pt x="268" y="27"/>
                    </a:cubicBezTo>
                    <a:cubicBezTo>
                      <a:pt x="255" y="14"/>
                      <a:pt x="242" y="0"/>
                      <a:pt x="21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48"/>
              <p:cNvSpPr/>
              <p:nvPr/>
            </p:nvSpPr>
            <p:spPr>
              <a:xfrm>
                <a:off x="7997500" y="4110476"/>
                <a:ext cx="8320" cy="8218"/>
              </a:xfrm>
              <a:custGeom>
                <a:avLst/>
                <a:gdLst/>
                <a:ahLst/>
                <a:cxnLst/>
                <a:rect l="l" t="t" r="r" b="b"/>
                <a:pathLst>
                  <a:path w="82" h="81" extrusionOk="0">
                    <a:moveTo>
                      <a:pt x="1" y="0"/>
                    </a:moveTo>
                    <a:cubicBezTo>
                      <a:pt x="27" y="0"/>
                      <a:pt x="41" y="14"/>
                      <a:pt x="54" y="27"/>
                    </a:cubicBezTo>
                    <a:cubicBezTo>
                      <a:pt x="41" y="14"/>
                      <a:pt x="27" y="0"/>
                      <a:pt x="14" y="0"/>
                    </a:cubicBezTo>
                    <a:close/>
                    <a:moveTo>
                      <a:pt x="54" y="27"/>
                    </a:moveTo>
                    <a:cubicBezTo>
                      <a:pt x="68" y="41"/>
                      <a:pt x="81" y="54"/>
                      <a:pt x="81" y="81"/>
                    </a:cubicBezTo>
                    <a:lnTo>
                      <a:pt x="81" y="67"/>
                    </a:lnTo>
                    <a:cubicBezTo>
                      <a:pt x="81" y="54"/>
                      <a:pt x="68" y="41"/>
                      <a:pt x="54" y="2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48"/>
              <p:cNvSpPr/>
              <p:nvPr/>
            </p:nvSpPr>
            <p:spPr>
              <a:xfrm>
                <a:off x="7982585" y="4113114"/>
                <a:ext cx="19075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188" h="350" extrusionOk="0">
                    <a:moveTo>
                      <a:pt x="13" y="1"/>
                    </a:moveTo>
                    <a:cubicBezTo>
                      <a:pt x="13" y="14"/>
                      <a:pt x="1" y="27"/>
                      <a:pt x="0" y="40"/>
                    </a:cubicBezTo>
                    <a:lnTo>
                      <a:pt x="0" y="40"/>
                    </a:lnTo>
                    <a:cubicBezTo>
                      <a:pt x="1" y="27"/>
                      <a:pt x="13" y="14"/>
                      <a:pt x="13" y="14"/>
                    </a:cubicBezTo>
                    <a:lnTo>
                      <a:pt x="13" y="1"/>
                    </a:lnTo>
                    <a:close/>
                    <a:moveTo>
                      <a:pt x="13" y="336"/>
                    </a:moveTo>
                    <a:cubicBezTo>
                      <a:pt x="27" y="350"/>
                      <a:pt x="40" y="350"/>
                      <a:pt x="54" y="350"/>
                    </a:cubicBezTo>
                    <a:cubicBezTo>
                      <a:pt x="40" y="350"/>
                      <a:pt x="27" y="336"/>
                      <a:pt x="13" y="336"/>
                    </a:cubicBezTo>
                    <a:close/>
                    <a:moveTo>
                      <a:pt x="188" y="336"/>
                    </a:moveTo>
                    <a:lnTo>
                      <a:pt x="188" y="336"/>
                    </a:lnTo>
                    <a:cubicBezTo>
                      <a:pt x="188" y="336"/>
                      <a:pt x="174" y="350"/>
                      <a:pt x="161" y="350"/>
                    </a:cubicBezTo>
                    <a:cubicBezTo>
                      <a:pt x="174" y="350"/>
                      <a:pt x="188" y="350"/>
                      <a:pt x="188" y="33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48"/>
              <p:cNvSpPr/>
              <p:nvPr/>
            </p:nvSpPr>
            <p:spPr>
              <a:xfrm>
                <a:off x="7864178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75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41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41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28" y="335"/>
                      <a:pt x="228" y="322"/>
                    </a:cubicBezTo>
                    <a:lnTo>
                      <a:pt x="228" y="67"/>
                    </a:lnTo>
                    <a:cubicBezTo>
                      <a:pt x="228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48"/>
              <p:cNvSpPr/>
              <p:nvPr/>
            </p:nvSpPr>
            <p:spPr>
              <a:xfrm>
                <a:off x="6692591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75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41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41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28" y="335"/>
                      <a:pt x="228" y="322"/>
                    </a:cubicBezTo>
                    <a:lnTo>
                      <a:pt x="228" y="67"/>
                    </a:lnTo>
                    <a:cubicBezTo>
                      <a:pt x="228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48"/>
              <p:cNvSpPr/>
              <p:nvPr/>
            </p:nvSpPr>
            <p:spPr>
              <a:xfrm>
                <a:off x="6730639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15" y="40"/>
                    </a:cubicBezTo>
                    <a:cubicBezTo>
                      <a:pt x="229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29" y="349"/>
                      <a:pt x="215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81" y="376"/>
                    </a:lnTo>
                    <a:cubicBezTo>
                      <a:pt x="68" y="376"/>
                      <a:pt x="54" y="376"/>
                      <a:pt x="41" y="362"/>
                    </a:cubicBezTo>
                    <a:cubicBezTo>
                      <a:pt x="28" y="349"/>
                      <a:pt x="28" y="335"/>
                      <a:pt x="28" y="322"/>
                    </a:cubicBezTo>
                    <a:lnTo>
                      <a:pt x="28" y="67"/>
                    </a:lnTo>
                    <a:cubicBezTo>
                      <a:pt x="28" y="54"/>
                      <a:pt x="28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9" y="389"/>
                      <a:pt x="215" y="389"/>
                      <a:pt x="229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9" y="27"/>
                    </a:cubicBezTo>
                    <a:cubicBezTo>
                      <a:pt x="215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48"/>
              <p:cNvSpPr/>
              <p:nvPr/>
            </p:nvSpPr>
            <p:spPr>
              <a:xfrm>
                <a:off x="6770108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15" y="40"/>
                    </a:cubicBezTo>
                    <a:cubicBezTo>
                      <a:pt x="215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15" y="349"/>
                      <a:pt x="215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8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8" y="40"/>
                      <a:pt x="41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15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48"/>
              <p:cNvSpPr/>
              <p:nvPr/>
            </p:nvSpPr>
            <p:spPr>
              <a:xfrm>
                <a:off x="5639410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4" y="14"/>
                    </a:moveTo>
                    <a:cubicBezTo>
                      <a:pt x="188" y="14"/>
                      <a:pt x="201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1" y="376"/>
                      <a:pt x="188" y="376"/>
                      <a:pt x="174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40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40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0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0" y="389"/>
                      <a:pt x="54" y="389"/>
                      <a:pt x="67" y="389"/>
                    </a:cubicBezTo>
                    <a:lnTo>
                      <a:pt x="174" y="389"/>
                    </a:lnTo>
                    <a:cubicBezTo>
                      <a:pt x="188" y="389"/>
                      <a:pt x="201" y="389"/>
                      <a:pt x="228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28" y="27"/>
                    </a:cubicBezTo>
                    <a:cubicBezTo>
                      <a:pt x="215" y="14"/>
                      <a:pt x="188" y="0"/>
                      <a:pt x="17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48"/>
              <p:cNvSpPr/>
              <p:nvPr/>
            </p:nvSpPr>
            <p:spPr>
              <a:xfrm>
                <a:off x="5678879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4" y="14"/>
                    </a:moveTo>
                    <a:cubicBezTo>
                      <a:pt x="188" y="14"/>
                      <a:pt x="201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201" y="376"/>
                      <a:pt x="188" y="376"/>
                      <a:pt x="174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27" y="349"/>
                      <a:pt x="13" y="335"/>
                      <a:pt x="13" y="322"/>
                    </a:cubicBezTo>
                    <a:lnTo>
                      <a:pt x="13" y="67"/>
                    </a:lnTo>
                    <a:cubicBezTo>
                      <a:pt x="13" y="54"/>
                      <a:pt x="27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0" y="14"/>
                      <a:pt x="13" y="27"/>
                    </a:cubicBezTo>
                    <a:cubicBezTo>
                      <a:pt x="13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3" y="362"/>
                      <a:pt x="13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4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1" y="335"/>
                      <a:pt x="241" y="322"/>
                    </a:cubicBezTo>
                    <a:lnTo>
                      <a:pt x="241" y="67"/>
                    </a:lnTo>
                    <a:cubicBezTo>
                      <a:pt x="241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7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48"/>
              <p:cNvSpPr/>
              <p:nvPr/>
            </p:nvSpPr>
            <p:spPr>
              <a:xfrm>
                <a:off x="5718247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6" y="40"/>
                      <a:pt x="216" y="54"/>
                      <a:pt x="216" y="67"/>
                    </a:cubicBezTo>
                    <a:lnTo>
                      <a:pt x="216" y="322"/>
                    </a:lnTo>
                    <a:cubicBezTo>
                      <a:pt x="216" y="335"/>
                      <a:pt x="216" y="349"/>
                      <a:pt x="202" y="362"/>
                    </a:cubicBezTo>
                    <a:cubicBezTo>
                      <a:pt x="189" y="376"/>
                      <a:pt x="189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5" y="0"/>
                      <a:pt x="28" y="14"/>
                      <a:pt x="14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55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6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6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48"/>
              <p:cNvSpPr/>
              <p:nvPr/>
            </p:nvSpPr>
            <p:spPr>
              <a:xfrm>
                <a:off x="5757716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189" y="376"/>
                      <a:pt x="175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41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41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29" y="335"/>
                      <a:pt x="229" y="322"/>
                    </a:cubicBezTo>
                    <a:lnTo>
                      <a:pt x="229" y="67"/>
                    </a:lnTo>
                    <a:cubicBezTo>
                      <a:pt x="229" y="54"/>
                      <a:pt x="229" y="40"/>
                      <a:pt x="215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48"/>
              <p:cNvSpPr/>
              <p:nvPr/>
            </p:nvSpPr>
            <p:spPr>
              <a:xfrm>
                <a:off x="5795865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28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28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81" y="376"/>
                    </a:lnTo>
                    <a:cubicBezTo>
                      <a:pt x="67" y="376"/>
                      <a:pt x="54" y="376"/>
                      <a:pt x="41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48"/>
              <p:cNvSpPr/>
              <p:nvPr/>
            </p:nvSpPr>
            <p:spPr>
              <a:xfrm>
                <a:off x="5874803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48"/>
              <p:cNvSpPr/>
              <p:nvPr/>
            </p:nvSpPr>
            <p:spPr>
              <a:xfrm>
                <a:off x="5835334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48"/>
              <p:cNvSpPr/>
              <p:nvPr/>
            </p:nvSpPr>
            <p:spPr>
              <a:xfrm>
                <a:off x="6573618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48"/>
              <p:cNvSpPr/>
              <p:nvPr/>
            </p:nvSpPr>
            <p:spPr>
              <a:xfrm>
                <a:off x="6613087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1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201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48"/>
              <p:cNvSpPr/>
              <p:nvPr/>
            </p:nvSpPr>
            <p:spPr>
              <a:xfrm>
                <a:off x="6652556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88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48"/>
              <p:cNvSpPr/>
              <p:nvPr/>
            </p:nvSpPr>
            <p:spPr>
              <a:xfrm>
                <a:off x="6534149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81" y="376"/>
                    </a:lnTo>
                    <a:cubicBezTo>
                      <a:pt x="67" y="376"/>
                      <a:pt x="54" y="376"/>
                      <a:pt x="41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48"/>
              <p:cNvSpPr/>
              <p:nvPr/>
            </p:nvSpPr>
            <p:spPr>
              <a:xfrm>
                <a:off x="6883036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15" y="40"/>
                    </a:cubicBezTo>
                    <a:cubicBezTo>
                      <a:pt x="215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15" y="349"/>
                      <a:pt x="215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41" y="362"/>
                    </a:cubicBezTo>
                    <a:cubicBezTo>
                      <a:pt x="28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8" y="40"/>
                      <a:pt x="41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5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5" y="389"/>
                      <a:pt x="68" y="389"/>
                    </a:cubicBezTo>
                    <a:lnTo>
                      <a:pt x="175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15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48"/>
              <p:cNvSpPr/>
              <p:nvPr/>
            </p:nvSpPr>
            <p:spPr>
              <a:xfrm>
                <a:off x="6922505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9" y="14"/>
                      <a:pt x="202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202" y="376"/>
                      <a:pt x="189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28" y="362"/>
                    </a:cubicBezTo>
                    <a:cubicBezTo>
                      <a:pt x="28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8" y="40"/>
                      <a:pt x="28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28" y="14"/>
                      <a:pt x="14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14" y="376"/>
                    </a:cubicBezTo>
                    <a:cubicBezTo>
                      <a:pt x="28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02" y="14"/>
                      <a:pt x="189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48"/>
              <p:cNvSpPr/>
              <p:nvPr/>
            </p:nvSpPr>
            <p:spPr>
              <a:xfrm>
                <a:off x="6961974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2" y="14"/>
                    </a:moveTo>
                    <a:cubicBezTo>
                      <a:pt x="175" y="14"/>
                      <a:pt x="188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188" y="376"/>
                      <a:pt x="175" y="376"/>
                      <a:pt x="162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41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41" y="389"/>
                      <a:pt x="68" y="389"/>
                    </a:cubicBezTo>
                    <a:lnTo>
                      <a:pt x="162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29" y="335"/>
                      <a:pt x="229" y="322"/>
                    </a:cubicBezTo>
                    <a:lnTo>
                      <a:pt x="229" y="67"/>
                    </a:lnTo>
                    <a:cubicBezTo>
                      <a:pt x="229" y="54"/>
                      <a:pt x="229" y="40"/>
                      <a:pt x="215" y="27"/>
                    </a:cubicBezTo>
                    <a:cubicBezTo>
                      <a:pt x="202" y="14"/>
                      <a:pt x="188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48"/>
              <p:cNvSpPr/>
              <p:nvPr/>
            </p:nvSpPr>
            <p:spPr>
              <a:xfrm>
                <a:off x="7000124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1" y="27"/>
                      <a:pt x="215" y="40"/>
                    </a:cubicBezTo>
                    <a:cubicBezTo>
                      <a:pt x="228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28" y="349"/>
                      <a:pt x="215" y="362"/>
                    </a:cubicBezTo>
                    <a:cubicBezTo>
                      <a:pt x="201" y="376"/>
                      <a:pt x="188" y="376"/>
                      <a:pt x="175" y="376"/>
                    </a:cubicBezTo>
                    <a:lnTo>
                      <a:pt x="81" y="376"/>
                    </a:lnTo>
                    <a:cubicBezTo>
                      <a:pt x="67" y="376"/>
                      <a:pt x="54" y="376"/>
                      <a:pt x="40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0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0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0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48"/>
              <p:cNvSpPr/>
              <p:nvPr/>
            </p:nvSpPr>
            <p:spPr>
              <a:xfrm>
                <a:off x="7079062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4" y="14"/>
                    </a:moveTo>
                    <a:cubicBezTo>
                      <a:pt x="188" y="14"/>
                      <a:pt x="201" y="27"/>
                      <a:pt x="201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01" y="362"/>
                    </a:cubicBezTo>
                    <a:cubicBezTo>
                      <a:pt x="201" y="376"/>
                      <a:pt x="188" y="376"/>
                      <a:pt x="174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27" y="349"/>
                      <a:pt x="13" y="335"/>
                      <a:pt x="13" y="322"/>
                    </a:cubicBezTo>
                    <a:lnTo>
                      <a:pt x="13" y="67"/>
                    </a:lnTo>
                    <a:cubicBezTo>
                      <a:pt x="13" y="54"/>
                      <a:pt x="27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0" y="14"/>
                      <a:pt x="27" y="27"/>
                    </a:cubicBezTo>
                    <a:cubicBezTo>
                      <a:pt x="13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3" y="362"/>
                      <a:pt x="27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4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1" y="335"/>
                      <a:pt x="241" y="322"/>
                    </a:cubicBezTo>
                    <a:lnTo>
                      <a:pt x="241" y="67"/>
                    </a:lnTo>
                    <a:cubicBezTo>
                      <a:pt x="241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7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48"/>
              <p:cNvSpPr/>
              <p:nvPr/>
            </p:nvSpPr>
            <p:spPr>
              <a:xfrm>
                <a:off x="7118429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6" y="40"/>
                      <a:pt x="216" y="54"/>
                      <a:pt x="216" y="67"/>
                    </a:cubicBezTo>
                    <a:lnTo>
                      <a:pt x="216" y="322"/>
                    </a:lnTo>
                    <a:cubicBezTo>
                      <a:pt x="216" y="335"/>
                      <a:pt x="216" y="349"/>
                      <a:pt x="202" y="362"/>
                    </a:cubicBezTo>
                    <a:cubicBezTo>
                      <a:pt x="189" y="376"/>
                      <a:pt x="189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5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55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6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6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48"/>
              <p:cNvSpPr/>
              <p:nvPr/>
            </p:nvSpPr>
            <p:spPr>
              <a:xfrm>
                <a:off x="7157898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2" y="14"/>
                    </a:moveTo>
                    <a:cubicBezTo>
                      <a:pt x="175" y="14"/>
                      <a:pt x="189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189" y="376"/>
                      <a:pt x="175" y="376"/>
                      <a:pt x="162" y="376"/>
                    </a:cubicBezTo>
                    <a:lnTo>
                      <a:pt x="68" y="376"/>
                    </a:lnTo>
                    <a:cubicBezTo>
                      <a:pt x="55" y="376"/>
                      <a:pt x="41" y="376"/>
                      <a:pt x="28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8" y="40"/>
                    </a:cubicBezTo>
                    <a:cubicBezTo>
                      <a:pt x="41" y="27"/>
                      <a:pt x="55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41" y="0"/>
                      <a:pt x="28" y="14"/>
                      <a:pt x="14" y="27"/>
                    </a:cubicBezTo>
                    <a:cubicBezTo>
                      <a:pt x="1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" y="362"/>
                      <a:pt x="14" y="376"/>
                    </a:cubicBezTo>
                    <a:cubicBezTo>
                      <a:pt x="28" y="389"/>
                      <a:pt x="41" y="389"/>
                      <a:pt x="68" y="389"/>
                    </a:cubicBezTo>
                    <a:lnTo>
                      <a:pt x="162" y="389"/>
                    </a:lnTo>
                    <a:cubicBezTo>
                      <a:pt x="189" y="389"/>
                      <a:pt x="202" y="389"/>
                      <a:pt x="215" y="376"/>
                    </a:cubicBezTo>
                    <a:cubicBezTo>
                      <a:pt x="229" y="362"/>
                      <a:pt x="229" y="335"/>
                      <a:pt x="229" y="322"/>
                    </a:cubicBezTo>
                    <a:lnTo>
                      <a:pt x="229" y="67"/>
                    </a:lnTo>
                    <a:cubicBezTo>
                      <a:pt x="229" y="54"/>
                      <a:pt x="229" y="40"/>
                      <a:pt x="215" y="27"/>
                    </a:cubicBezTo>
                    <a:cubicBezTo>
                      <a:pt x="202" y="14"/>
                      <a:pt x="18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48"/>
              <p:cNvSpPr/>
              <p:nvPr/>
            </p:nvSpPr>
            <p:spPr>
              <a:xfrm>
                <a:off x="7039593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4" y="14"/>
                    </a:moveTo>
                    <a:cubicBezTo>
                      <a:pt x="188" y="14"/>
                      <a:pt x="201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1" y="376"/>
                      <a:pt x="188" y="376"/>
                      <a:pt x="174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40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0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0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0" y="389"/>
                      <a:pt x="54" y="389"/>
                      <a:pt x="67" y="389"/>
                    </a:cubicBezTo>
                    <a:lnTo>
                      <a:pt x="174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28" y="27"/>
                    </a:cubicBezTo>
                    <a:cubicBezTo>
                      <a:pt x="215" y="14"/>
                      <a:pt x="188" y="0"/>
                      <a:pt x="17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48"/>
              <p:cNvSpPr/>
              <p:nvPr/>
            </p:nvSpPr>
            <p:spPr>
              <a:xfrm>
                <a:off x="7196048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27" y="335"/>
                      <a:pt x="27" y="322"/>
                    </a:cubicBezTo>
                    <a:lnTo>
                      <a:pt x="27" y="67"/>
                    </a:lnTo>
                    <a:cubicBezTo>
                      <a:pt x="27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8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28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48"/>
              <p:cNvSpPr/>
              <p:nvPr/>
            </p:nvSpPr>
            <p:spPr>
              <a:xfrm>
                <a:off x="7235517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02" y="40"/>
                    </a:cubicBezTo>
                    <a:cubicBezTo>
                      <a:pt x="215" y="40"/>
                      <a:pt x="228" y="54"/>
                      <a:pt x="228" y="67"/>
                    </a:cubicBezTo>
                    <a:lnTo>
                      <a:pt x="228" y="322"/>
                    </a:lnTo>
                    <a:cubicBezTo>
                      <a:pt x="228" y="335"/>
                      <a:pt x="215" y="349"/>
                      <a:pt x="202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14" y="362"/>
                      <a:pt x="27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2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48"/>
              <p:cNvSpPr/>
              <p:nvPr/>
            </p:nvSpPr>
            <p:spPr>
              <a:xfrm>
                <a:off x="7274986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88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1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54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48"/>
              <p:cNvSpPr/>
              <p:nvPr/>
            </p:nvSpPr>
            <p:spPr>
              <a:xfrm>
                <a:off x="7352503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29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29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81" y="376"/>
                    </a:lnTo>
                    <a:cubicBezTo>
                      <a:pt x="68" y="376"/>
                      <a:pt x="54" y="376"/>
                      <a:pt x="41" y="362"/>
                    </a:cubicBezTo>
                    <a:cubicBezTo>
                      <a:pt x="28" y="349"/>
                      <a:pt x="28" y="335"/>
                      <a:pt x="28" y="322"/>
                    </a:cubicBezTo>
                    <a:lnTo>
                      <a:pt x="28" y="67"/>
                    </a:lnTo>
                    <a:cubicBezTo>
                      <a:pt x="28" y="54"/>
                      <a:pt x="28" y="40"/>
                      <a:pt x="41" y="40"/>
                    </a:cubicBezTo>
                    <a:cubicBezTo>
                      <a:pt x="54" y="27"/>
                      <a:pt x="54" y="14"/>
                      <a:pt x="81" y="14"/>
                    </a:cubicBezTo>
                    <a:close/>
                    <a:moveTo>
                      <a:pt x="81" y="0"/>
                    </a:moveTo>
                    <a:cubicBezTo>
                      <a:pt x="54" y="0"/>
                      <a:pt x="41" y="14"/>
                      <a:pt x="28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8" y="376"/>
                    </a:cubicBezTo>
                    <a:cubicBezTo>
                      <a:pt x="41" y="389"/>
                      <a:pt x="54" y="389"/>
                      <a:pt x="81" y="389"/>
                    </a:cubicBezTo>
                    <a:lnTo>
                      <a:pt x="175" y="389"/>
                    </a:lnTo>
                    <a:cubicBezTo>
                      <a:pt x="188" y="389"/>
                      <a:pt x="215" y="389"/>
                      <a:pt x="229" y="376"/>
                    </a:cubicBezTo>
                    <a:cubicBezTo>
                      <a:pt x="242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42" y="40"/>
                      <a:pt x="229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48"/>
              <p:cNvSpPr/>
              <p:nvPr/>
            </p:nvSpPr>
            <p:spPr>
              <a:xfrm>
                <a:off x="7391972" y="4110476"/>
                <a:ext cx="2465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15" y="40"/>
                    </a:cubicBezTo>
                    <a:cubicBezTo>
                      <a:pt x="215" y="40"/>
                      <a:pt x="229" y="54"/>
                      <a:pt x="229" y="67"/>
                    </a:cubicBezTo>
                    <a:lnTo>
                      <a:pt x="229" y="322"/>
                    </a:lnTo>
                    <a:cubicBezTo>
                      <a:pt x="229" y="335"/>
                      <a:pt x="215" y="349"/>
                      <a:pt x="215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41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41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14"/>
                      <a:pt x="27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27" y="376"/>
                    </a:cubicBezTo>
                    <a:cubicBezTo>
                      <a:pt x="41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15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48"/>
              <p:cNvSpPr/>
              <p:nvPr/>
            </p:nvSpPr>
            <p:spPr>
              <a:xfrm>
                <a:off x="7431441" y="4110476"/>
                <a:ext cx="24554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90" extrusionOk="0">
                    <a:moveTo>
                      <a:pt x="175" y="14"/>
                    </a:moveTo>
                    <a:cubicBezTo>
                      <a:pt x="188" y="14"/>
                      <a:pt x="202" y="27"/>
                      <a:pt x="202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2" y="362"/>
                    </a:cubicBezTo>
                    <a:cubicBezTo>
                      <a:pt x="202" y="376"/>
                      <a:pt x="188" y="376"/>
                      <a:pt x="175" y="376"/>
                    </a:cubicBezTo>
                    <a:lnTo>
                      <a:pt x="68" y="376"/>
                    </a:lnTo>
                    <a:cubicBezTo>
                      <a:pt x="54" y="376"/>
                      <a:pt x="41" y="376"/>
                      <a:pt x="27" y="362"/>
                    </a:cubicBezTo>
                    <a:cubicBezTo>
                      <a:pt x="27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27" y="40"/>
                      <a:pt x="27" y="40"/>
                    </a:cubicBezTo>
                    <a:cubicBezTo>
                      <a:pt x="41" y="27"/>
                      <a:pt x="54" y="14"/>
                      <a:pt x="68" y="14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27" y="14"/>
                      <a:pt x="14" y="27"/>
                    </a:cubicBezTo>
                    <a:cubicBezTo>
                      <a:pt x="14" y="40"/>
                      <a:pt x="1" y="54"/>
                      <a:pt x="1" y="67"/>
                    </a:cubicBezTo>
                    <a:lnTo>
                      <a:pt x="1" y="322"/>
                    </a:lnTo>
                    <a:cubicBezTo>
                      <a:pt x="1" y="335"/>
                      <a:pt x="14" y="362"/>
                      <a:pt x="14" y="376"/>
                    </a:cubicBezTo>
                    <a:cubicBezTo>
                      <a:pt x="27" y="389"/>
                      <a:pt x="54" y="389"/>
                      <a:pt x="68" y="389"/>
                    </a:cubicBezTo>
                    <a:lnTo>
                      <a:pt x="175" y="389"/>
                    </a:lnTo>
                    <a:cubicBezTo>
                      <a:pt x="188" y="389"/>
                      <a:pt x="202" y="389"/>
                      <a:pt x="215" y="376"/>
                    </a:cubicBezTo>
                    <a:cubicBezTo>
                      <a:pt x="229" y="362"/>
                      <a:pt x="242" y="335"/>
                      <a:pt x="242" y="322"/>
                    </a:cubicBezTo>
                    <a:lnTo>
                      <a:pt x="242" y="67"/>
                    </a:lnTo>
                    <a:cubicBezTo>
                      <a:pt x="242" y="54"/>
                      <a:pt x="229" y="40"/>
                      <a:pt x="215" y="27"/>
                    </a:cubicBezTo>
                    <a:cubicBezTo>
                      <a:pt x="202" y="14"/>
                      <a:pt x="188" y="0"/>
                      <a:pt x="17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48"/>
              <p:cNvSpPr/>
              <p:nvPr/>
            </p:nvSpPr>
            <p:spPr>
              <a:xfrm>
                <a:off x="7314455" y="4110476"/>
                <a:ext cx="23235" cy="395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90" extrusionOk="0">
                    <a:moveTo>
                      <a:pt x="161" y="14"/>
                    </a:moveTo>
                    <a:cubicBezTo>
                      <a:pt x="175" y="14"/>
                      <a:pt x="188" y="27"/>
                      <a:pt x="201" y="40"/>
                    </a:cubicBezTo>
                    <a:cubicBezTo>
                      <a:pt x="215" y="40"/>
                      <a:pt x="215" y="54"/>
                      <a:pt x="215" y="67"/>
                    </a:cubicBezTo>
                    <a:lnTo>
                      <a:pt x="215" y="322"/>
                    </a:lnTo>
                    <a:cubicBezTo>
                      <a:pt x="215" y="335"/>
                      <a:pt x="215" y="349"/>
                      <a:pt x="201" y="362"/>
                    </a:cubicBezTo>
                    <a:cubicBezTo>
                      <a:pt x="188" y="376"/>
                      <a:pt x="175" y="376"/>
                      <a:pt x="161" y="376"/>
                    </a:cubicBezTo>
                    <a:lnTo>
                      <a:pt x="67" y="376"/>
                    </a:lnTo>
                    <a:cubicBezTo>
                      <a:pt x="54" y="376"/>
                      <a:pt x="40" y="376"/>
                      <a:pt x="27" y="362"/>
                    </a:cubicBezTo>
                    <a:cubicBezTo>
                      <a:pt x="14" y="349"/>
                      <a:pt x="14" y="335"/>
                      <a:pt x="14" y="322"/>
                    </a:cubicBezTo>
                    <a:lnTo>
                      <a:pt x="14" y="67"/>
                    </a:lnTo>
                    <a:cubicBezTo>
                      <a:pt x="14" y="54"/>
                      <a:pt x="14" y="40"/>
                      <a:pt x="27" y="40"/>
                    </a:cubicBezTo>
                    <a:cubicBezTo>
                      <a:pt x="40" y="27"/>
                      <a:pt x="54" y="14"/>
                      <a:pt x="67" y="14"/>
                    </a:cubicBezTo>
                    <a:close/>
                    <a:moveTo>
                      <a:pt x="67" y="0"/>
                    </a:moveTo>
                    <a:cubicBezTo>
                      <a:pt x="40" y="0"/>
                      <a:pt x="27" y="14"/>
                      <a:pt x="14" y="27"/>
                    </a:cubicBezTo>
                    <a:cubicBezTo>
                      <a:pt x="0" y="40"/>
                      <a:pt x="0" y="54"/>
                      <a:pt x="0" y="67"/>
                    </a:cubicBezTo>
                    <a:lnTo>
                      <a:pt x="0" y="322"/>
                    </a:lnTo>
                    <a:cubicBezTo>
                      <a:pt x="0" y="335"/>
                      <a:pt x="0" y="362"/>
                      <a:pt x="14" y="376"/>
                    </a:cubicBezTo>
                    <a:cubicBezTo>
                      <a:pt x="27" y="389"/>
                      <a:pt x="40" y="389"/>
                      <a:pt x="67" y="389"/>
                    </a:cubicBezTo>
                    <a:lnTo>
                      <a:pt x="161" y="389"/>
                    </a:lnTo>
                    <a:cubicBezTo>
                      <a:pt x="188" y="389"/>
                      <a:pt x="201" y="389"/>
                      <a:pt x="215" y="376"/>
                    </a:cubicBezTo>
                    <a:cubicBezTo>
                      <a:pt x="228" y="362"/>
                      <a:pt x="228" y="335"/>
                      <a:pt x="228" y="322"/>
                    </a:cubicBezTo>
                    <a:lnTo>
                      <a:pt x="228" y="67"/>
                    </a:lnTo>
                    <a:cubicBezTo>
                      <a:pt x="228" y="54"/>
                      <a:pt x="228" y="40"/>
                      <a:pt x="215" y="27"/>
                    </a:cubicBezTo>
                    <a:cubicBezTo>
                      <a:pt x="201" y="14"/>
                      <a:pt x="188" y="0"/>
                      <a:pt x="1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48"/>
              <p:cNvSpPr/>
              <p:nvPr/>
            </p:nvSpPr>
            <p:spPr>
              <a:xfrm>
                <a:off x="4422875" y="3296747"/>
                <a:ext cx="662753" cy="730834"/>
              </a:xfrm>
              <a:custGeom>
                <a:avLst/>
                <a:gdLst/>
                <a:ahLst/>
                <a:cxnLst/>
                <a:rect l="l" t="t" r="r" b="b"/>
                <a:pathLst>
                  <a:path w="6532" h="7203" extrusionOk="0">
                    <a:moveTo>
                      <a:pt x="162" y="14"/>
                    </a:moveTo>
                    <a:cubicBezTo>
                      <a:pt x="215" y="14"/>
                      <a:pt x="805" y="27"/>
                      <a:pt x="980" y="54"/>
                    </a:cubicBezTo>
                    <a:lnTo>
                      <a:pt x="4171" y="4131"/>
                    </a:lnTo>
                    <a:lnTo>
                      <a:pt x="2200" y="4131"/>
                    </a:lnTo>
                    <a:cubicBezTo>
                      <a:pt x="2200" y="4131"/>
                      <a:pt x="135" y="215"/>
                      <a:pt x="27" y="14"/>
                    </a:cubicBezTo>
                    <a:close/>
                    <a:moveTo>
                      <a:pt x="4185" y="4144"/>
                    </a:moveTo>
                    <a:lnTo>
                      <a:pt x="6492" y="7095"/>
                    </a:lnTo>
                    <a:lnTo>
                      <a:pt x="3823" y="7189"/>
                    </a:lnTo>
                    <a:lnTo>
                      <a:pt x="2213" y="4144"/>
                    </a:lnTo>
                    <a:close/>
                    <a:moveTo>
                      <a:pt x="1" y="0"/>
                    </a:moveTo>
                    <a:cubicBezTo>
                      <a:pt x="27" y="41"/>
                      <a:pt x="1516" y="2857"/>
                      <a:pt x="2200" y="4144"/>
                    </a:cubicBezTo>
                    <a:cubicBezTo>
                      <a:pt x="2656" y="5029"/>
                      <a:pt x="3742" y="7068"/>
                      <a:pt x="3809" y="7202"/>
                    </a:cubicBezTo>
                    <a:cubicBezTo>
                      <a:pt x="3863" y="7202"/>
                      <a:pt x="6532" y="7108"/>
                      <a:pt x="6532" y="7108"/>
                    </a:cubicBezTo>
                    <a:lnTo>
                      <a:pt x="4198" y="4144"/>
                    </a:lnTo>
                    <a:lnTo>
                      <a:pt x="980" y="41"/>
                    </a:lnTo>
                    <a:cubicBezTo>
                      <a:pt x="819" y="14"/>
                      <a:pt x="229" y="0"/>
                      <a:pt x="16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48"/>
              <p:cNvSpPr/>
              <p:nvPr/>
            </p:nvSpPr>
            <p:spPr>
              <a:xfrm>
                <a:off x="4420135" y="3295326"/>
                <a:ext cx="1193503" cy="732255"/>
              </a:xfrm>
              <a:custGeom>
                <a:avLst/>
                <a:gdLst/>
                <a:ahLst/>
                <a:cxnLst/>
                <a:rect l="l" t="t" r="r" b="b"/>
                <a:pathLst>
                  <a:path w="11763" h="7217" extrusionOk="0">
                    <a:moveTo>
                      <a:pt x="189" y="41"/>
                    </a:moveTo>
                    <a:cubicBezTo>
                      <a:pt x="256" y="41"/>
                      <a:pt x="846" y="41"/>
                      <a:pt x="1007" y="68"/>
                    </a:cubicBezTo>
                    <a:cubicBezTo>
                      <a:pt x="1248" y="95"/>
                      <a:pt x="1476" y="148"/>
                      <a:pt x="1704" y="215"/>
                    </a:cubicBezTo>
                    <a:cubicBezTo>
                      <a:pt x="1865" y="269"/>
                      <a:pt x="2012" y="336"/>
                      <a:pt x="2160" y="390"/>
                    </a:cubicBezTo>
                    <a:cubicBezTo>
                      <a:pt x="2240" y="430"/>
                      <a:pt x="2321" y="470"/>
                      <a:pt x="2401" y="524"/>
                    </a:cubicBezTo>
                    <a:cubicBezTo>
                      <a:pt x="2522" y="578"/>
                      <a:pt x="2629" y="645"/>
                      <a:pt x="2737" y="725"/>
                    </a:cubicBezTo>
                    <a:cubicBezTo>
                      <a:pt x="2951" y="873"/>
                      <a:pt x="3152" y="1034"/>
                      <a:pt x="3340" y="1221"/>
                    </a:cubicBezTo>
                    <a:cubicBezTo>
                      <a:pt x="4051" y="1946"/>
                      <a:pt x="5177" y="3018"/>
                      <a:pt x="6452" y="4038"/>
                    </a:cubicBezTo>
                    <a:cubicBezTo>
                      <a:pt x="8034" y="5298"/>
                      <a:pt x="9482" y="6157"/>
                      <a:pt x="10743" y="6599"/>
                    </a:cubicBezTo>
                    <a:cubicBezTo>
                      <a:pt x="11025" y="6693"/>
                      <a:pt x="11293" y="6773"/>
                      <a:pt x="11561" y="6827"/>
                    </a:cubicBezTo>
                    <a:cubicBezTo>
                      <a:pt x="11280" y="6841"/>
                      <a:pt x="11011" y="6841"/>
                      <a:pt x="10730" y="6841"/>
                    </a:cubicBezTo>
                    <a:cubicBezTo>
                      <a:pt x="7659" y="6921"/>
                      <a:pt x="5446" y="7015"/>
                      <a:pt x="4185" y="7136"/>
                    </a:cubicBezTo>
                    <a:cubicBezTo>
                      <a:pt x="4064" y="7149"/>
                      <a:pt x="3957" y="7162"/>
                      <a:pt x="3836" y="7176"/>
                    </a:cubicBezTo>
                    <a:lnTo>
                      <a:pt x="202" y="296"/>
                    </a:lnTo>
                    <a:lnTo>
                      <a:pt x="68" y="41"/>
                    </a:lnTo>
                    <a:close/>
                    <a:moveTo>
                      <a:pt x="1" y="1"/>
                    </a:moveTo>
                    <a:lnTo>
                      <a:pt x="2200" y="4172"/>
                    </a:lnTo>
                    <a:lnTo>
                      <a:pt x="3810" y="7216"/>
                    </a:lnTo>
                    <a:lnTo>
                      <a:pt x="3823" y="7216"/>
                    </a:lnTo>
                    <a:cubicBezTo>
                      <a:pt x="3944" y="7203"/>
                      <a:pt x="4064" y="7189"/>
                      <a:pt x="4185" y="7176"/>
                    </a:cubicBezTo>
                    <a:cubicBezTo>
                      <a:pt x="5446" y="7055"/>
                      <a:pt x="7659" y="6961"/>
                      <a:pt x="10730" y="6894"/>
                    </a:cubicBezTo>
                    <a:cubicBezTo>
                      <a:pt x="11065" y="6881"/>
                      <a:pt x="11414" y="6881"/>
                      <a:pt x="11762" y="6867"/>
                    </a:cubicBezTo>
                    <a:lnTo>
                      <a:pt x="11762" y="6827"/>
                    </a:lnTo>
                    <a:cubicBezTo>
                      <a:pt x="11440" y="6773"/>
                      <a:pt x="11105" y="6680"/>
                      <a:pt x="10757" y="6559"/>
                    </a:cubicBezTo>
                    <a:cubicBezTo>
                      <a:pt x="9496" y="6116"/>
                      <a:pt x="8061" y="5258"/>
                      <a:pt x="6465" y="3997"/>
                    </a:cubicBezTo>
                    <a:cubicBezTo>
                      <a:pt x="5204" y="2992"/>
                      <a:pt x="4078" y="1919"/>
                      <a:pt x="3367" y="1194"/>
                    </a:cubicBezTo>
                    <a:cubicBezTo>
                      <a:pt x="3179" y="1007"/>
                      <a:pt x="2978" y="832"/>
                      <a:pt x="2763" y="685"/>
                    </a:cubicBezTo>
                    <a:cubicBezTo>
                      <a:pt x="2656" y="618"/>
                      <a:pt x="2536" y="551"/>
                      <a:pt x="2428" y="484"/>
                    </a:cubicBezTo>
                    <a:cubicBezTo>
                      <a:pt x="2348" y="443"/>
                      <a:pt x="2267" y="403"/>
                      <a:pt x="2173" y="363"/>
                    </a:cubicBezTo>
                    <a:cubicBezTo>
                      <a:pt x="2026" y="296"/>
                      <a:pt x="1878" y="229"/>
                      <a:pt x="1717" y="189"/>
                    </a:cubicBezTo>
                    <a:cubicBezTo>
                      <a:pt x="1489" y="108"/>
                      <a:pt x="1248" y="55"/>
                      <a:pt x="1020" y="28"/>
                    </a:cubicBezTo>
                    <a:cubicBezTo>
                      <a:pt x="846" y="1"/>
                      <a:pt x="256" y="1"/>
                      <a:pt x="18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48"/>
              <p:cNvSpPr/>
              <p:nvPr/>
            </p:nvSpPr>
            <p:spPr>
              <a:xfrm>
                <a:off x="5839393" y="3978169"/>
                <a:ext cx="2842675" cy="471192"/>
              </a:xfrm>
              <a:custGeom>
                <a:avLst/>
                <a:gdLst/>
                <a:ahLst/>
                <a:cxnLst/>
                <a:rect l="l" t="t" r="r" b="b"/>
                <a:pathLst>
                  <a:path w="28017" h="4644" extrusionOk="0">
                    <a:moveTo>
                      <a:pt x="13642" y="48"/>
                    </a:moveTo>
                    <a:cubicBezTo>
                      <a:pt x="18201" y="48"/>
                      <a:pt x="22562" y="116"/>
                      <a:pt x="24328" y="432"/>
                    </a:cubicBezTo>
                    <a:cubicBezTo>
                      <a:pt x="24503" y="459"/>
                      <a:pt x="24637" y="499"/>
                      <a:pt x="24757" y="526"/>
                    </a:cubicBezTo>
                    <a:cubicBezTo>
                      <a:pt x="25938" y="875"/>
                      <a:pt x="26796" y="1478"/>
                      <a:pt x="27198" y="1814"/>
                    </a:cubicBezTo>
                    <a:cubicBezTo>
                      <a:pt x="27279" y="1881"/>
                      <a:pt x="27346" y="1948"/>
                      <a:pt x="27426" y="2015"/>
                    </a:cubicBezTo>
                    <a:cubicBezTo>
                      <a:pt x="27560" y="2136"/>
                      <a:pt x="27681" y="2270"/>
                      <a:pt x="27788" y="2390"/>
                    </a:cubicBezTo>
                    <a:cubicBezTo>
                      <a:pt x="27855" y="2471"/>
                      <a:pt x="27909" y="2538"/>
                      <a:pt x="27936" y="2605"/>
                    </a:cubicBezTo>
                    <a:cubicBezTo>
                      <a:pt x="27949" y="2632"/>
                      <a:pt x="27963" y="2645"/>
                      <a:pt x="27963" y="2672"/>
                    </a:cubicBezTo>
                    <a:cubicBezTo>
                      <a:pt x="27963" y="2672"/>
                      <a:pt x="27976" y="2685"/>
                      <a:pt x="27976" y="2685"/>
                    </a:cubicBezTo>
                    <a:cubicBezTo>
                      <a:pt x="27976" y="2699"/>
                      <a:pt x="27976" y="2699"/>
                      <a:pt x="27976" y="2712"/>
                    </a:cubicBezTo>
                    <a:cubicBezTo>
                      <a:pt x="27976" y="2726"/>
                      <a:pt x="27963" y="2752"/>
                      <a:pt x="27896" y="2820"/>
                    </a:cubicBezTo>
                    <a:cubicBezTo>
                      <a:pt x="27855" y="2873"/>
                      <a:pt x="27788" y="2927"/>
                      <a:pt x="27708" y="2980"/>
                    </a:cubicBezTo>
                    <a:cubicBezTo>
                      <a:pt x="27654" y="3021"/>
                      <a:pt x="27587" y="3074"/>
                      <a:pt x="27507" y="3115"/>
                    </a:cubicBezTo>
                    <a:cubicBezTo>
                      <a:pt x="27480" y="3128"/>
                      <a:pt x="27453" y="3155"/>
                      <a:pt x="27426" y="3168"/>
                    </a:cubicBezTo>
                    <a:cubicBezTo>
                      <a:pt x="27359" y="3208"/>
                      <a:pt x="27279" y="3249"/>
                      <a:pt x="27198" y="3302"/>
                    </a:cubicBezTo>
                    <a:cubicBezTo>
                      <a:pt x="26742" y="3557"/>
                      <a:pt x="25763" y="4013"/>
                      <a:pt x="24328" y="4322"/>
                    </a:cubicBezTo>
                    <a:cubicBezTo>
                      <a:pt x="23457" y="4509"/>
                      <a:pt x="22585" y="4603"/>
                      <a:pt x="21700" y="4603"/>
                    </a:cubicBezTo>
                    <a:lnTo>
                      <a:pt x="15437" y="4603"/>
                    </a:lnTo>
                    <a:lnTo>
                      <a:pt x="15437" y="3195"/>
                    </a:lnTo>
                    <a:cubicBezTo>
                      <a:pt x="15437" y="3182"/>
                      <a:pt x="15423" y="3168"/>
                      <a:pt x="15423" y="3155"/>
                    </a:cubicBezTo>
                    <a:cubicBezTo>
                      <a:pt x="15464" y="3101"/>
                      <a:pt x="15490" y="3048"/>
                      <a:pt x="15504" y="3007"/>
                    </a:cubicBezTo>
                    <a:cubicBezTo>
                      <a:pt x="15531" y="2954"/>
                      <a:pt x="15544" y="2900"/>
                      <a:pt x="15544" y="2846"/>
                    </a:cubicBezTo>
                    <a:lnTo>
                      <a:pt x="15544" y="2833"/>
                    </a:lnTo>
                    <a:lnTo>
                      <a:pt x="1664" y="1036"/>
                    </a:lnTo>
                    <a:lnTo>
                      <a:pt x="148" y="111"/>
                    </a:lnTo>
                    <a:cubicBezTo>
                      <a:pt x="2052" y="84"/>
                      <a:pt x="4145" y="70"/>
                      <a:pt x="6036" y="70"/>
                    </a:cubicBezTo>
                    <a:cubicBezTo>
                      <a:pt x="7001" y="70"/>
                      <a:pt x="8101" y="57"/>
                      <a:pt x="9268" y="57"/>
                    </a:cubicBezTo>
                    <a:lnTo>
                      <a:pt x="10488" y="57"/>
                    </a:lnTo>
                    <a:cubicBezTo>
                      <a:pt x="11530" y="52"/>
                      <a:pt x="12591" y="48"/>
                      <a:pt x="13642" y="48"/>
                    </a:cubicBezTo>
                    <a:close/>
                    <a:moveTo>
                      <a:pt x="12740" y="0"/>
                    </a:moveTo>
                    <a:cubicBezTo>
                      <a:pt x="11987" y="0"/>
                      <a:pt x="11232" y="1"/>
                      <a:pt x="10488" y="3"/>
                    </a:cubicBezTo>
                    <a:lnTo>
                      <a:pt x="9254" y="17"/>
                    </a:lnTo>
                    <a:lnTo>
                      <a:pt x="6036" y="17"/>
                    </a:lnTo>
                    <a:cubicBezTo>
                      <a:pt x="4118" y="17"/>
                      <a:pt x="1999" y="30"/>
                      <a:pt x="68" y="57"/>
                    </a:cubicBezTo>
                    <a:lnTo>
                      <a:pt x="1" y="57"/>
                    </a:lnTo>
                    <a:lnTo>
                      <a:pt x="1637" y="1076"/>
                    </a:lnTo>
                    <a:lnTo>
                      <a:pt x="15490" y="2860"/>
                    </a:lnTo>
                    <a:cubicBezTo>
                      <a:pt x="15490" y="2900"/>
                      <a:pt x="15490" y="2940"/>
                      <a:pt x="15464" y="2994"/>
                    </a:cubicBezTo>
                    <a:cubicBezTo>
                      <a:pt x="15450" y="3034"/>
                      <a:pt x="15423" y="3074"/>
                      <a:pt x="15383" y="3141"/>
                    </a:cubicBezTo>
                    <a:lnTo>
                      <a:pt x="15370" y="3141"/>
                    </a:lnTo>
                    <a:lnTo>
                      <a:pt x="15370" y="3155"/>
                    </a:lnTo>
                    <a:cubicBezTo>
                      <a:pt x="15383" y="3168"/>
                      <a:pt x="15383" y="3182"/>
                      <a:pt x="15383" y="3195"/>
                    </a:cubicBezTo>
                    <a:lnTo>
                      <a:pt x="15383" y="4643"/>
                    </a:lnTo>
                    <a:lnTo>
                      <a:pt x="21700" y="4643"/>
                    </a:lnTo>
                    <a:cubicBezTo>
                      <a:pt x="22585" y="4643"/>
                      <a:pt x="23470" y="4550"/>
                      <a:pt x="24342" y="4362"/>
                    </a:cubicBezTo>
                    <a:cubicBezTo>
                      <a:pt x="25777" y="4053"/>
                      <a:pt x="26756" y="3584"/>
                      <a:pt x="27225" y="3343"/>
                    </a:cubicBezTo>
                    <a:cubicBezTo>
                      <a:pt x="27306" y="3289"/>
                      <a:pt x="27373" y="3249"/>
                      <a:pt x="27440" y="3208"/>
                    </a:cubicBezTo>
                    <a:cubicBezTo>
                      <a:pt x="27480" y="3182"/>
                      <a:pt x="27507" y="3168"/>
                      <a:pt x="27534" y="3155"/>
                    </a:cubicBezTo>
                    <a:cubicBezTo>
                      <a:pt x="27601" y="3101"/>
                      <a:pt x="27668" y="3061"/>
                      <a:pt x="27735" y="3021"/>
                    </a:cubicBezTo>
                    <a:cubicBezTo>
                      <a:pt x="27815" y="2954"/>
                      <a:pt x="27882" y="2900"/>
                      <a:pt x="27936" y="2846"/>
                    </a:cubicBezTo>
                    <a:cubicBezTo>
                      <a:pt x="27990" y="2793"/>
                      <a:pt x="28016" y="2739"/>
                      <a:pt x="28016" y="2712"/>
                    </a:cubicBezTo>
                    <a:cubicBezTo>
                      <a:pt x="28016" y="2699"/>
                      <a:pt x="28016" y="2685"/>
                      <a:pt x="28016" y="2685"/>
                    </a:cubicBezTo>
                    <a:lnTo>
                      <a:pt x="28003" y="2685"/>
                    </a:lnTo>
                    <a:lnTo>
                      <a:pt x="28003" y="2672"/>
                    </a:lnTo>
                    <a:cubicBezTo>
                      <a:pt x="28003" y="2659"/>
                      <a:pt x="28003" y="2659"/>
                      <a:pt x="28003" y="2659"/>
                    </a:cubicBezTo>
                    <a:cubicBezTo>
                      <a:pt x="28003" y="2632"/>
                      <a:pt x="27990" y="2605"/>
                      <a:pt x="27976" y="2578"/>
                    </a:cubicBezTo>
                    <a:cubicBezTo>
                      <a:pt x="27936" y="2511"/>
                      <a:pt x="27882" y="2444"/>
                      <a:pt x="27815" y="2350"/>
                    </a:cubicBezTo>
                    <a:cubicBezTo>
                      <a:pt x="27721" y="2243"/>
                      <a:pt x="27587" y="2109"/>
                      <a:pt x="27453" y="1975"/>
                    </a:cubicBezTo>
                    <a:cubicBezTo>
                      <a:pt x="27373" y="1908"/>
                      <a:pt x="27306" y="1841"/>
                      <a:pt x="27225" y="1787"/>
                    </a:cubicBezTo>
                    <a:cubicBezTo>
                      <a:pt x="26809" y="1452"/>
                      <a:pt x="25951" y="835"/>
                      <a:pt x="24771" y="486"/>
                    </a:cubicBezTo>
                    <a:cubicBezTo>
                      <a:pt x="24650" y="446"/>
                      <a:pt x="24503" y="419"/>
                      <a:pt x="24328" y="392"/>
                    </a:cubicBezTo>
                    <a:cubicBezTo>
                      <a:pt x="22458" y="55"/>
                      <a:pt x="17619" y="0"/>
                      <a:pt x="1274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48"/>
              <p:cNvSpPr/>
              <p:nvPr/>
            </p:nvSpPr>
            <p:spPr>
              <a:xfrm>
                <a:off x="4715493" y="3985271"/>
                <a:ext cx="2386804" cy="464089"/>
              </a:xfrm>
              <a:custGeom>
                <a:avLst/>
                <a:gdLst/>
                <a:ahLst/>
                <a:cxnLst/>
                <a:rect l="l" t="t" r="r" b="b"/>
                <a:pathLst>
                  <a:path w="23524" h="4574" extrusionOk="0">
                    <a:moveTo>
                      <a:pt x="20157" y="3165"/>
                    </a:moveTo>
                    <a:cubicBezTo>
                      <a:pt x="20143" y="3165"/>
                      <a:pt x="20143" y="3179"/>
                      <a:pt x="20143" y="3192"/>
                    </a:cubicBezTo>
                    <a:lnTo>
                      <a:pt x="20143" y="3380"/>
                    </a:lnTo>
                    <a:lnTo>
                      <a:pt x="18789" y="3380"/>
                    </a:lnTo>
                    <a:cubicBezTo>
                      <a:pt x="18762" y="3366"/>
                      <a:pt x="18507" y="3273"/>
                      <a:pt x="18212" y="3165"/>
                    </a:cubicBezTo>
                    <a:close/>
                    <a:moveTo>
                      <a:pt x="20211" y="3098"/>
                    </a:moveTo>
                    <a:cubicBezTo>
                      <a:pt x="20197" y="3112"/>
                      <a:pt x="20184" y="3112"/>
                      <a:pt x="20184" y="3112"/>
                    </a:cubicBezTo>
                    <a:lnTo>
                      <a:pt x="18092" y="3112"/>
                    </a:lnTo>
                    <a:lnTo>
                      <a:pt x="18092" y="3152"/>
                    </a:lnTo>
                    <a:cubicBezTo>
                      <a:pt x="18454" y="3299"/>
                      <a:pt x="18776" y="3420"/>
                      <a:pt x="18776" y="3420"/>
                    </a:cubicBezTo>
                    <a:lnTo>
                      <a:pt x="20197" y="3420"/>
                    </a:lnTo>
                    <a:lnTo>
                      <a:pt x="20197" y="3192"/>
                    </a:lnTo>
                    <a:cubicBezTo>
                      <a:pt x="20197" y="3179"/>
                      <a:pt x="20197" y="3179"/>
                      <a:pt x="20197" y="3165"/>
                    </a:cubicBezTo>
                    <a:cubicBezTo>
                      <a:pt x="20197" y="3165"/>
                      <a:pt x="20197" y="3152"/>
                      <a:pt x="20197" y="3152"/>
                    </a:cubicBezTo>
                    <a:lnTo>
                      <a:pt x="20211" y="3152"/>
                    </a:lnTo>
                    <a:cubicBezTo>
                      <a:pt x="20211" y="3152"/>
                      <a:pt x="20224" y="3138"/>
                      <a:pt x="20224" y="3138"/>
                    </a:cubicBezTo>
                    <a:lnTo>
                      <a:pt x="20211" y="3098"/>
                    </a:lnTo>
                    <a:close/>
                    <a:moveTo>
                      <a:pt x="10273" y="41"/>
                    </a:moveTo>
                    <a:lnTo>
                      <a:pt x="11319" y="1180"/>
                    </a:lnTo>
                    <a:lnTo>
                      <a:pt x="11359" y="1221"/>
                    </a:lnTo>
                    <a:lnTo>
                      <a:pt x="15181" y="2267"/>
                    </a:lnTo>
                    <a:lnTo>
                      <a:pt x="20626" y="2267"/>
                    </a:lnTo>
                    <a:cubicBezTo>
                      <a:pt x="20626" y="2294"/>
                      <a:pt x="20613" y="2307"/>
                      <a:pt x="20599" y="2320"/>
                    </a:cubicBezTo>
                    <a:cubicBezTo>
                      <a:pt x="20559" y="2361"/>
                      <a:pt x="20532" y="2387"/>
                      <a:pt x="20479" y="2441"/>
                    </a:cubicBezTo>
                    <a:lnTo>
                      <a:pt x="20452" y="2455"/>
                    </a:lnTo>
                    <a:lnTo>
                      <a:pt x="20479" y="2468"/>
                    </a:lnTo>
                    <a:cubicBezTo>
                      <a:pt x="20479" y="2468"/>
                      <a:pt x="20479" y="2481"/>
                      <a:pt x="20479" y="2481"/>
                    </a:cubicBezTo>
                    <a:lnTo>
                      <a:pt x="20465" y="2481"/>
                    </a:lnTo>
                    <a:lnTo>
                      <a:pt x="20304" y="2696"/>
                    </a:lnTo>
                    <a:lnTo>
                      <a:pt x="19151" y="2696"/>
                    </a:lnTo>
                    <a:lnTo>
                      <a:pt x="19151" y="2736"/>
                    </a:lnTo>
                    <a:cubicBezTo>
                      <a:pt x="19312" y="2763"/>
                      <a:pt x="19513" y="2790"/>
                      <a:pt x="19714" y="2830"/>
                    </a:cubicBezTo>
                    <a:cubicBezTo>
                      <a:pt x="19835" y="2843"/>
                      <a:pt x="19942" y="2857"/>
                      <a:pt x="20063" y="2884"/>
                    </a:cubicBezTo>
                    <a:lnTo>
                      <a:pt x="20103" y="2924"/>
                    </a:lnTo>
                    <a:cubicBezTo>
                      <a:pt x="20130" y="2951"/>
                      <a:pt x="20170" y="2964"/>
                      <a:pt x="20251" y="2991"/>
                    </a:cubicBezTo>
                    <a:cubicBezTo>
                      <a:pt x="20304" y="3004"/>
                      <a:pt x="20385" y="3031"/>
                      <a:pt x="20479" y="3045"/>
                    </a:cubicBezTo>
                    <a:lnTo>
                      <a:pt x="20492" y="3045"/>
                    </a:lnTo>
                    <a:cubicBezTo>
                      <a:pt x="20734" y="2964"/>
                      <a:pt x="21176" y="2870"/>
                      <a:pt x="21860" y="2803"/>
                    </a:cubicBezTo>
                    <a:cubicBezTo>
                      <a:pt x="22329" y="2750"/>
                      <a:pt x="22853" y="2723"/>
                      <a:pt x="23429" y="2723"/>
                    </a:cubicBezTo>
                    <a:cubicBezTo>
                      <a:pt x="23429" y="2723"/>
                      <a:pt x="23443" y="2723"/>
                      <a:pt x="23456" y="2736"/>
                    </a:cubicBezTo>
                    <a:cubicBezTo>
                      <a:pt x="23469" y="2750"/>
                      <a:pt x="23483" y="2763"/>
                      <a:pt x="23483" y="2776"/>
                    </a:cubicBezTo>
                    <a:lnTo>
                      <a:pt x="23483" y="4345"/>
                    </a:lnTo>
                    <a:cubicBezTo>
                      <a:pt x="23469" y="4359"/>
                      <a:pt x="23469" y="4386"/>
                      <a:pt x="23456" y="4399"/>
                    </a:cubicBezTo>
                    <a:cubicBezTo>
                      <a:pt x="23443" y="4413"/>
                      <a:pt x="23429" y="4413"/>
                      <a:pt x="23429" y="4413"/>
                    </a:cubicBezTo>
                    <a:cubicBezTo>
                      <a:pt x="22893" y="4413"/>
                      <a:pt x="22397" y="4386"/>
                      <a:pt x="21954" y="4345"/>
                    </a:cubicBezTo>
                    <a:lnTo>
                      <a:pt x="21927" y="4345"/>
                    </a:lnTo>
                    <a:lnTo>
                      <a:pt x="21927" y="4533"/>
                    </a:lnTo>
                    <a:lnTo>
                      <a:pt x="19915" y="4533"/>
                    </a:lnTo>
                    <a:cubicBezTo>
                      <a:pt x="18601" y="4533"/>
                      <a:pt x="11762" y="4265"/>
                      <a:pt x="7819" y="3675"/>
                    </a:cubicBezTo>
                    <a:cubicBezTo>
                      <a:pt x="6987" y="3554"/>
                      <a:pt x="6330" y="3420"/>
                      <a:pt x="5874" y="3286"/>
                    </a:cubicBezTo>
                    <a:cubicBezTo>
                      <a:pt x="3500" y="2589"/>
                      <a:pt x="1824" y="1972"/>
                      <a:pt x="899" y="1462"/>
                    </a:cubicBezTo>
                    <a:cubicBezTo>
                      <a:pt x="711" y="1355"/>
                      <a:pt x="536" y="1261"/>
                      <a:pt x="416" y="1154"/>
                    </a:cubicBezTo>
                    <a:cubicBezTo>
                      <a:pt x="376" y="1127"/>
                      <a:pt x="335" y="1100"/>
                      <a:pt x="308" y="1073"/>
                    </a:cubicBezTo>
                    <a:cubicBezTo>
                      <a:pt x="215" y="993"/>
                      <a:pt x="148" y="926"/>
                      <a:pt x="107" y="859"/>
                    </a:cubicBezTo>
                    <a:cubicBezTo>
                      <a:pt x="94" y="832"/>
                      <a:pt x="80" y="818"/>
                      <a:pt x="67" y="792"/>
                    </a:cubicBezTo>
                    <a:lnTo>
                      <a:pt x="67" y="792"/>
                    </a:lnTo>
                    <a:cubicBezTo>
                      <a:pt x="1797" y="1167"/>
                      <a:pt x="4707" y="1784"/>
                      <a:pt x="5177" y="1811"/>
                    </a:cubicBezTo>
                    <a:lnTo>
                      <a:pt x="5230" y="1824"/>
                    </a:lnTo>
                    <a:lnTo>
                      <a:pt x="5686" y="1824"/>
                    </a:lnTo>
                    <a:cubicBezTo>
                      <a:pt x="5753" y="1811"/>
                      <a:pt x="5820" y="1811"/>
                      <a:pt x="5874" y="1797"/>
                    </a:cubicBezTo>
                    <a:cubicBezTo>
                      <a:pt x="6102" y="1757"/>
                      <a:pt x="6276" y="1677"/>
                      <a:pt x="6397" y="1543"/>
                    </a:cubicBezTo>
                    <a:cubicBezTo>
                      <a:pt x="6411" y="1529"/>
                      <a:pt x="6437" y="1489"/>
                      <a:pt x="6464" y="1462"/>
                    </a:cubicBezTo>
                    <a:cubicBezTo>
                      <a:pt x="6478" y="1435"/>
                      <a:pt x="6491" y="1408"/>
                      <a:pt x="6504" y="1382"/>
                    </a:cubicBezTo>
                    <a:lnTo>
                      <a:pt x="6518" y="1355"/>
                    </a:lnTo>
                    <a:lnTo>
                      <a:pt x="201" y="537"/>
                    </a:lnTo>
                    <a:cubicBezTo>
                      <a:pt x="228" y="523"/>
                      <a:pt x="255" y="523"/>
                      <a:pt x="295" y="510"/>
                    </a:cubicBezTo>
                    <a:cubicBezTo>
                      <a:pt x="416" y="483"/>
                      <a:pt x="563" y="456"/>
                      <a:pt x="751" y="429"/>
                    </a:cubicBezTo>
                    <a:cubicBezTo>
                      <a:pt x="899" y="416"/>
                      <a:pt x="1073" y="389"/>
                      <a:pt x="1274" y="376"/>
                    </a:cubicBezTo>
                    <a:cubicBezTo>
                      <a:pt x="2535" y="255"/>
                      <a:pt x="4748" y="148"/>
                      <a:pt x="7819" y="81"/>
                    </a:cubicBezTo>
                    <a:cubicBezTo>
                      <a:pt x="8583" y="67"/>
                      <a:pt x="9415" y="54"/>
                      <a:pt x="10273" y="41"/>
                    </a:cubicBezTo>
                    <a:close/>
                    <a:moveTo>
                      <a:pt x="10273" y="0"/>
                    </a:moveTo>
                    <a:cubicBezTo>
                      <a:pt x="9415" y="14"/>
                      <a:pt x="8597" y="27"/>
                      <a:pt x="7819" y="54"/>
                    </a:cubicBezTo>
                    <a:cubicBezTo>
                      <a:pt x="4748" y="121"/>
                      <a:pt x="2535" y="215"/>
                      <a:pt x="1274" y="336"/>
                    </a:cubicBezTo>
                    <a:cubicBezTo>
                      <a:pt x="1073" y="362"/>
                      <a:pt x="899" y="376"/>
                      <a:pt x="751" y="403"/>
                    </a:cubicBezTo>
                    <a:cubicBezTo>
                      <a:pt x="563" y="429"/>
                      <a:pt x="402" y="456"/>
                      <a:pt x="282" y="483"/>
                    </a:cubicBezTo>
                    <a:cubicBezTo>
                      <a:pt x="201" y="496"/>
                      <a:pt x="148" y="523"/>
                      <a:pt x="94" y="537"/>
                    </a:cubicBezTo>
                    <a:lnTo>
                      <a:pt x="94" y="577"/>
                    </a:lnTo>
                    <a:lnTo>
                      <a:pt x="6451" y="1395"/>
                    </a:lnTo>
                    <a:cubicBezTo>
                      <a:pt x="6451" y="1408"/>
                      <a:pt x="6437" y="1435"/>
                      <a:pt x="6424" y="1449"/>
                    </a:cubicBezTo>
                    <a:cubicBezTo>
                      <a:pt x="6411" y="1475"/>
                      <a:pt x="6384" y="1502"/>
                      <a:pt x="6357" y="1529"/>
                    </a:cubicBezTo>
                    <a:cubicBezTo>
                      <a:pt x="6250" y="1650"/>
                      <a:pt x="6089" y="1730"/>
                      <a:pt x="5874" y="1771"/>
                    </a:cubicBezTo>
                    <a:cubicBezTo>
                      <a:pt x="5807" y="1771"/>
                      <a:pt x="5753" y="1784"/>
                      <a:pt x="5686" y="1784"/>
                    </a:cubicBezTo>
                    <a:cubicBezTo>
                      <a:pt x="5619" y="1791"/>
                      <a:pt x="5549" y="1794"/>
                      <a:pt x="5473" y="1794"/>
                    </a:cubicBezTo>
                    <a:cubicBezTo>
                      <a:pt x="5398" y="1794"/>
                      <a:pt x="5318" y="1791"/>
                      <a:pt x="5230" y="1784"/>
                    </a:cubicBezTo>
                    <a:lnTo>
                      <a:pt x="5190" y="1784"/>
                    </a:lnTo>
                    <a:cubicBezTo>
                      <a:pt x="4707" y="1744"/>
                      <a:pt x="1757" y="1113"/>
                      <a:pt x="40" y="751"/>
                    </a:cubicBezTo>
                    <a:lnTo>
                      <a:pt x="0" y="738"/>
                    </a:lnTo>
                    <a:lnTo>
                      <a:pt x="13" y="778"/>
                    </a:lnTo>
                    <a:cubicBezTo>
                      <a:pt x="27" y="805"/>
                      <a:pt x="54" y="845"/>
                      <a:pt x="67" y="885"/>
                    </a:cubicBezTo>
                    <a:cubicBezTo>
                      <a:pt x="121" y="952"/>
                      <a:pt x="188" y="1020"/>
                      <a:pt x="282" y="1100"/>
                    </a:cubicBezTo>
                    <a:cubicBezTo>
                      <a:pt x="308" y="1127"/>
                      <a:pt x="349" y="1167"/>
                      <a:pt x="389" y="1194"/>
                    </a:cubicBezTo>
                    <a:cubicBezTo>
                      <a:pt x="523" y="1288"/>
                      <a:pt x="684" y="1395"/>
                      <a:pt x="872" y="1502"/>
                    </a:cubicBezTo>
                    <a:cubicBezTo>
                      <a:pt x="1811" y="2012"/>
                      <a:pt x="3487" y="2629"/>
                      <a:pt x="5861" y="3326"/>
                    </a:cubicBezTo>
                    <a:cubicBezTo>
                      <a:pt x="6330" y="3460"/>
                      <a:pt x="6987" y="3594"/>
                      <a:pt x="7819" y="3715"/>
                    </a:cubicBezTo>
                    <a:cubicBezTo>
                      <a:pt x="11762" y="4305"/>
                      <a:pt x="18601" y="4573"/>
                      <a:pt x="19915" y="4573"/>
                    </a:cubicBezTo>
                    <a:lnTo>
                      <a:pt x="21981" y="4573"/>
                    </a:lnTo>
                    <a:lnTo>
                      <a:pt x="21981" y="4399"/>
                    </a:lnTo>
                    <a:cubicBezTo>
                      <a:pt x="22423" y="4439"/>
                      <a:pt x="22906" y="4453"/>
                      <a:pt x="23429" y="4453"/>
                    </a:cubicBezTo>
                    <a:cubicBezTo>
                      <a:pt x="23456" y="4453"/>
                      <a:pt x="23469" y="4453"/>
                      <a:pt x="23483" y="4439"/>
                    </a:cubicBezTo>
                    <a:cubicBezTo>
                      <a:pt x="23510" y="4413"/>
                      <a:pt x="23523" y="4359"/>
                      <a:pt x="23523" y="4359"/>
                    </a:cubicBezTo>
                    <a:lnTo>
                      <a:pt x="23523" y="2776"/>
                    </a:lnTo>
                    <a:cubicBezTo>
                      <a:pt x="23523" y="2750"/>
                      <a:pt x="23510" y="2723"/>
                      <a:pt x="23483" y="2709"/>
                    </a:cubicBezTo>
                    <a:cubicBezTo>
                      <a:pt x="23469" y="2696"/>
                      <a:pt x="23456" y="2682"/>
                      <a:pt x="23429" y="2682"/>
                    </a:cubicBezTo>
                    <a:cubicBezTo>
                      <a:pt x="22853" y="2682"/>
                      <a:pt x="22329" y="2709"/>
                      <a:pt x="21860" y="2763"/>
                    </a:cubicBezTo>
                    <a:cubicBezTo>
                      <a:pt x="21176" y="2830"/>
                      <a:pt x="20734" y="2924"/>
                      <a:pt x="20479" y="3004"/>
                    </a:cubicBezTo>
                    <a:cubicBezTo>
                      <a:pt x="20398" y="2991"/>
                      <a:pt x="20318" y="2964"/>
                      <a:pt x="20264" y="2951"/>
                    </a:cubicBezTo>
                    <a:cubicBezTo>
                      <a:pt x="20184" y="2924"/>
                      <a:pt x="20143" y="2910"/>
                      <a:pt x="20143" y="2897"/>
                    </a:cubicBezTo>
                    <a:lnTo>
                      <a:pt x="20076" y="2843"/>
                    </a:lnTo>
                    <a:cubicBezTo>
                      <a:pt x="19956" y="2817"/>
                      <a:pt x="19848" y="2803"/>
                      <a:pt x="19728" y="2790"/>
                    </a:cubicBezTo>
                    <a:cubicBezTo>
                      <a:pt x="19620" y="2776"/>
                      <a:pt x="19513" y="2750"/>
                      <a:pt x="19406" y="2736"/>
                    </a:cubicBezTo>
                    <a:lnTo>
                      <a:pt x="20331" y="2736"/>
                    </a:lnTo>
                    <a:lnTo>
                      <a:pt x="20506" y="2522"/>
                    </a:lnTo>
                    <a:cubicBezTo>
                      <a:pt x="20506" y="2508"/>
                      <a:pt x="20519" y="2495"/>
                      <a:pt x="20519" y="2481"/>
                    </a:cubicBezTo>
                    <a:cubicBezTo>
                      <a:pt x="20519" y="2481"/>
                      <a:pt x="20519" y="2468"/>
                      <a:pt x="20519" y="2468"/>
                    </a:cubicBezTo>
                    <a:cubicBezTo>
                      <a:pt x="20559" y="2414"/>
                      <a:pt x="20599" y="2387"/>
                      <a:pt x="20640" y="2347"/>
                    </a:cubicBezTo>
                    <a:cubicBezTo>
                      <a:pt x="20667" y="2320"/>
                      <a:pt x="20680" y="2294"/>
                      <a:pt x="20680" y="2253"/>
                    </a:cubicBezTo>
                    <a:lnTo>
                      <a:pt x="20680" y="2240"/>
                    </a:lnTo>
                    <a:lnTo>
                      <a:pt x="15195" y="2240"/>
                    </a:lnTo>
                    <a:lnTo>
                      <a:pt x="11386" y="1194"/>
                    </a:lnTo>
                    <a:lnTo>
                      <a:pt x="10300" y="14"/>
                    </a:lnTo>
                    <a:lnTo>
                      <a:pt x="1028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48"/>
              <p:cNvSpPr/>
              <p:nvPr/>
            </p:nvSpPr>
            <p:spPr>
              <a:xfrm>
                <a:off x="6551051" y="4299602"/>
                <a:ext cx="216420" cy="32772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323" extrusionOk="0">
                    <a:moveTo>
                      <a:pt x="2066" y="54"/>
                    </a:moveTo>
                    <a:cubicBezTo>
                      <a:pt x="2052" y="67"/>
                      <a:pt x="2052" y="81"/>
                      <a:pt x="2052" y="94"/>
                    </a:cubicBezTo>
                    <a:lnTo>
                      <a:pt x="2052" y="282"/>
                    </a:lnTo>
                    <a:lnTo>
                      <a:pt x="698" y="282"/>
                    </a:lnTo>
                    <a:cubicBezTo>
                      <a:pt x="671" y="268"/>
                      <a:pt x="416" y="175"/>
                      <a:pt x="121" y="54"/>
                    </a:cubicBezTo>
                    <a:close/>
                    <a:moveTo>
                      <a:pt x="2120" y="0"/>
                    </a:moveTo>
                    <a:cubicBezTo>
                      <a:pt x="2106" y="14"/>
                      <a:pt x="2093" y="14"/>
                      <a:pt x="2093" y="14"/>
                    </a:cubicBezTo>
                    <a:lnTo>
                      <a:pt x="1" y="14"/>
                    </a:lnTo>
                    <a:lnTo>
                      <a:pt x="1" y="54"/>
                    </a:lnTo>
                    <a:cubicBezTo>
                      <a:pt x="363" y="201"/>
                      <a:pt x="685" y="322"/>
                      <a:pt x="685" y="322"/>
                    </a:cubicBezTo>
                    <a:lnTo>
                      <a:pt x="2106" y="322"/>
                    </a:lnTo>
                    <a:lnTo>
                      <a:pt x="2106" y="94"/>
                    </a:lnTo>
                    <a:cubicBezTo>
                      <a:pt x="2106" y="81"/>
                      <a:pt x="2106" y="81"/>
                      <a:pt x="2106" y="67"/>
                    </a:cubicBezTo>
                    <a:cubicBezTo>
                      <a:pt x="2106" y="67"/>
                      <a:pt x="2106" y="54"/>
                      <a:pt x="2106" y="54"/>
                    </a:cubicBezTo>
                    <a:lnTo>
                      <a:pt x="2120" y="54"/>
                    </a:lnTo>
                    <a:cubicBezTo>
                      <a:pt x="2120" y="40"/>
                      <a:pt x="2133" y="40"/>
                      <a:pt x="2133" y="40"/>
                    </a:cubicBezTo>
                    <a:lnTo>
                      <a:pt x="212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48"/>
              <p:cNvSpPr/>
              <p:nvPr/>
            </p:nvSpPr>
            <p:spPr>
              <a:xfrm>
                <a:off x="5712869" y="3940323"/>
                <a:ext cx="1703758" cy="372976"/>
              </a:xfrm>
              <a:custGeom>
                <a:avLst/>
                <a:gdLst/>
                <a:ahLst/>
                <a:cxnLst/>
                <a:rect l="l" t="t" r="r" b="b"/>
                <a:pathLst>
                  <a:path w="16792" h="3676" extrusionOk="0">
                    <a:moveTo>
                      <a:pt x="617" y="54"/>
                    </a:moveTo>
                    <a:lnTo>
                      <a:pt x="2884" y="1449"/>
                    </a:lnTo>
                    <a:lnTo>
                      <a:pt x="16737" y="3233"/>
                    </a:lnTo>
                    <a:cubicBezTo>
                      <a:pt x="16737" y="3286"/>
                      <a:pt x="16737" y="3327"/>
                      <a:pt x="16711" y="3367"/>
                    </a:cubicBezTo>
                    <a:cubicBezTo>
                      <a:pt x="16697" y="3407"/>
                      <a:pt x="16670" y="3434"/>
                      <a:pt x="16644" y="3488"/>
                    </a:cubicBezTo>
                    <a:cubicBezTo>
                      <a:pt x="16644" y="3488"/>
                      <a:pt x="16630" y="3474"/>
                      <a:pt x="16630" y="3474"/>
                    </a:cubicBezTo>
                    <a:cubicBezTo>
                      <a:pt x="16603" y="3461"/>
                      <a:pt x="16576" y="3447"/>
                      <a:pt x="16550" y="3447"/>
                    </a:cubicBezTo>
                    <a:cubicBezTo>
                      <a:pt x="15772" y="3447"/>
                      <a:pt x="15048" y="3488"/>
                      <a:pt x="14417" y="3555"/>
                    </a:cubicBezTo>
                    <a:cubicBezTo>
                      <a:pt x="14162" y="3568"/>
                      <a:pt x="13921" y="3608"/>
                      <a:pt x="13693" y="3635"/>
                    </a:cubicBezTo>
                    <a:lnTo>
                      <a:pt x="13693" y="3219"/>
                    </a:lnTo>
                    <a:cubicBezTo>
                      <a:pt x="13693" y="3193"/>
                      <a:pt x="13680" y="3166"/>
                      <a:pt x="13653" y="3152"/>
                    </a:cubicBezTo>
                    <a:cubicBezTo>
                      <a:pt x="13639" y="3139"/>
                      <a:pt x="13613" y="3125"/>
                      <a:pt x="13599" y="3125"/>
                    </a:cubicBezTo>
                    <a:cubicBezTo>
                      <a:pt x="13023" y="3125"/>
                      <a:pt x="12499" y="3152"/>
                      <a:pt x="12017" y="3206"/>
                    </a:cubicBezTo>
                    <a:cubicBezTo>
                      <a:pt x="11346" y="3273"/>
                      <a:pt x="10904" y="3367"/>
                      <a:pt x="10649" y="3447"/>
                    </a:cubicBezTo>
                    <a:cubicBezTo>
                      <a:pt x="10555" y="3434"/>
                      <a:pt x="10488" y="3407"/>
                      <a:pt x="10434" y="3394"/>
                    </a:cubicBezTo>
                    <a:cubicBezTo>
                      <a:pt x="10354" y="3367"/>
                      <a:pt x="10313" y="3353"/>
                      <a:pt x="10300" y="3340"/>
                    </a:cubicBezTo>
                    <a:lnTo>
                      <a:pt x="10246" y="3286"/>
                    </a:lnTo>
                    <a:cubicBezTo>
                      <a:pt x="10126" y="3260"/>
                      <a:pt x="10005" y="3246"/>
                      <a:pt x="9884" y="3233"/>
                    </a:cubicBezTo>
                    <a:cubicBezTo>
                      <a:pt x="9790" y="3219"/>
                      <a:pt x="9683" y="3193"/>
                      <a:pt x="9576" y="3179"/>
                    </a:cubicBezTo>
                    <a:lnTo>
                      <a:pt x="10488" y="3179"/>
                    </a:lnTo>
                    <a:lnTo>
                      <a:pt x="10676" y="2965"/>
                    </a:lnTo>
                    <a:cubicBezTo>
                      <a:pt x="10676" y="2951"/>
                      <a:pt x="10689" y="2938"/>
                      <a:pt x="10689" y="2924"/>
                    </a:cubicBezTo>
                    <a:cubicBezTo>
                      <a:pt x="10689" y="2924"/>
                      <a:pt x="10689" y="2911"/>
                      <a:pt x="10689" y="2911"/>
                    </a:cubicBezTo>
                    <a:cubicBezTo>
                      <a:pt x="10729" y="2857"/>
                      <a:pt x="10769" y="2830"/>
                      <a:pt x="10796" y="2790"/>
                    </a:cubicBezTo>
                    <a:cubicBezTo>
                      <a:pt x="10837" y="2763"/>
                      <a:pt x="10837" y="2737"/>
                      <a:pt x="10837" y="2696"/>
                    </a:cubicBezTo>
                    <a:lnTo>
                      <a:pt x="10837" y="2683"/>
                    </a:lnTo>
                    <a:lnTo>
                      <a:pt x="5351" y="2683"/>
                    </a:lnTo>
                    <a:lnTo>
                      <a:pt x="1556" y="1637"/>
                    </a:lnTo>
                    <a:lnTo>
                      <a:pt x="94" y="54"/>
                    </a:lnTo>
                    <a:close/>
                    <a:moveTo>
                      <a:pt x="0" y="1"/>
                    </a:moveTo>
                    <a:lnTo>
                      <a:pt x="1489" y="1623"/>
                    </a:lnTo>
                    <a:lnTo>
                      <a:pt x="1529" y="1664"/>
                    </a:lnTo>
                    <a:lnTo>
                      <a:pt x="5351" y="2710"/>
                    </a:lnTo>
                    <a:lnTo>
                      <a:pt x="10796" y="2710"/>
                    </a:lnTo>
                    <a:cubicBezTo>
                      <a:pt x="10796" y="2737"/>
                      <a:pt x="10796" y="2750"/>
                      <a:pt x="10769" y="2763"/>
                    </a:cubicBezTo>
                    <a:cubicBezTo>
                      <a:pt x="10743" y="2804"/>
                      <a:pt x="10702" y="2830"/>
                      <a:pt x="10649" y="2884"/>
                    </a:cubicBezTo>
                    <a:lnTo>
                      <a:pt x="10635" y="2898"/>
                    </a:lnTo>
                    <a:lnTo>
                      <a:pt x="10649" y="2911"/>
                    </a:lnTo>
                    <a:cubicBezTo>
                      <a:pt x="10649" y="2911"/>
                      <a:pt x="10649" y="2924"/>
                      <a:pt x="10649" y="2924"/>
                    </a:cubicBezTo>
                    <a:lnTo>
                      <a:pt x="10635" y="2924"/>
                    </a:lnTo>
                    <a:lnTo>
                      <a:pt x="10474" y="3139"/>
                    </a:lnTo>
                    <a:lnTo>
                      <a:pt x="9334" y="3139"/>
                    </a:lnTo>
                    <a:lnTo>
                      <a:pt x="9321" y="3179"/>
                    </a:lnTo>
                    <a:cubicBezTo>
                      <a:pt x="9482" y="3206"/>
                      <a:pt x="9683" y="3233"/>
                      <a:pt x="9884" y="3260"/>
                    </a:cubicBezTo>
                    <a:cubicBezTo>
                      <a:pt x="10005" y="3286"/>
                      <a:pt x="10126" y="3300"/>
                      <a:pt x="10233" y="3313"/>
                    </a:cubicBezTo>
                    <a:lnTo>
                      <a:pt x="10273" y="3367"/>
                    </a:lnTo>
                    <a:cubicBezTo>
                      <a:pt x="10300" y="3394"/>
                      <a:pt x="10354" y="3407"/>
                      <a:pt x="10434" y="3434"/>
                    </a:cubicBezTo>
                    <a:cubicBezTo>
                      <a:pt x="10488" y="3447"/>
                      <a:pt x="10555" y="3474"/>
                      <a:pt x="10649" y="3488"/>
                    </a:cubicBezTo>
                    <a:lnTo>
                      <a:pt x="10662" y="3488"/>
                    </a:lnTo>
                    <a:cubicBezTo>
                      <a:pt x="10904" y="3407"/>
                      <a:pt x="11346" y="3313"/>
                      <a:pt x="12030" y="3246"/>
                    </a:cubicBezTo>
                    <a:cubicBezTo>
                      <a:pt x="12499" y="3193"/>
                      <a:pt x="13023" y="3166"/>
                      <a:pt x="13599" y="3166"/>
                    </a:cubicBezTo>
                    <a:cubicBezTo>
                      <a:pt x="13613" y="3166"/>
                      <a:pt x="13626" y="3166"/>
                      <a:pt x="13626" y="3179"/>
                    </a:cubicBezTo>
                    <a:cubicBezTo>
                      <a:pt x="13639" y="3193"/>
                      <a:pt x="13653" y="3206"/>
                      <a:pt x="13653" y="3219"/>
                    </a:cubicBezTo>
                    <a:lnTo>
                      <a:pt x="13653" y="3675"/>
                    </a:lnTo>
                    <a:lnTo>
                      <a:pt x="13680" y="3675"/>
                    </a:lnTo>
                    <a:cubicBezTo>
                      <a:pt x="13908" y="3635"/>
                      <a:pt x="14162" y="3608"/>
                      <a:pt x="14417" y="3581"/>
                    </a:cubicBezTo>
                    <a:cubicBezTo>
                      <a:pt x="15061" y="3514"/>
                      <a:pt x="15772" y="3488"/>
                      <a:pt x="16550" y="3474"/>
                    </a:cubicBezTo>
                    <a:cubicBezTo>
                      <a:pt x="16576" y="3474"/>
                      <a:pt x="16590" y="3488"/>
                      <a:pt x="16603" y="3501"/>
                    </a:cubicBezTo>
                    <a:cubicBezTo>
                      <a:pt x="16617" y="3501"/>
                      <a:pt x="16617" y="3514"/>
                      <a:pt x="16630" y="3528"/>
                    </a:cubicBezTo>
                    <a:lnTo>
                      <a:pt x="16644" y="3555"/>
                    </a:lnTo>
                    <a:lnTo>
                      <a:pt x="16657" y="3528"/>
                    </a:lnTo>
                    <a:cubicBezTo>
                      <a:pt x="16711" y="3461"/>
                      <a:pt x="16737" y="3421"/>
                      <a:pt x="16751" y="3367"/>
                    </a:cubicBezTo>
                    <a:cubicBezTo>
                      <a:pt x="16778" y="3313"/>
                      <a:pt x="16791" y="3273"/>
                      <a:pt x="16791" y="3206"/>
                    </a:cubicBezTo>
                    <a:lnTo>
                      <a:pt x="16791" y="3193"/>
                    </a:lnTo>
                    <a:lnTo>
                      <a:pt x="2911" y="1395"/>
                    </a:lnTo>
                    <a:lnTo>
                      <a:pt x="765" y="81"/>
                    </a:lnTo>
                    <a:lnTo>
                      <a:pt x="63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48"/>
              <p:cNvSpPr/>
              <p:nvPr/>
            </p:nvSpPr>
            <p:spPr>
              <a:xfrm>
                <a:off x="5868005" y="4083182"/>
                <a:ext cx="138902" cy="27395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70" extrusionOk="0">
                    <a:moveTo>
                      <a:pt x="1368" y="1"/>
                    </a:moveTo>
                    <a:lnTo>
                      <a:pt x="0" y="229"/>
                    </a:lnTo>
                    <a:lnTo>
                      <a:pt x="14" y="269"/>
                    </a:lnTo>
                    <a:lnTo>
                      <a:pt x="1368" y="41"/>
                    </a:lnTo>
                    <a:lnTo>
                      <a:pt x="1368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48"/>
              <p:cNvSpPr/>
              <p:nvPr/>
            </p:nvSpPr>
            <p:spPr>
              <a:xfrm>
                <a:off x="6770108" y="4298182"/>
                <a:ext cx="1522" cy="4261"/>
              </a:xfrm>
              <a:custGeom>
                <a:avLst/>
                <a:gdLst/>
                <a:ahLst/>
                <a:cxnLst/>
                <a:rect l="l" t="t" r="r" b="b"/>
                <a:pathLst>
                  <a:path w="15" h="42" extrusionOk="0">
                    <a:moveTo>
                      <a:pt x="14" y="4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4" y="4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48"/>
              <p:cNvSpPr/>
              <p:nvPr/>
            </p:nvSpPr>
            <p:spPr>
              <a:xfrm>
                <a:off x="5869324" y="4085922"/>
                <a:ext cx="137583" cy="21916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216" extrusionOk="0">
                    <a:moveTo>
                      <a:pt x="1355" y="1"/>
                    </a:moveTo>
                    <a:lnTo>
                      <a:pt x="1" y="21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48"/>
              <p:cNvSpPr/>
              <p:nvPr/>
            </p:nvSpPr>
            <p:spPr>
              <a:xfrm>
                <a:off x="6770108" y="4299602"/>
                <a:ext cx="1522" cy="142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4" y="0"/>
                    </a:moveTo>
                    <a:lnTo>
                      <a:pt x="1" y="1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48"/>
              <p:cNvSpPr/>
              <p:nvPr/>
            </p:nvSpPr>
            <p:spPr>
              <a:xfrm>
                <a:off x="8464228" y="4109055"/>
                <a:ext cx="140221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551" extrusionOk="0">
                    <a:moveTo>
                      <a:pt x="644" y="41"/>
                    </a:moveTo>
                    <a:cubicBezTo>
                      <a:pt x="886" y="188"/>
                      <a:pt x="1100" y="336"/>
                      <a:pt x="1301" y="510"/>
                    </a:cubicBezTo>
                    <a:lnTo>
                      <a:pt x="41" y="510"/>
                    </a:lnTo>
                    <a:lnTo>
                      <a:pt x="41" y="41"/>
                    </a:lnTo>
                    <a:close/>
                    <a:moveTo>
                      <a:pt x="14" y="1"/>
                    </a:moveTo>
                    <a:cubicBezTo>
                      <a:pt x="14" y="1"/>
                      <a:pt x="1" y="1"/>
                      <a:pt x="1" y="14"/>
                    </a:cubicBezTo>
                    <a:lnTo>
                      <a:pt x="1" y="524"/>
                    </a:lnTo>
                    <a:cubicBezTo>
                      <a:pt x="1" y="537"/>
                      <a:pt x="14" y="551"/>
                      <a:pt x="14" y="551"/>
                    </a:cubicBezTo>
                    <a:lnTo>
                      <a:pt x="1368" y="551"/>
                    </a:lnTo>
                    <a:cubicBezTo>
                      <a:pt x="1368" y="551"/>
                      <a:pt x="1382" y="551"/>
                      <a:pt x="1382" y="537"/>
                    </a:cubicBezTo>
                    <a:cubicBezTo>
                      <a:pt x="1382" y="524"/>
                      <a:pt x="1382" y="510"/>
                      <a:pt x="1382" y="510"/>
                    </a:cubicBezTo>
                    <a:lnTo>
                      <a:pt x="1355" y="497"/>
                    </a:lnTo>
                    <a:cubicBezTo>
                      <a:pt x="1141" y="323"/>
                      <a:pt x="913" y="148"/>
                      <a:pt x="65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48"/>
              <p:cNvSpPr/>
              <p:nvPr/>
            </p:nvSpPr>
            <p:spPr>
              <a:xfrm>
                <a:off x="8390769" y="4107736"/>
                <a:ext cx="69502" cy="5722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564" extrusionOk="0">
                    <a:moveTo>
                      <a:pt x="644" y="54"/>
                    </a:moveTo>
                    <a:lnTo>
                      <a:pt x="644" y="523"/>
                    </a:lnTo>
                    <a:lnTo>
                      <a:pt x="54" y="523"/>
                    </a:lnTo>
                    <a:lnTo>
                      <a:pt x="161" y="54"/>
                    </a:lnTo>
                    <a:close/>
                    <a:moveTo>
                      <a:pt x="134" y="0"/>
                    </a:moveTo>
                    <a:cubicBezTo>
                      <a:pt x="134" y="0"/>
                      <a:pt x="121" y="14"/>
                      <a:pt x="121" y="27"/>
                    </a:cubicBezTo>
                    <a:lnTo>
                      <a:pt x="14" y="537"/>
                    </a:lnTo>
                    <a:cubicBezTo>
                      <a:pt x="0" y="537"/>
                      <a:pt x="14" y="550"/>
                      <a:pt x="14" y="550"/>
                    </a:cubicBezTo>
                    <a:cubicBezTo>
                      <a:pt x="14" y="564"/>
                      <a:pt x="27" y="564"/>
                      <a:pt x="27" y="564"/>
                    </a:cubicBezTo>
                    <a:lnTo>
                      <a:pt x="658" y="564"/>
                    </a:lnTo>
                    <a:cubicBezTo>
                      <a:pt x="671" y="564"/>
                      <a:pt x="684" y="550"/>
                      <a:pt x="684" y="537"/>
                    </a:cubicBezTo>
                    <a:lnTo>
                      <a:pt x="684" y="27"/>
                    </a:lnTo>
                    <a:cubicBezTo>
                      <a:pt x="684" y="14"/>
                      <a:pt x="671" y="0"/>
                      <a:pt x="65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48"/>
              <p:cNvSpPr/>
              <p:nvPr/>
            </p:nvSpPr>
            <p:spPr>
              <a:xfrm>
                <a:off x="6940261" y="4290065"/>
                <a:ext cx="465408" cy="242292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2388" extrusionOk="0">
                    <a:moveTo>
                      <a:pt x="4453" y="41"/>
                    </a:moveTo>
                    <a:cubicBezTo>
                      <a:pt x="4479" y="41"/>
                      <a:pt x="4493" y="54"/>
                      <a:pt x="4506" y="54"/>
                    </a:cubicBezTo>
                    <a:cubicBezTo>
                      <a:pt x="4533" y="81"/>
                      <a:pt x="4533" y="94"/>
                      <a:pt x="4533" y="121"/>
                    </a:cubicBezTo>
                    <a:lnTo>
                      <a:pt x="4533" y="2267"/>
                    </a:lnTo>
                    <a:cubicBezTo>
                      <a:pt x="4533" y="2294"/>
                      <a:pt x="4533" y="2320"/>
                      <a:pt x="4506" y="2334"/>
                    </a:cubicBezTo>
                    <a:cubicBezTo>
                      <a:pt x="4493" y="2347"/>
                      <a:pt x="4479" y="2347"/>
                      <a:pt x="4453" y="2347"/>
                    </a:cubicBezTo>
                    <a:cubicBezTo>
                      <a:pt x="3675" y="2347"/>
                      <a:pt x="2964" y="2320"/>
                      <a:pt x="2320" y="2253"/>
                    </a:cubicBezTo>
                    <a:cubicBezTo>
                      <a:pt x="912" y="2106"/>
                      <a:pt x="255" y="1851"/>
                      <a:pt x="94" y="1784"/>
                    </a:cubicBezTo>
                    <a:cubicBezTo>
                      <a:pt x="81" y="1784"/>
                      <a:pt x="81" y="1771"/>
                      <a:pt x="67" y="1757"/>
                    </a:cubicBezTo>
                    <a:cubicBezTo>
                      <a:pt x="67" y="1757"/>
                      <a:pt x="54" y="1744"/>
                      <a:pt x="54" y="1730"/>
                    </a:cubicBezTo>
                    <a:cubicBezTo>
                      <a:pt x="40" y="1730"/>
                      <a:pt x="40" y="1717"/>
                      <a:pt x="40" y="1704"/>
                    </a:cubicBezTo>
                    <a:lnTo>
                      <a:pt x="40" y="1382"/>
                    </a:lnTo>
                    <a:cubicBezTo>
                      <a:pt x="483" y="1422"/>
                      <a:pt x="979" y="1449"/>
                      <a:pt x="1502" y="1449"/>
                    </a:cubicBezTo>
                    <a:cubicBezTo>
                      <a:pt x="1516" y="1449"/>
                      <a:pt x="1542" y="1435"/>
                      <a:pt x="1556" y="1422"/>
                    </a:cubicBezTo>
                    <a:cubicBezTo>
                      <a:pt x="1583" y="1395"/>
                      <a:pt x="1596" y="1341"/>
                      <a:pt x="1596" y="1341"/>
                    </a:cubicBezTo>
                    <a:lnTo>
                      <a:pt x="1596" y="228"/>
                    </a:lnTo>
                    <a:cubicBezTo>
                      <a:pt x="1824" y="188"/>
                      <a:pt x="2065" y="161"/>
                      <a:pt x="2320" y="134"/>
                    </a:cubicBezTo>
                    <a:cubicBezTo>
                      <a:pt x="2964" y="81"/>
                      <a:pt x="3675" y="41"/>
                      <a:pt x="4453" y="41"/>
                    </a:cubicBezTo>
                    <a:close/>
                    <a:moveTo>
                      <a:pt x="4453" y="0"/>
                    </a:moveTo>
                    <a:cubicBezTo>
                      <a:pt x="3675" y="0"/>
                      <a:pt x="2951" y="41"/>
                      <a:pt x="2320" y="94"/>
                    </a:cubicBezTo>
                    <a:cubicBezTo>
                      <a:pt x="2052" y="121"/>
                      <a:pt x="1811" y="161"/>
                      <a:pt x="1569" y="188"/>
                    </a:cubicBezTo>
                    <a:lnTo>
                      <a:pt x="1556" y="202"/>
                    </a:lnTo>
                    <a:lnTo>
                      <a:pt x="1556" y="1341"/>
                    </a:lnTo>
                    <a:cubicBezTo>
                      <a:pt x="1556" y="1355"/>
                      <a:pt x="1542" y="1382"/>
                      <a:pt x="1529" y="1395"/>
                    </a:cubicBezTo>
                    <a:cubicBezTo>
                      <a:pt x="1529" y="1395"/>
                      <a:pt x="1516" y="1409"/>
                      <a:pt x="1502" y="1409"/>
                    </a:cubicBezTo>
                    <a:cubicBezTo>
                      <a:pt x="966" y="1409"/>
                      <a:pt x="470" y="1382"/>
                      <a:pt x="27" y="1341"/>
                    </a:cubicBezTo>
                    <a:lnTo>
                      <a:pt x="0" y="1341"/>
                    </a:lnTo>
                    <a:lnTo>
                      <a:pt x="0" y="1704"/>
                    </a:lnTo>
                    <a:cubicBezTo>
                      <a:pt x="0" y="1717"/>
                      <a:pt x="14" y="1744"/>
                      <a:pt x="14" y="1757"/>
                    </a:cubicBezTo>
                    <a:cubicBezTo>
                      <a:pt x="14" y="1771"/>
                      <a:pt x="27" y="1784"/>
                      <a:pt x="40" y="1797"/>
                    </a:cubicBezTo>
                    <a:cubicBezTo>
                      <a:pt x="54" y="1811"/>
                      <a:pt x="67" y="1811"/>
                      <a:pt x="81" y="1824"/>
                    </a:cubicBezTo>
                    <a:cubicBezTo>
                      <a:pt x="295" y="1918"/>
                      <a:pt x="939" y="2160"/>
                      <a:pt x="2320" y="2294"/>
                    </a:cubicBezTo>
                    <a:cubicBezTo>
                      <a:pt x="2951" y="2361"/>
                      <a:pt x="3675" y="2388"/>
                      <a:pt x="4453" y="2388"/>
                    </a:cubicBezTo>
                    <a:cubicBezTo>
                      <a:pt x="4479" y="2388"/>
                      <a:pt x="4506" y="2388"/>
                      <a:pt x="4533" y="2361"/>
                    </a:cubicBezTo>
                    <a:cubicBezTo>
                      <a:pt x="4560" y="2334"/>
                      <a:pt x="4587" y="2307"/>
                      <a:pt x="4587" y="2267"/>
                    </a:cubicBezTo>
                    <a:lnTo>
                      <a:pt x="4587" y="121"/>
                    </a:lnTo>
                    <a:cubicBezTo>
                      <a:pt x="4587" y="81"/>
                      <a:pt x="4560" y="54"/>
                      <a:pt x="4533" y="27"/>
                    </a:cubicBezTo>
                    <a:cubicBezTo>
                      <a:pt x="4506" y="14"/>
                      <a:pt x="4479" y="0"/>
                      <a:pt x="445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48"/>
              <p:cNvSpPr/>
              <p:nvPr/>
            </p:nvSpPr>
            <p:spPr>
              <a:xfrm>
                <a:off x="7391972" y="4291384"/>
                <a:ext cx="10958" cy="23965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2362" extrusionOk="0">
                    <a:moveTo>
                      <a:pt x="1" y="1"/>
                    </a:moveTo>
                    <a:lnTo>
                      <a:pt x="1" y="2361"/>
                    </a:lnTo>
                    <a:cubicBezTo>
                      <a:pt x="27" y="2361"/>
                      <a:pt x="54" y="2348"/>
                      <a:pt x="68" y="2334"/>
                    </a:cubicBezTo>
                    <a:cubicBezTo>
                      <a:pt x="95" y="2307"/>
                      <a:pt x="108" y="2281"/>
                      <a:pt x="108" y="2254"/>
                    </a:cubicBezTo>
                    <a:lnTo>
                      <a:pt x="108" y="108"/>
                    </a:lnTo>
                    <a:cubicBezTo>
                      <a:pt x="108" y="68"/>
                      <a:pt x="95" y="41"/>
                      <a:pt x="68" y="28"/>
                    </a:cubicBezTo>
                    <a:cubicBezTo>
                      <a:pt x="54" y="14"/>
                      <a:pt x="27" y="1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48"/>
              <p:cNvSpPr/>
              <p:nvPr/>
            </p:nvSpPr>
            <p:spPr>
              <a:xfrm>
                <a:off x="6760571" y="4257394"/>
                <a:ext cx="341726" cy="179690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771" extrusionOk="0">
                    <a:moveTo>
                      <a:pt x="3273" y="41"/>
                    </a:moveTo>
                    <a:cubicBezTo>
                      <a:pt x="3287" y="41"/>
                      <a:pt x="3300" y="41"/>
                      <a:pt x="3300" y="54"/>
                    </a:cubicBezTo>
                    <a:cubicBezTo>
                      <a:pt x="3313" y="54"/>
                      <a:pt x="3327" y="68"/>
                      <a:pt x="3327" y="94"/>
                    </a:cubicBezTo>
                    <a:lnTo>
                      <a:pt x="3327" y="1663"/>
                    </a:lnTo>
                    <a:cubicBezTo>
                      <a:pt x="3327" y="1677"/>
                      <a:pt x="3313" y="1704"/>
                      <a:pt x="3300" y="1717"/>
                    </a:cubicBezTo>
                    <a:cubicBezTo>
                      <a:pt x="3300" y="1717"/>
                      <a:pt x="3287" y="1731"/>
                      <a:pt x="3273" y="1731"/>
                    </a:cubicBezTo>
                    <a:cubicBezTo>
                      <a:pt x="2697" y="1731"/>
                      <a:pt x="2173" y="1704"/>
                      <a:pt x="1704" y="1650"/>
                    </a:cubicBezTo>
                    <a:cubicBezTo>
                      <a:pt x="671" y="1543"/>
                      <a:pt x="189" y="1368"/>
                      <a:pt x="68" y="1315"/>
                    </a:cubicBezTo>
                    <a:cubicBezTo>
                      <a:pt x="55" y="1301"/>
                      <a:pt x="55" y="1301"/>
                      <a:pt x="55" y="1301"/>
                    </a:cubicBezTo>
                    <a:cubicBezTo>
                      <a:pt x="41" y="1288"/>
                      <a:pt x="41" y="1288"/>
                      <a:pt x="41" y="1275"/>
                    </a:cubicBezTo>
                    <a:cubicBezTo>
                      <a:pt x="41" y="1275"/>
                      <a:pt x="41" y="1261"/>
                      <a:pt x="41" y="1261"/>
                    </a:cubicBezTo>
                    <a:lnTo>
                      <a:pt x="41" y="510"/>
                    </a:lnTo>
                    <a:cubicBezTo>
                      <a:pt x="41" y="497"/>
                      <a:pt x="41" y="497"/>
                      <a:pt x="41" y="483"/>
                    </a:cubicBezTo>
                    <a:cubicBezTo>
                      <a:pt x="41" y="483"/>
                      <a:pt x="41" y="470"/>
                      <a:pt x="55" y="470"/>
                    </a:cubicBezTo>
                    <a:cubicBezTo>
                      <a:pt x="55" y="470"/>
                      <a:pt x="55" y="456"/>
                      <a:pt x="68" y="456"/>
                    </a:cubicBezTo>
                    <a:cubicBezTo>
                      <a:pt x="189" y="403"/>
                      <a:pt x="671" y="215"/>
                      <a:pt x="1704" y="108"/>
                    </a:cubicBezTo>
                    <a:cubicBezTo>
                      <a:pt x="2173" y="68"/>
                      <a:pt x="2697" y="41"/>
                      <a:pt x="3273" y="41"/>
                    </a:cubicBezTo>
                    <a:close/>
                    <a:moveTo>
                      <a:pt x="3273" y="0"/>
                    </a:moveTo>
                    <a:cubicBezTo>
                      <a:pt x="2697" y="0"/>
                      <a:pt x="2173" y="27"/>
                      <a:pt x="1704" y="81"/>
                    </a:cubicBezTo>
                    <a:cubicBezTo>
                      <a:pt x="685" y="175"/>
                      <a:pt x="215" y="349"/>
                      <a:pt x="55" y="416"/>
                    </a:cubicBezTo>
                    <a:cubicBezTo>
                      <a:pt x="41" y="430"/>
                      <a:pt x="28" y="430"/>
                      <a:pt x="28" y="443"/>
                    </a:cubicBezTo>
                    <a:cubicBezTo>
                      <a:pt x="14" y="456"/>
                      <a:pt x="1" y="470"/>
                      <a:pt x="1" y="470"/>
                    </a:cubicBezTo>
                    <a:cubicBezTo>
                      <a:pt x="1" y="483"/>
                      <a:pt x="1" y="497"/>
                      <a:pt x="1" y="510"/>
                    </a:cubicBezTo>
                    <a:lnTo>
                      <a:pt x="1" y="1261"/>
                    </a:lnTo>
                    <a:cubicBezTo>
                      <a:pt x="1" y="1275"/>
                      <a:pt x="1" y="1288"/>
                      <a:pt x="1" y="1301"/>
                    </a:cubicBezTo>
                    <a:cubicBezTo>
                      <a:pt x="1" y="1301"/>
                      <a:pt x="14" y="1315"/>
                      <a:pt x="28" y="1328"/>
                    </a:cubicBezTo>
                    <a:cubicBezTo>
                      <a:pt x="28" y="1342"/>
                      <a:pt x="41" y="1342"/>
                      <a:pt x="55" y="1355"/>
                    </a:cubicBezTo>
                    <a:cubicBezTo>
                      <a:pt x="215" y="1422"/>
                      <a:pt x="685" y="1596"/>
                      <a:pt x="1704" y="1690"/>
                    </a:cubicBezTo>
                    <a:cubicBezTo>
                      <a:pt x="2173" y="1744"/>
                      <a:pt x="2697" y="1771"/>
                      <a:pt x="3273" y="1771"/>
                    </a:cubicBezTo>
                    <a:cubicBezTo>
                      <a:pt x="3300" y="1771"/>
                      <a:pt x="3313" y="1771"/>
                      <a:pt x="3327" y="1744"/>
                    </a:cubicBezTo>
                    <a:cubicBezTo>
                      <a:pt x="3354" y="1731"/>
                      <a:pt x="3367" y="1677"/>
                      <a:pt x="3367" y="1677"/>
                    </a:cubicBezTo>
                    <a:lnTo>
                      <a:pt x="3367" y="94"/>
                    </a:lnTo>
                    <a:cubicBezTo>
                      <a:pt x="3367" y="68"/>
                      <a:pt x="3354" y="41"/>
                      <a:pt x="3327" y="27"/>
                    </a:cubicBezTo>
                    <a:cubicBezTo>
                      <a:pt x="3313" y="14"/>
                      <a:pt x="3300" y="0"/>
                      <a:pt x="327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48"/>
              <p:cNvSpPr/>
              <p:nvPr/>
            </p:nvSpPr>
            <p:spPr>
              <a:xfrm>
                <a:off x="6658601" y="4241058"/>
                <a:ext cx="352481" cy="50427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497" extrusionOk="0">
                    <a:moveTo>
                      <a:pt x="2562" y="41"/>
                    </a:moveTo>
                    <a:cubicBezTo>
                      <a:pt x="2736" y="54"/>
                      <a:pt x="2897" y="81"/>
                      <a:pt x="3031" y="108"/>
                    </a:cubicBezTo>
                    <a:cubicBezTo>
                      <a:pt x="3152" y="135"/>
                      <a:pt x="3246" y="161"/>
                      <a:pt x="3313" y="188"/>
                    </a:cubicBezTo>
                    <a:cubicBezTo>
                      <a:pt x="3098" y="202"/>
                      <a:pt x="2897" y="215"/>
                      <a:pt x="2709" y="242"/>
                    </a:cubicBezTo>
                    <a:cubicBezTo>
                      <a:pt x="2213" y="282"/>
                      <a:pt x="1797" y="349"/>
                      <a:pt x="1462" y="443"/>
                    </a:cubicBezTo>
                    <a:cubicBezTo>
                      <a:pt x="1368" y="389"/>
                      <a:pt x="979" y="322"/>
                      <a:pt x="563" y="269"/>
                    </a:cubicBezTo>
                    <a:cubicBezTo>
                      <a:pt x="469" y="255"/>
                      <a:pt x="362" y="229"/>
                      <a:pt x="255" y="215"/>
                    </a:cubicBezTo>
                    <a:lnTo>
                      <a:pt x="1167" y="215"/>
                    </a:lnTo>
                    <a:lnTo>
                      <a:pt x="1314" y="41"/>
                    </a:lnTo>
                    <a:close/>
                    <a:moveTo>
                      <a:pt x="1301" y="1"/>
                    </a:moveTo>
                    <a:lnTo>
                      <a:pt x="1153" y="175"/>
                    </a:lnTo>
                    <a:lnTo>
                      <a:pt x="13" y="175"/>
                    </a:lnTo>
                    <a:lnTo>
                      <a:pt x="0" y="215"/>
                    </a:lnTo>
                    <a:cubicBezTo>
                      <a:pt x="161" y="242"/>
                      <a:pt x="362" y="282"/>
                      <a:pt x="563" y="309"/>
                    </a:cubicBezTo>
                    <a:cubicBezTo>
                      <a:pt x="939" y="363"/>
                      <a:pt x="1381" y="430"/>
                      <a:pt x="1435" y="483"/>
                    </a:cubicBezTo>
                    <a:lnTo>
                      <a:pt x="1448" y="497"/>
                    </a:lnTo>
                    <a:lnTo>
                      <a:pt x="1462" y="483"/>
                    </a:lnTo>
                    <a:cubicBezTo>
                      <a:pt x="1797" y="403"/>
                      <a:pt x="2226" y="322"/>
                      <a:pt x="2709" y="282"/>
                    </a:cubicBezTo>
                    <a:cubicBezTo>
                      <a:pt x="2924" y="255"/>
                      <a:pt x="3152" y="242"/>
                      <a:pt x="3393" y="229"/>
                    </a:cubicBezTo>
                    <a:lnTo>
                      <a:pt x="3474" y="215"/>
                    </a:lnTo>
                    <a:lnTo>
                      <a:pt x="3406" y="188"/>
                    </a:lnTo>
                    <a:cubicBezTo>
                      <a:pt x="3366" y="161"/>
                      <a:pt x="3246" y="108"/>
                      <a:pt x="3044" y="68"/>
                    </a:cubicBezTo>
                    <a:cubicBezTo>
                      <a:pt x="2897" y="27"/>
                      <a:pt x="2736" y="14"/>
                      <a:pt x="256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48"/>
              <p:cNvSpPr/>
              <p:nvPr/>
            </p:nvSpPr>
            <p:spPr>
              <a:xfrm>
                <a:off x="7092658" y="4258713"/>
                <a:ext cx="6899" cy="175632"/>
              </a:xfrm>
              <a:custGeom>
                <a:avLst/>
                <a:gdLst/>
                <a:ahLst/>
                <a:cxnLst/>
                <a:rect l="l" t="t" r="r" b="b"/>
                <a:pathLst>
                  <a:path w="68" h="1731" extrusionOk="0">
                    <a:moveTo>
                      <a:pt x="0" y="1"/>
                    </a:moveTo>
                    <a:lnTo>
                      <a:pt x="0" y="1731"/>
                    </a:lnTo>
                    <a:cubicBezTo>
                      <a:pt x="14" y="1731"/>
                      <a:pt x="27" y="1731"/>
                      <a:pt x="40" y="1718"/>
                    </a:cubicBezTo>
                    <a:cubicBezTo>
                      <a:pt x="67" y="1704"/>
                      <a:pt x="67" y="1664"/>
                      <a:pt x="67" y="1664"/>
                    </a:cubicBezTo>
                    <a:lnTo>
                      <a:pt x="67" y="81"/>
                    </a:lnTo>
                    <a:cubicBezTo>
                      <a:pt x="67" y="55"/>
                      <a:pt x="67" y="41"/>
                      <a:pt x="40" y="28"/>
                    </a:cubicBezTo>
                    <a:cubicBezTo>
                      <a:pt x="27" y="14"/>
                      <a:pt x="14" y="1"/>
                      <a:pt x="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48"/>
              <p:cNvSpPr/>
              <p:nvPr/>
            </p:nvSpPr>
            <p:spPr>
              <a:xfrm>
                <a:off x="6255795" y="4211127"/>
                <a:ext cx="557942" cy="51847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11" extrusionOk="0">
                    <a:moveTo>
                      <a:pt x="5445" y="54"/>
                    </a:moveTo>
                    <a:cubicBezTo>
                      <a:pt x="5445" y="68"/>
                      <a:pt x="5432" y="81"/>
                      <a:pt x="5418" y="94"/>
                    </a:cubicBezTo>
                    <a:cubicBezTo>
                      <a:pt x="5378" y="135"/>
                      <a:pt x="5351" y="161"/>
                      <a:pt x="5298" y="215"/>
                    </a:cubicBezTo>
                    <a:lnTo>
                      <a:pt x="5284" y="229"/>
                    </a:lnTo>
                    <a:lnTo>
                      <a:pt x="5298" y="242"/>
                    </a:lnTo>
                    <a:cubicBezTo>
                      <a:pt x="5298" y="242"/>
                      <a:pt x="5298" y="255"/>
                      <a:pt x="5298" y="255"/>
                    </a:cubicBezTo>
                    <a:cubicBezTo>
                      <a:pt x="5298" y="255"/>
                      <a:pt x="5284" y="269"/>
                      <a:pt x="5284" y="269"/>
                    </a:cubicBezTo>
                    <a:lnTo>
                      <a:pt x="5123" y="470"/>
                    </a:lnTo>
                    <a:lnTo>
                      <a:pt x="872" y="470"/>
                    </a:lnTo>
                    <a:lnTo>
                      <a:pt x="470" y="255"/>
                    </a:lnTo>
                    <a:lnTo>
                      <a:pt x="94" y="54"/>
                    </a:lnTo>
                    <a:close/>
                    <a:moveTo>
                      <a:pt x="0" y="1"/>
                    </a:moveTo>
                    <a:lnTo>
                      <a:pt x="0" y="41"/>
                    </a:lnTo>
                    <a:lnTo>
                      <a:pt x="859" y="510"/>
                    </a:lnTo>
                    <a:lnTo>
                      <a:pt x="5137" y="510"/>
                    </a:lnTo>
                    <a:lnTo>
                      <a:pt x="5325" y="282"/>
                    </a:lnTo>
                    <a:cubicBezTo>
                      <a:pt x="5325" y="282"/>
                      <a:pt x="5338" y="269"/>
                      <a:pt x="5338" y="255"/>
                    </a:cubicBezTo>
                    <a:cubicBezTo>
                      <a:pt x="5338" y="242"/>
                      <a:pt x="5338" y="242"/>
                      <a:pt x="5338" y="229"/>
                    </a:cubicBezTo>
                    <a:cubicBezTo>
                      <a:pt x="5378" y="188"/>
                      <a:pt x="5418" y="161"/>
                      <a:pt x="5445" y="121"/>
                    </a:cubicBezTo>
                    <a:cubicBezTo>
                      <a:pt x="5486" y="94"/>
                      <a:pt x="5499" y="68"/>
                      <a:pt x="5499" y="27"/>
                    </a:cubicBezTo>
                    <a:lnTo>
                      <a:pt x="5499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48"/>
              <p:cNvSpPr/>
              <p:nvPr/>
            </p:nvSpPr>
            <p:spPr>
              <a:xfrm>
                <a:off x="4576692" y="4030118"/>
                <a:ext cx="800133" cy="141642"/>
              </a:xfrm>
              <a:custGeom>
                <a:avLst/>
                <a:gdLst/>
                <a:ahLst/>
                <a:cxnLst/>
                <a:rect l="l" t="t" r="r" b="b"/>
                <a:pathLst>
                  <a:path w="7886" h="1396" extrusionOk="0">
                    <a:moveTo>
                      <a:pt x="287" y="56"/>
                    </a:moveTo>
                    <a:lnTo>
                      <a:pt x="1529" y="148"/>
                    </a:lnTo>
                    <a:lnTo>
                      <a:pt x="7819" y="953"/>
                    </a:lnTo>
                    <a:cubicBezTo>
                      <a:pt x="7819" y="966"/>
                      <a:pt x="7805" y="993"/>
                      <a:pt x="7792" y="1007"/>
                    </a:cubicBezTo>
                    <a:cubicBezTo>
                      <a:pt x="7779" y="1033"/>
                      <a:pt x="7752" y="1060"/>
                      <a:pt x="7725" y="1087"/>
                    </a:cubicBezTo>
                    <a:cubicBezTo>
                      <a:pt x="7618" y="1208"/>
                      <a:pt x="7457" y="1288"/>
                      <a:pt x="7242" y="1329"/>
                    </a:cubicBezTo>
                    <a:cubicBezTo>
                      <a:pt x="7175" y="1329"/>
                      <a:pt x="7121" y="1342"/>
                      <a:pt x="7054" y="1342"/>
                    </a:cubicBezTo>
                    <a:cubicBezTo>
                      <a:pt x="6987" y="1349"/>
                      <a:pt x="6917" y="1352"/>
                      <a:pt x="6841" y="1352"/>
                    </a:cubicBezTo>
                    <a:cubicBezTo>
                      <a:pt x="6766" y="1352"/>
                      <a:pt x="6686" y="1349"/>
                      <a:pt x="6598" y="1342"/>
                    </a:cubicBezTo>
                    <a:lnTo>
                      <a:pt x="6558" y="1342"/>
                    </a:lnTo>
                    <a:cubicBezTo>
                      <a:pt x="5981" y="1302"/>
                      <a:pt x="1770" y="390"/>
                      <a:pt x="496" y="108"/>
                    </a:cubicBezTo>
                    <a:lnTo>
                      <a:pt x="287" y="56"/>
                    </a:lnTo>
                    <a:close/>
                    <a:moveTo>
                      <a:pt x="0" y="1"/>
                    </a:moveTo>
                    <a:lnTo>
                      <a:pt x="0" y="41"/>
                    </a:lnTo>
                    <a:lnTo>
                      <a:pt x="483" y="148"/>
                    </a:lnTo>
                    <a:cubicBezTo>
                      <a:pt x="2119" y="497"/>
                      <a:pt x="5995" y="1342"/>
                      <a:pt x="6545" y="1382"/>
                    </a:cubicBezTo>
                    <a:lnTo>
                      <a:pt x="6598" y="1382"/>
                    </a:lnTo>
                    <a:cubicBezTo>
                      <a:pt x="6692" y="1396"/>
                      <a:pt x="6773" y="1396"/>
                      <a:pt x="6853" y="1396"/>
                    </a:cubicBezTo>
                    <a:cubicBezTo>
                      <a:pt x="6934" y="1396"/>
                      <a:pt x="6987" y="1396"/>
                      <a:pt x="7054" y="1382"/>
                    </a:cubicBezTo>
                    <a:cubicBezTo>
                      <a:pt x="7121" y="1382"/>
                      <a:pt x="7188" y="1369"/>
                      <a:pt x="7242" y="1369"/>
                    </a:cubicBezTo>
                    <a:cubicBezTo>
                      <a:pt x="7470" y="1329"/>
                      <a:pt x="7644" y="1248"/>
                      <a:pt x="7765" y="1114"/>
                    </a:cubicBezTo>
                    <a:cubicBezTo>
                      <a:pt x="7792" y="1087"/>
                      <a:pt x="7805" y="1060"/>
                      <a:pt x="7832" y="1033"/>
                    </a:cubicBezTo>
                    <a:cubicBezTo>
                      <a:pt x="7846" y="1007"/>
                      <a:pt x="7859" y="980"/>
                      <a:pt x="7872" y="940"/>
                    </a:cubicBezTo>
                    <a:lnTo>
                      <a:pt x="7886" y="913"/>
                    </a:lnTo>
                    <a:lnTo>
                      <a:pt x="1542" y="95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48"/>
              <p:cNvSpPr/>
              <p:nvPr/>
            </p:nvSpPr>
            <p:spPr>
              <a:xfrm>
                <a:off x="7098035" y="4266931"/>
                <a:ext cx="181111" cy="47687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470" extrusionOk="0">
                    <a:moveTo>
                      <a:pt x="229" y="41"/>
                    </a:moveTo>
                    <a:cubicBezTo>
                      <a:pt x="336" y="41"/>
                      <a:pt x="457" y="41"/>
                      <a:pt x="564" y="54"/>
                    </a:cubicBezTo>
                    <a:cubicBezTo>
                      <a:pt x="792" y="67"/>
                      <a:pt x="1020" y="94"/>
                      <a:pt x="1208" y="134"/>
                    </a:cubicBezTo>
                    <a:cubicBezTo>
                      <a:pt x="1396" y="188"/>
                      <a:pt x="1530" y="228"/>
                      <a:pt x="1610" y="269"/>
                    </a:cubicBezTo>
                    <a:cubicBezTo>
                      <a:pt x="1315" y="282"/>
                      <a:pt x="1033" y="295"/>
                      <a:pt x="765" y="322"/>
                    </a:cubicBezTo>
                    <a:cubicBezTo>
                      <a:pt x="510" y="349"/>
                      <a:pt x="269" y="389"/>
                      <a:pt x="41" y="416"/>
                    </a:cubicBezTo>
                    <a:lnTo>
                      <a:pt x="41" y="41"/>
                    </a:lnTo>
                    <a:close/>
                    <a:moveTo>
                      <a:pt x="1" y="0"/>
                    </a:moveTo>
                    <a:lnTo>
                      <a:pt x="1" y="470"/>
                    </a:lnTo>
                    <a:lnTo>
                      <a:pt x="28" y="456"/>
                    </a:lnTo>
                    <a:cubicBezTo>
                      <a:pt x="256" y="430"/>
                      <a:pt x="510" y="389"/>
                      <a:pt x="765" y="362"/>
                    </a:cubicBezTo>
                    <a:cubicBezTo>
                      <a:pt x="1060" y="336"/>
                      <a:pt x="1369" y="309"/>
                      <a:pt x="1704" y="295"/>
                    </a:cubicBezTo>
                    <a:lnTo>
                      <a:pt x="1785" y="295"/>
                    </a:lnTo>
                    <a:lnTo>
                      <a:pt x="1704" y="255"/>
                    </a:lnTo>
                    <a:cubicBezTo>
                      <a:pt x="1650" y="228"/>
                      <a:pt x="1503" y="161"/>
                      <a:pt x="1221" y="94"/>
                    </a:cubicBezTo>
                    <a:cubicBezTo>
                      <a:pt x="1020" y="54"/>
                      <a:pt x="805" y="27"/>
                      <a:pt x="564" y="14"/>
                    </a:cubicBezTo>
                    <a:cubicBezTo>
                      <a:pt x="457" y="0"/>
                      <a:pt x="336" y="0"/>
                      <a:pt x="2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48"/>
              <p:cNvSpPr/>
              <p:nvPr/>
            </p:nvSpPr>
            <p:spPr>
              <a:xfrm>
                <a:off x="6745656" y="4272410"/>
                <a:ext cx="65443" cy="21814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15" extrusionOk="0">
                    <a:moveTo>
                      <a:pt x="121" y="67"/>
                    </a:moveTo>
                    <a:lnTo>
                      <a:pt x="121" y="67"/>
                    </a:lnTo>
                    <a:cubicBezTo>
                      <a:pt x="242" y="80"/>
                      <a:pt x="443" y="121"/>
                      <a:pt x="537" y="161"/>
                    </a:cubicBezTo>
                    <a:cubicBezTo>
                      <a:pt x="523" y="161"/>
                      <a:pt x="497" y="174"/>
                      <a:pt x="470" y="174"/>
                    </a:cubicBezTo>
                    <a:cubicBezTo>
                      <a:pt x="376" y="161"/>
                      <a:pt x="309" y="148"/>
                      <a:pt x="255" y="121"/>
                    </a:cubicBezTo>
                    <a:cubicBezTo>
                      <a:pt x="175" y="94"/>
                      <a:pt x="134" y="80"/>
                      <a:pt x="121" y="67"/>
                    </a:cubicBezTo>
                    <a:close/>
                    <a:moveTo>
                      <a:pt x="0" y="0"/>
                    </a:moveTo>
                    <a:lnTo>
                      <a:pt x="94" y="94"/>
                    </a:lnTo>
                    <a:cubicBezTo>
                      <a:pt x="121" y="121"/>
                      <a:pt x="175" y="134"/>
                      <a:pt x="242" y="161"/>
                    </a:cubicBezTo>
                    <a:cubicBezTo>
                      <a:pt x="309" y="174"/>
                      <a:pt x="376" y="201"/>
                      <a:pt x="470" y="215"/>
                    </a:cubicBezTo>
                    <a:lnTo>
                      <a:pt x="483" y="215"/>
                    </a:lnTo>
                    <a:cubicBezTo>
                      <a:pt x="523" y="201"/>
                      <a:pt x="564" y="188"/>
                      <a:pt x="604" y="174"/>
                    </a:cubicBezTo>
                    <a:lnTo>
                      <a:pt x="644" y="174"/>
                    </a:lnTo>
                    <a:lnTo>
                      <a:pt x="617" y="148"/>
                    </a:lnTo>
                    <a:cubicBezTo>
                      <a:pt x="564" y="107"/>
                      <a:pt x="403" y="67"/>
                      <a:pt x="67" y="13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48"/>
              <p:cNvSpPr/>
              <p:nvPr/>
            </p:nvSpPr>
            <p:spPr>
              <a:xfrm>
                <a:off x="6751135" y="4275048"/>
                <a:ext cx="54485" cy="17857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76" extrusionOk="0">
                    <a:moveTo>
                      <a:pt x="0" y="1"/>
                    </a:moveTo>
                    <a:lnTo>
                      <a:pt x="54" y="54"/>
                    </a:lnTo>
                    <a:cubicBezTo>
                      <a:pt x="80" y="81"/>
                      <a:pt x="134" y="95"/>
                      <a:pt x="201" y="122"/>
                    </a:cubicBezTo>
                    <a:cubicBezTo>
                      <a:pt x="255" y="135"/>
                      <a:pt x="335" y="148"/>
                      <a:pt x="416" y="175"/>
                    </a:cubicBezTo>
                    <a:cubicBezTo>
                      <a:pt x="456" y="162"/>
                      <a:pt x="496" y="148"/>
                      <a:pt x="536" y="135"/>
                    </a:cubicBezTo>
                    <a:cubicBezTo>
                      <a:pt x="496" y="95"/>
                      <a:pt x="268" y="41"/>
                      <a:pt x="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48"/>
              <p:cNvSpPr/>
              <p:nvPr/>
            </p:nvSpPr>
            <p:spPr>
              <a:xfrm>
                <a:off x="6990586" y="4254654"/>
                <a:ext cx="147019" cy="1643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162" extrusionOk="0">
                    <a:moveTo>
                      <a:pt x="269" y="41"/>
                    </a:moveTo>
                    <a:cubicBezTo>
                      <a:pt x="228" y="41"/>
                      <a:pt x="175" y="41"/>
                      <a:pt x="121" y="54"/>
                    </a:cubicBezTo>
                    <a:lnTo>
                      <a:pt x="108" y="41"/>
                    </a:lnTo>
                    <a:close/>
                    <a:moveTo>
                      <a:pt x="1395" y="41"/>
                    </a:moveTo>
                    <a:cubicBezTo>
                      <a:pt x="1395" y="54"/>
                      <a:pt x="1382" y="68"/>
                      <a:pt x="1368" y="81"/>
                    </a:cubicBezTo>
                    <a:cubicBezTo>
                      <a:pt x="1355" y="95"/>
                      <a:pt x="1341" y="108"/>
                      <a:pt x="1341" y="121"/>
                    </a:cubicBezTo>
                    <a:lnTo>
                      <a:pt x="1100" y="121"/>
                    </a:lnTo>
                    <a:cubicBezTo>
                      <a:pt x="1100" y="95"/>
                      <a:pt x="1087" y="68"/>
                      <a:pt x="1060" y="41"/>
                    </a:cubicBezTo>
                    <a:close/>
                    <a:moveTo>
                      <a:pt x="0" y="1"/>
                    </a:moveTo>
                    <a:lnTo>
                      <a:pt x="0" y="41"/>
                    </a:lnTo>
                    <a:cubicBezTo>
                      <a:pt x="54" y="54"/>
                      <a:pt x="94" y="81"/>
                      <a:pt x="108" y="95"/>
                    </a:cubicBezTo>
                    <a:lnTo>
                      <a:pt x="121" y="95"/>
                    </a:lnTo>
                    <a:cubicBezTo>
                      <a:pt x="403" y="81"/>
                      <a:pt x="698" y="68"/>
                      <a:pt x="1006" y="68"/>
                    </a:cubicBezTo>
                    <a:cubicBezTo>
                      <a:pt x="1020" y="68"/>
                      <a:pt x="1033" y="68"/>
                      <a:pt x="1033" y="81"/>
                    </a:cubicBezTo>
                    <a:cubicBezTo>
                      <a:pt x="1046" y="95"/>
                      <a:pt x="1060" y="108"/>
                      <a:pt x="1060" y="121"/>
                    </a:cubicBezTo>
                    <a:lnTo>
                      <a:pt x="1060" y="162"/>
                    </a:lnTo>
                    <a:lnTo>
                      <a:pt x="1355" y="162"/>
                    </a:lnTo>
                    <a:lnTo>
                      <a:pt x="1368" y="148"/>
                    </a:lnTo>
                    <a:lnTo>
                      <a:pt x="1409" y="121"/>
                    </a:lnTo>
                    <a:cubicBezTo>
                      <a:pt x="1435" y="81"/>
                      <a:pt x="1449" y="54"/>
                      <a:pt x="1449" y="14"/>
                    </a:cubicBezTo>
                    <a:lnTo>
                      <a:pt x="1449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48"/>
              <p:cNvSpPr/>
              <p:nvPr/>
            </p:nvSpPr>
            <p:spPr>
              <a:xfrm>
                <a:off x="6423107" y="4258713"/>
                <a:ext cx="371657" cy="47789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471" extrusionOk="0">
                    <a:moveTo>
                      <a:pt x="2321" y="41"/>
                    </a:moveTo>
                    <a:cubicBezTo>
                      <a:pt x="2482" y="68"/>
                      <a:pt x="2683" y="108"/>
                      <a:pt x="2884" y="135"/>
                    </a:cubicBezTo>
                    <a:cubicBezTo>
                      <a:pt x="3005" y="148"/>
                      <a:pt x="3126" y="162"/>
                      <a:pt x="3233" y="189"/>
                    </a:cubicBezTo>
                    <a:lnTo>
                      <a:pt x="3273" y="229"/>
                    </a:lnTo>
                    <a:cubicBezTo>
                      <a:pt x="3300" y="256"/>
                      <a:pt x="3354" y="283"/>
                      <a:pt x="3434" y="296"/>
                    </a:cubicBezTo>
                    <a:cubicBezTo>
                      <a:pt x="3461" y="309"/>
                      <a:pt x="3515" y="323"/>
                      <a:pt x="3568" y="336"/>
                    </a:cubicBezTo>
                    <a:cubicBezTo>
                      <a:pt x="3474" y="363"/>
                      <a:pt x="3407" y="390"/>
                      <a:pt x="3381" y="403"/>
                    </a:cubicBezTo>
                    <a:cubicBezTo>
                      <a:pt x="3367" y="417"/>
                      <a:pt x="3354" y="417"/>
                      <a:pt x="3354" y="417"/>
                    </a:cubicBezTo>
                    <a:lnTo>
                      <a:pt x="806" y="417"/>
                    </a:lnTo>
                    <a:lnTo>
                      <a:pt x="95" y="41"/>
                    </a:lnTo>
                    <a:close/>
                    <a:moveTo>
                      <a:pt x="14" y="1"/>
                    </a:moveTo>
                    <a:lnTo>
                      <a:pt x="1" y="41"/>
                    </a:lnTo>
                    <a:lnTo>
                      <a:pt x="792" y="470"/>
                    </a:lnTo>
                    <a:lnTo>
                      <a:pt x="3367" y="470"/>
                    </a:lnTo>
                    <a:lnTo>
                      <a:pt x="3367" y="457"/>
                    </a:lnTo>
                    <a:lnTo>
                      <a:pt x="3381" y="457"/>
                    </a:lnTo>
                    <a:cubicBezTo>
                      <a:pt x="3381" y="443"/>
                      <a:pt x="3394" y="443"/>
                      <a:pt x="3394" y="443"/>
                    </a:cubicBezTo>
                    <a:cubicBezTo>
                      <a:pt x="3434" y="430"/>
                      <a:pt x="3515" y="390"/>
                      <a:pt x="3662" y="350"/>
                    </a:cubicBezTo>
                    <a:lnTo>
                      <a:pt x="3662" y="309"/>
                    </a:lnTo>
                    <a:cubicBezTo>
                      <a:pt x="3568" y="296"/>
                      <a:pt x="3488" y="269"/>
                      <a:pt x="3434" y="256"/>
                    </a:cubicBezTo>
                    <a:cubicBezTo>
                      <a:pt x="3354" y="229"/>
                      <a:pt x="3313" y="215"/>
                      <a:pt x="3300" y="202"/>
                    </a:cubicBezTo>
                    <a:lnTo>
                      <a:pt x="3246" y="148"/>
                    </a:lnTo>
                    <a:cubicBezTo>
                      <a:pt x="3126" y="122"/>
                      <a:pt x="3005" y="108"/>
                      <a:pt x="2884" y="95"/>
                    </a:cubicBezTo>
                    <a:cubicBezTo>
                      <a:pt x="2697" y="55"/>
                      <a:pt x="2495" y="28"/>
                      <a:pt x="233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2" name="Google Shape;2622;p48"/>
            <p:cNvGrpSpPr/>
            <p:nvPr/>
          </p:nvGrpSpPr>
          <p:grpSpPr>
            <a:xfrm>
              <a:off x="-621531" y="602812"/>
              <a:ext cx="2337900" cy="238106"/>
              <a:chOff x="-621531" y="602812"/>
              <a:chExt cx="2337900" cy="238106"/>
            </a:xfrm>
          </p:grpSpPr>
          <p:cxnSp>
            <p:nvCxnSpPr>
              <p:cNvPr id="2623" name="Google Shape;2623;p48"/>
              <p:cNvCxnSpPr/>
              <p:nvPr/>
            </p:nvCxnSpPr>
            <p:spPr>
              <a:xfrm rot="10800000">
                <a:off x="-621531" y="602812"/>
                <a:ext cx="233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624" name="Google Shape;2624;p48"/>
              <p:cNvCxnSpPr/>
              <p:nvPr/>
            </p:nvCxnSpPr>
            <p:spPr>
              <a:xfrm>
                <a:off x="1196252" y="240086"/>
                <a:ext cx="0" cy="104023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dash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625" name="Google Shape;2625;p48"/>
              <p:cNvCxnSpPr/>
              <p:nvPr/>
            </p:nvCxnSpPr>
            <p:spPr>
              <a:xfrm rot="5400000">
                <a:off x="573222" y="708048"/>
                <a:ext cx="210471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6" name="Google Shape;2626;p48"/>
              <p:cNvCxnSpPr/>
              <p:nvPr/>
            </p:nvCxnSpPr>
            <p:spPr>
              <a:xfrm rot="5400000">
                <a:off x="1596469" y="721865"/>
                <a:ext cx="238106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" name="Google Shape;2633;p49">
            <a:extLst>
              <a:ext uri="{FF2B5EF4-FFF2-40B4-BE49-F238E27FC236}">
                <a16:creationId xmlns:a16="http://schemas.microsoft.com/office/drawing/2014/main" id="{72B621A3-6F53-6E31-3E93-FCF59FC5F63C}"/>
              </a:ext>
            </a:extLst>
          </p:cNvPr>
          <p:cNvGrpSpPr/>
          <p:nvPr/>
        </p:nvGrpSpPr>
        <p:grpSpPr>
          <a:xfrm>
            <a:off x="6391549" y="415599"/>
            <a:ext cx="1951637" cy="1944365"/>
            <a:chOff x="2205675" y="1867375"/>
            <a:chExt cx="1951637" cy="1944365"/>
          </a:xfrm>
        </p:grpSpPr>
        <p:sp>
          <p:nvSpPr>
            <p:cNvPr id="3" name="Google Shape;2634;p49">
              <a:extLst>
                <a:ext uri="{FF2B5EF4-FFF2-40B4-BE49-F238E27FC236}">
                  <a16:creationId xmlns:a16="http://schemas.microsoft.com/office/drawing/2014/main" id="{E50DB32E-F449-5330-B712-E9D28FF885FB}"/>
                </a:ext>
              </a:extLst>
            </p:cNvPr>
            <p:cNvSpPr/>
            <p:nvPr/>
          </p:nvSpPr>
          <p:spPr>
            <a:xfrm>
              <a:off x="2360909" y="2015354"/>
              <a:ext cx="1365603" cy="1365019"/>
            </a:xfrm>
            <a:custGeom>
              <a:avLst/>
              <a:gdLst/>
              <a:ahLst/>
              <a:cxnLst/>
              <a:rect l="l" t="t" r="r" b="b"/>
              <a:pathLst>
                <a:path w="72465" h="72434" fill="none" extrusionOk="0">
                  <a:moveTo>
                    <a:pt x="1156" y="1125"/>
                  </a:moveTo>
                  <a:cubicBezTo>
                    <a:pt x="1" y="3101"/>
                    <a:pt x="669" y="10365"/>
                    <a:pt x="5715" y="15411"/>
                  </a:cubicBezTo>
                  <a:lnTo>
                    <a:pt x="50154" y="59849"/>
                  </a:lnTo>
                  <a:cubicBezTo>
                    <a:pt x="51795" y="61460"/>
                    <a:pt x="53558" y="62919"/>
                    <a:pt x="55473" y="64196"/>
                  </a:cubicBezTo>
                  <a:lnTo>
                    <a:pt x="67844" y="72433"/>
                  </a:lnTo>
                  <a:lnTo>
                    <a:pt x="70154" y="70123"/>
                  </a:lnTo>
                  <a:lnTo>
                    <a:pt x="72464" y="67843"/>
                  </a:lnTo>
                  <a:lnTo>
                    <a:pt x="64227" y="55472"/>
                  </a:lnTo>
                  <a:cubicBezTo>
                    <a:pt x="62950" y="53557"/>
                    <a:pt x="61491" y="51764"/>
                    <a:pt x="59850" y="50123"/>
                  </a:cubicBezTo>
                  <a:lnTo>
                    <a:pt x="15442" y="5715"/>
                  </a:lnTo>
                  <a:cubicBezTo>
                    <a:pt x="10366" y="639"/>
                    <a:pt x="3101" y="0"/>
                    <a:pt x="1156" y="1125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635;p49">
              <a:extLst>
                <a:ext uri="{FF2B5EF4-FFF2-40B4-BE49-F238E27FC236}">
                  <a16:creationId xmlns:a16="http://schemas.microsoft.com/office/drawing/2014/main" id="{2A804A15-BDA8-9927-FD7B-9B7F83F126AA}"/>
                </a:ext>
              </a:extLst>
            </p:cNvPr>
            <p:cNvSpPr/>
            <p:nvPr/>
          </p:nvSpPr>
          <p:spPr>
            <a:xfrm>
              <a:off x="3242503" y="2417489"/>
              <a:ext cx="68181" cy="72176"/>
            </a:xfrm>
            <a:custGeom>
              <a:avLst/>
              <a:gdLst/>
              <a:ahLst/>
              <a:cxnLst/>
              <a:rect l="l" t="t" r="r" b="b"/>
              <a:pathLst>
                <a:path w="3618" h="3830" fill="none" extrusionOk="0">
                  <a:moveTo>
                    <a:pt x="1" y="0"/>
                  </a:moveTo>
                  <a:lnTo>
                    <a:pt x="3618" y="383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636;p49">
              <a:extLst>
                <a:ext uri="{FF2B5EF4-FFF2-40B4-BE49-F238E27FC236}">
                  <a16:creationId xmlns:a16="http://schemas.microsoft.com/office/drawing/2014/main" id="{2C6C7C1B-3C54-E8AD-91AA-366F695FDBAE}"/>
                </a:ext>
              </a:extLst>
            </p:cNvPr>
            <p:cNvSpPr/>
            <p:nvPr/>
          </p:nvSpPr>
          <p:spPr>
            <a:xfrm>
              <a:off x="3076961" y="2053724"/>
              <a:ext cx="158675" cy="158128"/>
            </a:xfrm>
            <a:custGeom>
              <a:avLst/>
              <a:gdLst/>
              <a:ahLst/>
              <a:cxnLst/>
              <a:rect l="l" t="t" r="r" b="b"/>
              <a:pathLst>
                <a:path w="8420" h="8391" fill="none" extrusionOk="0">
                  <a:moveTo>
                    <a:pt x="0" y="6992"/>
                  </a:moveTo>
                  <a:lnTo>
                    <a:pt x="6991" y="1"/>
                  </a:lnTo>
                  <a:lnTo>
                    <a:pt x="8420" y="1399"/>
                  </a:lnTo>
                  <a:lnTo>
                    <a:pt x="1429" y="8390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637;p49">
              <a:extLst>
                <a:ext uri="{FF2B5EF4-FFF2-40B4-BE49-F238E27FC236}">
                  <a16:creationId xmlns:a16="http://schemas.microsoft.com/office/drawing/2014/main" id="{521A6BA5-7A2D-82AC-5F44-3BE1F4A63CF2}"/>
                </a:ext>
              </a:extLst>
            </p:cNvPr>
            <p:cNvSpPr/>
            <p:nvPr/>
          </p:nvSpPr>
          <p:spPr>
            <a:xfrm>
              <a:off x="3103873" y="2080089"/>
              <a:ext cx="258365" cy="253616"/>
            </a:xfrm>
            <a:custGeom>
              <a:avLst/>
              <a:gdLst/>
              <a:ahLst/>
              <a:cxnLst/>
              <a:rect l="l" t="t" r="r" b="b"/>
              <a:pathLst>
                <a:path w="13710" h="13458" extrusionOk="0">
                  <a:moveTo>
                    <a:pt x="6992" y="0"/>
                  </a:moveTo>
                  <a:lnTo>
                    <a:pt x="1" y="6991"/>
                  </a:lnTo>
                  <a:lnTo>
                    <a:pt x="5715" y="12706"/>
                  </a:lnTo>
                  <a:cubicBezTo>
                    <a:pt x="6217" y="13207"/>
                    <a:pt x="6863" y="13458"/>
                    <a:pt x="7509" y="13458"/>
                  </a:cubicBezTo>
                  <a:cubicBezTo>
                    <a:pt x="8155" y="13458"/>
                    <a:pt x="8801" y="13207"/>
                    <a:pt x="9302" y="12706"/>
                  </a:cubicBezTo>
                  <a:lnTo>
                    <a:pt x="12706" y="9301"/>
                  </a:lnTo>
                  <a:cubicBezTo>
                    <a:pt x="13709" y="8298"/>
                    <a:pt x="13709" y="6718"/>
                    <a:pt x="12706" y="5715"/>
                  </a:cubicBezTo>
                  <a:lnTo>
                    <a:pt x="6992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38;p49">
              <a:extLst>
                <a:ext uri="{FF2B5EF4-FFF2-40B4-BE49-F238E27FC236}">
                  <a16:creationId xmlns:a16="http://schemas.microsoft.com/office/drawing/2014/main" id="{F68DE2AA-BFC8-94D8-ADD4-B37122E0EE31}"/>
                </a:ext>
              </a:extLst>
            </p:cNvPr>
            <p:cNvSpPr/>
            <p:nvPr/>
          </p:nvSpPr>
          <p:spPr>
            <a:xfrm>
              <a:off x="3076961" y="2053724"/>
              <a:ext cx="158675" cy="158128"/>
            </a:xfrm>
            <a:custGeom>
              <a:avLst/>
              <a:gdLst/>
              <a:ahLst/>
              <a:cxnLst/>
              <a:rect l="l" t="t" r="r" b="b"/>
              <a:pathLst>
                <a:path w="8420" h="8391" extrusionOk="0">
                  <a:moveTo>
                    <a:pt x="6991" y="1"/>
                  </a:moveTo>
                  <a:lnTo>
                    <a:pt x="0" y="6992"/>
                  </a:lnTo>
                  <a:lnTo>
                    <a:pt x="1429" y="8390"/>
                  </a:lnTo>
                  <a:lnTo>
                    <a:pt x="8420" y="1399"/>
                  </a:lnTo>
                  <a:lnTo>
                    <a:pt x="6991" y="1"/>
                  </a:lnTo>
                  <a:close/>
                </a:path>
              </a:pathLst>
            </a:custGeom>
            <a:noFill/>
            <a:ln w="9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39;p49">
              <a:extLst>
                <a:ext uri="{FF2B5EF4-FFF2-40B4-BE49-F238E27FC236}">
                  <a16:creationId xmlns:a16="http://schemas.microsoft.com/office/drawing/2014/main" id="{2F775434-A534-4238-EAC0-25D0E3111B80}"/>
                </a:ext>
              </a:extLst>
            </p:cNvPr>
            <p:cNvSpPr/>
            <p:nvPr/>
          </p:nvSpPr>
          <p:spPr>
            <a:xfrm>
              <a:off x="3194390" y="2080089"/>
              <a:ext cx="167852" cy="216529"/>
            </a:xfrm>
            <a:custGeom>
              <a:avLst/>
              <a:gdLst/>
              <a:ahLst/>
              <a:cxnLst/>
              <a:rect l="l" t="t" r="r" b="b"/>
              <a:pathLst>
                <a:path w="8907" h="11490" fill="none" extrusionOk="0">
                  <a:moveTo>
                    <a:pt x="2189" y="0"/>
                  </a:moveTo>
                  <a:lnTo>
                    <a:pt x="7903" y="5715"/>
                  </a:lnTo>
                  <a:cubicBezTo>
                    <a:pt x="8906" y="6718"/>
                    <a:pt x="8876" y="8298"/>
                    <a:pt x="7903" y="9301"/>
                  </a:cubicBezTo>
                  <a:lnTo>
                    <a:pt x="5715" y="11490"/>
                  </a:lnTo>
                  <a:cubicBezTo>
                    <a:pt x="6718" y="10487"/>
                    <a:pt x="6718" y="8906"/>
                    <a:pt x="5715" y="7903"/>
                  </a:cubicBezTo>
                  <a:lnTo>
                    <a:pt x="0" y="2189"/>
                  </a:lnTo>
                  <a:lnTo>
                    <a:pt x="2189" y="0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40;p49">
              <a:extLst>
                <a:ext uri="{FF2B5EF4-FFF2-40B4-BE49-F238E27FC236}">
                  <a16:creationId xmlns:a16="http://schemas.microsoft.com/office/drawing/2014/main" id="{DFBAAA55-9B5B-E027-8177-310E36F02224}"/>
                </a:ext>
              </a:extLst>
            </p:cNvPr>
            <p:cNvSpPr/>
            <p:nvPr/>
          </p:nvSpPr>
          <p:spPr>
            <a:xfrm>
              <a:off x="2894230" y="1867375"/>
              <a:ext cx="1216087" cy="768329"/>
            </a:xfrm>
            <a:custGeom>
              <a:avLst/>
              <a:gdLst/>
              <a:ahLst/>
              <a:cxnLst/>
              <a:rect l="l" t="t" r="r" b="b"/>
              <a:pathLst>
                <a:path w="64531" h="40771" extrusionOk="0">
                  <a:moveTo>
                    <a:pt x="58348" y="1"/>
                  </a:moveTo>
                  <a:cubicBezTo>
                    <a:pt x="57653" y="1"/>
                    <a:pt x="56951" y="153"/>
                    <a:pt x="56293" y="466"/>
                  </a:cubicBezTo>
                  <a:lnTo>
                    <a:pt x="0" y="26424"/>
                  </a:lnTo>
                  <a:lnTo>
                    <a:pt x="14347" y="40771"/>
                  </a:lnTo>
                  <a:lnTo>
                    <a:pt x="22098" y="33020"/>
                  </a:lnTo>
                  <a:lnTo>
                    <a:pt x="64530" y="4479"/>
                  </a:lnTo>
                  <a:lnTo>
                    <a:pt x="61916" y="1591"/>
                  </a:lnTo>
                  <a:cubicBezTo>
                    <a:pt x="60979" y="554"/>
                    <a:pt x="59675" y="1"/>
                    <a:pt x="58348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641;p49">
              <a:extLst>
                <a:ext uri="{FF2B5EF4-FFF2-40B4-BE49-F238E27FC236}">
                  <a16:creationId xmlns:a16="http://schemas.microsoft.com/office/drawing/2014/main" id="{A1C7291B-B92C-0944-E2EB-C7FDDF1649E8}"/>
                </a:ext>
              </a:extLst>
            </p:cNvPr>
            <p:cNvSpPr/>
            <p:nvPr/>
          </p:nvSpPr>
          <p:spPr>
            <a:xfrm>
              <a:off x="3084970" y="1923121"/>
              <a:ext cx="1000142" cy="632401"/>
            </a:xfrm>
            <a:custGeom>
              <a:avLst/>
              <a:gdLst/>
              <a:ahLst/>
              <a:cxnLst/>
              <a:rect l="l" t="t" r="r" b="b"/>
              <a:pathLst>
                <a:path w="53072" h="33558" fill="none" extrusionOk="0">
                  <a:moveTo>
                    <a:pt x="1" y="33557"/>
                  </a:moveTo>
                  <a:lnTo>
                    <a:pt x="8360" y="26232"/>
                  </a:lnTo>
                  <a:lnTo>
                    <a:pt x="53072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642;p49">
              <a:extLst>
                <a:ext uri="{FF2B5EF4-FFF2-40B4-BE49-F238E27FC236}">
                  <a16:creationId xmlns:a16="http://schemas.microsoft.com/office/drawing/2014/main" id="{BE43A768-80CF-798F-166D-422DF7419960}"/>
                </a:ext>
              </a:extLst>
            </p:cNvPr>
            <p:cNvSpPr/>
            <p:nvPr/>
          </p:nvSpPr>
          <p:spPr>
            <a:xfrm>
              <a:off x="3557570" y="2236473"/>
              <a:ext cx="46415" cy="56723"/>
            </a:xfrm>
            <a:custGeom>
              <a:avLst/>
              <a:gdLst/>
              <a:ahLst/>
              <a:cxnLst/>
              <a:rect l="l" t="t" r="r" b="b"/>
              <a:pathLst>
                <a:path w="2463" h="3010" fill="none" extrusionOk="0">
                  <a:moveTo>
                    <a:pt x="0" y="0"/>
                  </a:moveTo>
                  <a:lnTo>
                    <a:pt x="2462" y="3009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643;p49">
              <a:extLst>
                <a:ext uri="{FF2B5EF4-FFF2-40B4-BE49-F238E27FC236}">
                  <a16:creationId xmlns:a16="http://schemas.microsoft.com/office/drawing/2014/main" id="{D2ACC49A-2E02-CCD4-BE88-1EB9A6D4A905}"/>
                </a:ext>
              </a:extLst>
            </p:cNvPr>
            <p:cNvSpPr/>
            <p:nvPr/>
          </p:nvSpPr>
          <p:spPr>
            <a:xfrm>
              <a:off x="2929736" y="1867563"/>
              <a:ext cx="1082626" cy="535010"/>
            </a:xfrm>
            <a:custGeom>
              <a:avLst/>
              <a:gdLst/>
              <a:ahLst/>
              <a:cxnLst/>
              <a:rect l="l" t="t" r="r" b="b"/>
              <a:pathLst>
                <a:path w="57449" h="28390" fill="none" extrusionOk="0">
                  <a:moveTo>
                    <a:pt x="57449" y="0"/>
                  </a:moveTo>
                  <a:lnTo>
                    <a:pt x="1" y="2839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644;p49">
              <a:extLst>
                <a:ext uri="{FF2B5EF4-FFF2-40B4-BE49-F238E27FC236}">
                  <a16:creationId xmlns:a16="http://schemas.microsoft.com/office/drawing/2014/main" id="{B0E9CD6C-B2A7-ED15-09D0-A7511A9E6F69}"/>
                </a:ext>
              </a:extLst>
            </p:cNvPr>
            <p:cNvSpPr/>
            <p:nvPr/>
          </p:nvSpPr>
          <p:spPr>
            <a:xfrm>
              <a:off x="2399864" y="2730822"/>
              <a:ext cx="158110" cy="158694"/>
            </a:xfrm>
            <a:custGeom>
              <a:avLst/>
              <a:gdLst/>
              <a:ahLst/>
              <a:cxnLst/>
              <a:rect l="l" t="t" r="r" b="b"/>
              <a:pathLst>
                <a:path w="8390" h="8421" fill="none" extrusionOk="0">
                  <a:moveTo>
                    <a:pt x="8390" y="1429"/>
                  </a:moveTo>
                  <a:lnTo>
                    <a:pt x="1399" y="8420"/>
                  </a:lnTo>
                  <a:lnTo>
                    <a:pt x="1" y="6992"/>
                  </a:lnTo>
                  <a:lnTo>
                    <a:pt x="6992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645;p49">
              <a:extLst>
                <a:ext uri="{FF2B5EF4-FFF2-40B4-BE49-F238E27FC236}">
                  <a16:creationId xmlns:a16="http://schemas.microsoft.com/office/drawing/2014/main" id="{5AE90DFA-AE48-480E-0EF6-0F450C943078}"/>
                </a:ext>
              </a:extLst>
            </p:cNvPr>
            <p:cNvSpPr/>
            <p:nvPr/>
          </p:nvSpPr>
          <p:spPr>
            <a:xfrm>
              <a:off x="2426210" y="2757753"/>
              <a:ext cx="258365" cy="253183"/>
            </a:xfrm>
            <a:custGeom>
              <a:avLst/>
              <a:gdLst/>
              <a:ahLst/>
              <a:cxnLst/>
              <a:rect l="l" t="t" r="r" b="b"/>
              <a:pathLst>
                <a:path w="13710" h="13435" extrusionOk="0">
                  <a:moveTo>
                    <a:pt x="6992" y="0"/>
                  </a:moveTo>
                  <a:lnTo>
                    <a:pt x="1" y="6991"/>
                  </a:lnTo>
                  <a:lnTo>
                    <a:pt x="5715" y="12705"/>
                  </a:lnTo>
                  <a:cubicBezTo>
                    <a:pt x="6217" y="13192"/>
                    <a:pt x="6870" y="13435"/>
                    <a:pt x="7520" y="13435"/>
                  </a:cubicBezTo>
                  <a:cubicBezTo>
                    <a:pt x="8170" y="13435"/>
                    <a:pt x="8816" y="13192"/>
                    <a:pt x="9302" y="12705"/>
                  </a:cubicBezTo>
                  <a:lnTo>
                    <a:pt x="12706" y="9301"/>
                  </a:lnTo>
                  <a:cubicBezTo>
                    <a:pt x="13709" y="8298"/>
                    <a:pt x="13709" y="6687"/>
                    <a:pt x="12706" y="5714"/>
                  </a:cubicBezTo>
                  <a:lnTo>
                    <a:pt x="6992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646;p49">
              <a:extLst>
                <a:ext uri="{FF2B5EF4-FFF2-40B4-BE49-F238E27FC236}">
                  <a16:creationId xmlns:a16="http://schemas.microsoft.com/office/drawing/2014/main" id="{7E2E6420-776C-FE10-5071-43A85EE25F15}"/>
                </a:ext>
              </a:extLst>
            </p:cNvPr>
            <p:cNvSpPr/>
            <p:nvPr/>
          </p:nvSpPr>
          <p:spPr>
            <a:xfrm>
              <a:off x="2399864" y="2730822"/>
              <a:ext cx="158110" cy="158110"/>
            </a:xfrm>
            <a:custGeom>
              <a:avLst/>
              <a:gdLst/>
              <a:ahLst/>
              <a:cxnLst/>
              <a:rect l="l" t="t" r="r" b="b"/>
              <a:pathLst>
                <a:path w="8390" h="8390" extrusionOk="0">
                  <a:moveTo>
                    <a:pt x="6992" y="1"/>
                  </a:moveTo>
                  <a:lnTo>
                    <a:pt x="1" y="6992"/>
                  </a:lnTo>
                  <a:lnTo>
                    <a:pt x="1399" y="8390"/>
                  </a:lnTo>
                  <a:lnTo>
                    <a:pt x="8390" y="1399"/>
                  </a:lnTo>
                  <a:lnTo>
                    <a:pt x="6992" y="1"/>
                  </a:lnTo>
                  <a:close/>
                </a:path>
              </a:pathLst>
            </a:custGeom>
            <a:noFill/>
            <a:ln w="9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647;p49">
              <a:extLst>
                <a:ext uri="{FF2B5EF4-FFF2-40B4-BE49-F238E27FC236}">
                  <a16:creationId xmlns:a16="http://schemas.microsoft.com/office/drawing/2014/main" id="{F425661C-45BE-83B8-9749-79A51B487F88}"/>
                </a:ext>
              </a:extLst>
            </p:cNvPr>
            <p:cNvSpPr/>
            <p:nvPr/>
          </p:nvSpPr>
          <p:spPr>
            <a:xfrm>
              <a:off x="2426210" y="2848251"/>
              <a:ext cx="216548" cy="167287"/>
            </a:xfrm>
            <a:custGeom>
              <a:avLst/>
              <a:gdLst/>
              <a:ahLst/>
              <a:cxnLst/>
              <a:rect l="l" t="t" r="r" b="b"/>
              <a:pathLst>
                <a:path w="11491" h="8877" fill="none" extrusionOk="0">
                  <a:moveTo>
                    <a:pt x="1" y="2189"/>
                  </a:moveTo>
                  <a:lnTo>
                    <a:pt x="5715" y="7903"/>
                  </a:lnTo>
                  <a:cubicBezTo>
                    <a:pt x="6718" y="8876"/>
                    <a:pt x="8329" y="8876"/>
                    <a:pt x="9302" y="7903"/>
                  </a:cubicBezTo>
                  <a:lnTo>
                    <a:pt x="11490" y="5715"/>
                  </a:lnTo>
                  <a:cubicBezTo>
                    <a:pt x="10518" y="6688"/>
                    <a:pt x="8907" y="6688"/>
                    <a:pt x="7904" y="5715"/>
                  </a:cubicBezTo>
                  <a:lnTo>
                    <a:pt x="2189" y="1"/>
                  </a:lnTo>
                  <a:lnTo>
                    <a:pt x="1" y="2189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648;p49">
              <a:extLst>
                <a:ext uri="{FF2B5EF4-FFF2-40B4-BE49-F238E27FC236}">
                  <a16:creationId xmlns:a16="http://schemas.microsoft.com/office/drawing/2014/main" id="{DA3382BA-A7DC-FDE7-8587-9CCCE9D1332F}"/>
                </a:ext>
              </a:extLst>
            </p:cNvPr>
            <p:cNvSpPr/>
            <p:nvPr/>
          </p:nvSpPr>
          <p:spPr>
            <a:xfrm>
              <a:off x="2205675" y="2548091"/>
              <a:ext cx="776169" cy="1216087"/>
            </a:xfrm>
            <a:custGeom>
              <a:avLst/>
              <a:gdLst/>
              <a:ahLst/>
              <a:cxnLst/>
              <a:rect l="l" t="t" r="r" b="b"/>
              <a:pathLst>
                <a:path w="41187" h="64531" extrusionOk="0">
                  <a:moveTo>
                    <a:pt x="26840" y="0"/>
                  </a:moveTo>
                  <a:lnTo>
                    <a:pt x="882" y="56293"/>
                  </a:lnTo>
                  <a:cubicBezTo>
                    <a:pt x="0" y="58208"/>
                    <a:pt x="456" y="60488"/>
                    <a:pt x="2007" y="61916"/>
                  </a:cubicBezTo>
                  <a:lnTo>
                    <a:pt x="4894" y="64530"/>
                  </a:lnTo>
                  <a:lnTo>
                    <a:pt x="33436" y="22098"/>
                  </a:lnTo>
                  <a:lnTo>
                    <a:pt x="41187" y="14347"/>
                  </a:lnTo>
                  <a:lnTo>
                    <a:pt x="26840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649;p49">
              <a:extLst>
                <a:ext uri="{FF2B5EF4-FFF2-40B4-BE49-F238E27FC236}">
                  <a16:creationId xmlns:a16="http://schemas.microsoft.com/office/drawing/2014/main" id="{2D948058-67C4-CB32-D377-09EA341FED76}"/>
                </a:ext>
              </a:extLst>
            </p:cNvPr>
            <p:cNvSpPr/>
            <p:nvPr/>
          </p:nvSpPr>
          <p:spPr>
            <a:xfrm>
              <a:off x="2269261" y="2738850"/>
              <a:ext cx="632401" cy="1000123"/>
            </a:xfrm>
            <a:custGeom>
              <a:avLst/>
              <a:gdLst/>
              <a:ahLst/>
              <a:cxnLst/>
              <a:rect l="l" t="t" r="r" b="b"/>
              <a:pathLst>
                <a:path w="33558" h="53071" fill="none" extrusionOk="0">
                  <a:moveTo>
                    <a:pt x="33557" y="0"/>
                  </a:moveTo>
                  <a:lnTo>
                    <a:pt x="26232" y="8359"/>
                  </a:lnTo>
                  <a:lnTo>
                    <a:pt x="0" y="5307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650;p49">
              <a:extLst>
                <a:ext uri="{FF2B5EF4-FFF2-40B4-BE49-F238E27FC236}">
                  <a16:creationId xmlns:a16="http://schemas.microsoft.com/office/drawing/2014/main" id="{6B9748B9-0C1C-6D31-8DEB-811E2FE9BDB0}"/>
                </a:ext>
              </a:extLst>
            </p:cNvPr>
            <p:cNvSpPr/>
            <p:nvPr/>
          </p:nvSpPr>
          <p:spPr>
            <a:xfrm>
              <a:off x="2582594" y="3210867"/>
              <a:ext cx="56742" cy="46981"/>
            </a:xfrm>
            <a:custGeom>
              <a:avLst/>
              <a:gdLst/>
              <a:ahLst/>
              <a:cxnLst/>
              <a:rect l="l" t="t" r="r" b="b"/>
              <a:pathLst>
                <a:path w="3011" h="2493" fill="none" extrusionOk="0">
                  <a:moveTo>
                    <a:pt x="1" y="0"/>
                  </a:moveTo>
                  <a:lnTo>
                    <a:pt x="3010" y="2492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651;p49">
              <a:extLst>
                <a:ext uri="{FF2B5EF4-FFF2-40B4-BE49-F238E27FC236}">
                  <a16:creationId xmlns:a16="http://schemas.microsoft.com/office/drawing/2014/main" id="{7E64D3C7-0518-A25D-9C98-A37EDD60F8E5}"/>
                </a:ext>
              </a:extLst>
            </p:cNvPr>
            <p:cNvSpPr/>
            <p:nvPr/>
          </p:nvSpPr>
          <p:spPr>
            <a:xfrm>
              <a:off x="2213703" y="2583597"/>
              <a:ext cx="535010" cy="1082626"/>
            </a:xfrm>
            <a:custGeom>
              <a:avLst/>
              <a:gdLst/>
              <a:ahLst/>
              <a:cxnLst/>
              <a:rect l="l" t="t" r="r" b="b"/>
              <a:pathLst>
                <a:path w="28390" h="57449" fill="none" extrusionOk="0">
                  <a:moveTo>
                    <a:pt x="0" y="57449"/>
                  </a:moveTo>
                  <a:lnTo>
                    <a:pt x="28390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652;p49">
              <a:extLst>
                <a:ext uri="{FF2B5EF4-FFF2-40B4-BE49-F238E27FC236}">
                  <a16:creationId xmlns:a16="http://schemas.microsoft.com/office/drawing/2014/main" id="{6FE4CD51-10EC-4BB7-F0DA-D0C1DD488218}"/>
                </a:ext>
              </a:extLst>
            </p:cNvPr>
            <p:cNvSpPr/>
            <p:nvPr/>
          </p:nvSpPr>
          <p:spPr>
            <a:xfrm>
              <a:off x="2763609" y="2896365"/>
              <a:ext cx="72195" cy="68181"/>
            </a:xfrm>
            <a:custGeom>
              <a:avLst/>
              <a:gdLst/>
              <a:ahLst/>
              <a:cxnLst/>
              <a:rect l="l" t="t" r="r" b="b"/>
              <a:pathLst>
                <a:path w="3831" h="3618" fill="none" extrusionOk="0">
                  <a:moveTo>
                    <a:pt x="1" y="1"/>
                  </a:moveTo>
                  <a:lnTo>
                    <a:pt x="3831" y="3618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653;p49">
              <a:extLst>
                <a:ext uri="{FF2B5EF4-FFF2-40B4-BE49-F238E27FC236}">
                  <a16:creationId xmlns:a16="http://schemas.microsoft.com/office/drawing/2014/main" id="{6F8EEE11-C533-EDBD-4252-67493FF48848}"/>
                </a:ext>
              </a:extLst>
            </p:cNvPr>
            <p:cNvSpPr/>
            <p:nvPr/>
          </p:nvSpPr>
          <p:spPr>
            <a:xfrm>
              <a:off x="3242503" y="2417489"/>
              <a:ext cx="68181" cy="72176"/>
            </a:xfrm>
            <a:custGeom>
              <a:avLst/>
              <a:gdLst/>
              <a:ahLst/>
              <a:cxnLst/>
              <a:rect l="l" t="t" r="r" b="b"/>
              <a:pathLst>
                <a:path w="3618" h="3830" fill="none" extrusionOk="0">
                  <a:moveTo>
                    <a:pt x="1" y="0"/>
                  </a:moveTo>
                  <a:lnTo>
                    <a:pt x="3618" y="383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654;p49">
              <a:extLst>
                <a:ext uri="{FF2B5EF4-FFF2-40B4-BE49-F238E27FC236}">
                  <a16:creationId xmlns:a16="http://schemas.microsoft.com/office/drawing/2014/main" id="{102ABD00-7253-C04A-F427-CF72EF8C86BA}"/>
                </a:ext>
              </a:extLst>
            </p:cNvPr>
            <p:cNvSpPr/>
            <p:nvPr/>
          </p:nvSpPr>
          <p:spPr>
            <a:xfrm>
              <a:off x="2383260" y="3545401"/>
              <a:ext cx="34957" cy="34957"/>
            </a:xfrm>
            <a:custGeom>
              <a:avLst/>
              <a:gdLst/>
              <a:ahLst/>
              <a:cxnLst/>
              <a:rect l="l" t="t" r="r" b="b"/>
              <a:pathLst>
                <a:path w="1855" h="1855" fill="none" extrusionOk="0">
                  <a:moveTo>
                    <a:pt x="0" y="0"/>
                  </a:moveTo>
                  <a:lnTo>
                    <a:pt x="1854" y="1854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655;p49">
              <a:extLst>
                <a:ext uri="{FF2B5EF4-FFF2-40B4-BE49-F238E27FC236}">
                  <a16:creationId xmlns:a16="http://schemas.microsoft.com/office/drawing/2014/main" id="{A80722EF-9ADB-A71E-303C-F31B6F078399}"/>
                </a:ext>
              </a:extLst>
            </p:cNvPr>
            <p:cNvSpPr/>
            <p:nvPr/>
          </p:nvSpPr>
          <p:spPr>
            <a:xfrm>
              <a:off x="3888674" y="2039985"/>
              <a:ext cx="36088" cy="36107"/>
            </a:xfrm>
            <a:custGeom>
              <a:avLst/>
              <a:gdLst/>
              <a:ahLst/>
              <a:cxnLst/>
              <a:rect l="l" t="t" r="r" b="b"/>
              <a:pathLst>
                <a:path w="1915" h="1916" fill="none" extrusionOk="0">
                  <a:moveTo>
                    <a:pt x="0" y="0"/>
                  </a:moveTo>
                  <a:lnTo>
                    <a:pt x="1915" y="1915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656;p49">
              <a:extLst>
                <a:ext uri="{FF2B5EF4-FFF2-40B4-BE49-F238E27FC236}">
                  <a16:creationId xmlns:a16="http://schemas.microsoft.com/office/drawing/2014/main" id="{B1259EEE-E792-9B36-DF20-C507E2FF1844}"/>
                </a:ext>
              </a:extLst>
            </p:cNvPr>
            <p:cNvSpPr/>
            <p:nvPr/>
          </p:nvSpPr>
          <p:spPr>
            <a:xfrm>
              <a:off x="3368526" y="3223456"/>
              <a:ext cx="270953" cy="588284"/>
            </a:xfrm>
            <a:custGeom>
              <a:avLst/>
              <a:gdLst/>
              <a:ahLst/>
              <a:cxnLst/>
              <a:rect l="l" t="t" r="r" b="b"/>
              <a:pathLst>
                <a:path w="14378" h="31217" extrusionOk="0">
                  <a:moveTo>
                    <a:pt x="1855" y="1"/>
                  </a:moveTo>
                  <a:lnTo>
                    <a:pt x="1" y="27296"/>
                  </a:lnTo>
                  <a:lnTo>
                    <a:pt x="3922" y="31217"/>
                  </a:lnTo>
                  <a:lnTo>
                    <a:pt x="14378" y="8329"/>
                  </a:lnTo>
                  <a:lnTo>
                    <a:pt x="2007" y="92"/>
                  </a:lnTo>
                  <a:cubicBezTo>
                    <a:pt x="1946" y="62"/>
                    <a:pt x="1916" y="31"/>
                    <a:pt x="1855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57;p49">
              <a:extLst>
                <a:ext uri="{FF2B5EF4-FFF2-40B4-BE49-F238E27FC236}">
                  <a16:creationId xmlns:a16="http://schemas.microsoft.com/office/drawing/2014/main" id="{B78B4C73-79DF-7BA9-364D-E04F85F012E2}"/>
                </a:ext>
              </a:extLst>
            </p:cNvPr>
            <p:cNvSpPr/>
            <p:nvPr/>
          </p:nvSpPr>
          <p:spPr>
            <a:xfrm>
              <a:off x="3415509" y="3343750"/>
              <a:ext cx="168418" cy="440502"/>
            </a:xfrm>
            <a:custGeom>
              <a:avLst/>
              <a:gdLst/>
              <a:ahLst/>
              <a:cxnLst/>
              <a:rect l="l" t="t" r="r" b="b"/>
              <a:pathLst>
                <a:path w="8937" h="23375" fill="none" extrusionOk="0">
                  <a:moveTo>
                    <a:pt x="0" y="23375"/>
                  </a:moveTo>
                  <a:lnTo>
                    <a:pt x="8937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658;p49">
              <a:extLst>
                <a:ext uri="{FF2B5EF4-FFF2-40B4-BE49-F238E27FC236}">
                  <a16:creationId xmlns:a16="http://schemas.microsoft.com/office/drawing/2014/main" id="{78F53B16-9304-FEF0-BA49-D8CB2213293F}"/>
                </a:ext>
              </a:extLst>
            </p:cNvPr>
            <p:cNvSpPr/>
            <p:nvPr/>
          </p:nvSpPr>
          <p:spPr>
            <a:xfrm>
              <a:off x="3569028" y="3022388"/>
              <a:ext cx="588284" cy="271538"/>
            </a:xfrm>
            <a:custGeom>
              <a:avLst/>
              <a:gdLst/>
              <a:ahLst/>
              <a:cxnLst/>
              <a:rect l="l" t="t" r="r" b="b"/>
              <a:pathLst>
                <a:path w="31217" h="14409" extrusionOk="0">
                  <a:moveTo>
                    <a:pt x="27296" y="1"/>
                  </a:moveTo>
                  <a:lnTo>
                    <a:pt x="0" y="1855"/>
                  </a:lnTo>
                  <a:cubicBezTo>
                    <a:pt x="31" y="1916"/>
                    <a:pt x="91" y="1977"/>
                    <a:pt x="122" y="2037"/>
                  </a:cubicBezTo>
                  <a:lnTo>
                    <a:pt x="8359" y="14408"/>
                  </a:lnTo>
                  <a:lnTo>
                    <a:pt x="31217" y="3922"/>
                  </a:lnTo>
                  <a:lnTo>
                    <a:pt x="27296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659;p49">
              <a:extLst>
                <a:ext uri="{FF2B5EF4-FFF2-40B4-BE49-F238E27FC236}">
                  <a16:creationId xmlns:a16="http://schemas.microsoft.com/office/drawing/2014/main" id="{A9DAC761-E001-1218-59AD-62F97A6AB1CD}"/>
                </a:ext>
              </a:extLst>
            </p:cNvPr>
            <p:cNvSpPr/>
            <p:nvPr/>
          </p:nvSpPr>
          <p:spPr>
            <a:xfrm>
              <a:off x="3689887" y="3069936"/>
              <a:ext cx="440521" cy="168437"/>
            </a:xfrm>
            <a:custGeom>
              <a:avLst/>
              <a:gdLst/>
              <a:ahLst/>
              <a:cxnLst/>
              <a:rect l="l" t="t" r="r" b="b"/>
              <a:pathLst>
                <a:path w="23376" h="8938" fill="none" extrusionOk="0">
                  <a:moveTo>
                    <a:pt x="23375" y="1"/>
                  </a:moveTo>
                  <a:lnTo>
                    <a:pt x="1" y="8937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660;p49">
              <a:extLst>
                <a:ext uri="{FF2B5EF4-FFF2-40B4-BE49-F238E27FC236}">
                  <a16:creationId xmlns:a16="http://schemas.microsoft.com/office/drawing/2014/main" id="{CC8E84A6-F11A-6A18-D72C-0B5EAE9D20B8}"/>
                </a:ext>
              </a:extLst>
            </p:cNvPr>
            <p:cNvSpPr/>
            <p:nvPr/>
          </p:nvSpPr>
          <p:spPr>
            <a:xfrm>
              <a:off x="3489404" y="3147846"/>
              <a:ext cx="344279" cy="344279"/>
            </a:xfrm>
            <a:custGeom>
              <a:avLst/>
              <a:gdLst/>
              <a:ahLst/>
              <a:cxnLst/>
              <a:rect l="l" t="t" r="r" b="b"/>
              <a:pathLst>
                <a:path w="18269" h="18269" extrusionOk="0">
                  <a:moveTo>
                    <a:pt x="18268" y="15077"/>
                  </a:moveTo>
                  <a:lnTo>
                    <a:pt x="18253" y="15092"/>
                  </a:lnTo>
                  <a:lnTo>
                    <a:pt x="18253" y="15092"/>
                  </a:lnTo>
                  <a:lnTo>
                    <a:pt x="18268" y="15107"/>
                  </a:lnTo>
                  <a:lnTo>
                    <a:pt x="18268" y="15077"/>
                  </a:lnTo>
                  <a:close/>
                  <a:moveTo>
                    <a:pt x="0" y="1"/>
                  </a:moveTo>
                  <a:lnTo>
                    <a:pt x="0" y="1125"/>
                  </a:lnTo>
                  <a:cubicBezTo>
                    <a:pt x="0" y="2432"/>
                    <a:pt x="517" y="3678"/>
                    <a:pt x="1429" y="4590"/>
                  </a:cubicBezTo>
                  <a:lnTo>
                    <a:pt x="15107" y="18268"/>
                  </a:lnTo>
                  <a:lnTo>
                    <a:pt x="18253" y="15092"/>
                  </a:lnTo>
                  <a:lnTo>
                    <a:pt x="18253" y="15092"/>
                  </a:lnTo>
                  <a:lnTo>
                    <a:pt x="4620" y="1429"/>
                  </a:lnTo>
                  <a:cubicBezTo>
                    <a:pt x="3678" y="517"/>
                    <a:pt x="2432" y="1"/>
                    <a:pt x="1155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661;p49">
              <a:extLst>
                <a:ext uri="{FF2B5EF4-FFF2-40B4-BE49-F238E27FC236}">
                  <a16:creationId xmlns:a16="http://schemas.microsoft.com/office/drawing/2014/main" id="{9A80D4E1-342F-D2B3-1D4C-FBA5BB2678BC}"/>
                </a:ext>
              </a:extLst>
            </p:cNvPr>
            <p:cNvSpPr/>
            <p:nvPr/>
          </p:nvSpPr>
          <p:spPr>
            <a:xfrm>
              <a:off x="3489404" y="3147846"/>
              <a:ext cx="311056" cy="311056"/>
            </a:xfrm>
            <a:custGeom>
              <a:avLst/>
              <a:gdLst/>
              <a:ahLst/>
              <a:cxnLst/>
              <a:rect l="l" t="t" r="r" b="b"/>
              <a:pathLst>
                <a:path w="16506" h="16506" fill="none" extrusionOk="0">
                  <a:moveTo>
                    <a:pt x="0" y="1"/>
                  </a:moveTo>
                  <a:lnTo>
                    <a:pt x="16505" y="16505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662;p49">
              <a:extLst>
                <a:ext uri="{FF2B5EF4-FFF2-40B4-BE49-F238E27FC236}">
                  <a16:creationId xmlns:a16="http://schemas.microsoft.com/office/drawing/2014/main" id="{A77CDD6A-42B8-4313-2EE0-151B91BDD48E}"/>
                </a:ext>
              </a:extLst>
            </p:cNvPr>
            <p:cNvSpPr/>
            <p:nvPr/>
          </p:nvSpPr>
          <p:spPr>
            <a:xfrm>
              <a:off x="2532200" y="2335000"/>
              <a:ext cx="63583" cy="64167"/>
            </a:xfrm>
            <a:custGeom>
              <a:avLst/>
              <a:gdLst/>
              <a:ahLst/>
              <a:cxnLst/>
              <a:rect l="l" t="t" r="r" b="b"/>
              <a:pathLst>
                <a:path w="3374" h="3405" fill="none" extrusionOk="0">
                  <a:moveTo>
                    <a:pt x="1368" y="456"/>
                  </a:moveTo>
                  <a:lnTo>
                    <a:pt x="0" y="1824"/>
                  </a:lnTo>
                  <a:lnTo>
                    <a:pt x="1581" y="3404"/>
                  </a:lnTo>
                  <a:lnTo>
                    <a:pt x="2948" y="2037"/>
                  </a:lnTo>
                  <a:cubicBezTo>
                    <a:pt x="3374" y="1581"/>
                    <a:pt x="3374" y="882"/>
                    <a:pt x="2948" y="456"/>
                  </a:cubicBezTo>
                  <a:cubicBezTo>
                    <a:pt x="2523" y="0"/>
                    <a:pt x="1824" y="0"/>
                    <a:pt x="1368" y="456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663;p49">
              <a:extLst>
                <a:ext uri="{FF2B5EF4-FFF2-40B4-BE49-F238E27FC236}">
                  <a16:creationId xmlns:a16="http://schemas.microsoft.com/office/drawing/2014/main" id="{34128266-C777-C306-AB5D-75AE2B3CB53A}"/>
                </a:ext>
              </a:extLst>
            </p:cNvPr>
            <p:cNvSpPr/>
            <p:nvPr/>
          </p:nvSpPr>
          <p:spPr>
            <a:xfrm>
              <a:off x="3280892" y="3083694"/>
              <a:ext cx="63602" cy="63602"/>
            </a:xfrm>
            <a:custGeom>
              <a:avLst/>
              <a:gdLst/>
              <a:ahLst/>
              <a:cxnLst/>
              <a:rect l="l" t="t" r="r" b="b"/>
              <a:pathLst>
                <a:path w="3375" h="3375" fill="none" extrusionOk="0">
                  <a:moveTo>
                    <a:pt x="1368" y="426"/>
                  </a:moveTo>
                  <a:lnTo>
                    <a:pt x="0" y="1824"/>
                  </a:lnTo>
                  <a:lnTo>
                    <a:pt x="1550" y="3374"/>
                  </a:lnTo>
                  <a:lnTo>
                    <a:pt x="2949" y="2006"/>
                  </a:lnTo>
                  <a:cubicBezTo>
                    <a:pt x="3374" y="1581"/>
                    <a:pt x="3374" y="882"/>
                    <a:pt x="2949" y="426"/>
                  </a:cubicBezTo>
                  <a:cubicBezTo>
                    <a:pt x="2493" y="0"/>
                    <a:pt x="1794" y="0"/>
                    <a:pt x="1368" y="426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664;p49">
              <a:extLst>
                <a:ext uri="{FF2B5EF4-FFF2-40B4-BE49-F238E27FC236}">
                  <a16:creationId xmlns:a16="http://schemas.microsoft.com/office/drawing/2014/main" id="{F98B8952-3AC3-132C-09F4-7DF95C1B5F23}"/>
                </a:ext>
              </a:extLst>
            </p:cNvPr>
            <p:cNvSpPr/>
            <p:nvPr/>
          </p:nvSpPr>
          <p:spPr>
            <a:xfrm>
              <a:off x="2590622" y="2404881"/>
              <a:ext cx="42401" cy="42985"/>
            </a:xfrm>
            <a:custGeom>
              <a:avLst/>
              <a:gdLst/>
              <a:ahLst/>
              <a:cxnLst/>
              <a:rect l="l" t="t" r="r" b="b"/>
              <a:pathLst>
                <a:path w="2250" h="2281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80"/>
                  </a:lnTo>
                  <a:lnTo>
                    <a:pt x="1976" y="1338"/>
                  </a:lnTo>
                  <a:cubicBezTo>
                    <a:pt x="2250" y="1064"/>
                    <a:pt x="2250" y="57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665;p49">
              <a:extLst>
                <a:ext uri="{FF2B5EF4-FFF2-40B4-BE49-F238E27FC236}">
                  <a16:creationId xmlns:a16="http://schemas.microsoft.com/office/drawing/2014/main" id="{9437599B-C807-278D-22D3-C4F2137DA4D2}"/>
                </a:ext>
              </a:extLst>
            </p:cNvPr>
            <p:cNvSpPr/>
            <p:nvPr/>
          </p:nvSpPr>
          <p:spPr>
            <a:xfrm>
              <a:off x="2643900" y="2458724"/>
              <a:ext cx="42967" cy="42401"/>
            </a:xfrm>
            <a:custGeom>
              <a:avLst/>
              <a:gdLst/>
              <a:ahLst/>
              <a:cxnLst/>
              <a:rect l="l" t="t" r="r" b="b"/>
              <a:pathLst>
                <a:path w="2280" h="2250" fill="none" extrusionOk="0">
                  <a:moveTo>
                    <a:pt x="942" y="274"/>
                  </a:moveTo>
                  <a:lnTo>
                    <a:pt x="0" y="1186"/>
                  </a:lnTo>
                  <a:lnTo>
                    <a:pt x="1064" y="2250"/>
                  </a:lnTo>
                  <a:lnTo>
                    <a:pt x="1976" y="1338"/>
                  </a:lnTo>
                  <a:cubicBezTo>
                    <a:pt x="2280" y="1034"/>
                    <a:pt x="2280" y="578"/>
                    <a:pt x="1976" y="274"/>
                  </a:cubicBezTo>
                  <a:cubicBezTo>
                    <a:pt x="1702" y="1"/>
                    <a:pt x="1216" y="1"/>
                    <a:pt x="94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666;p49">
              <a:extLst>
                <a:ext uri="{FF2B5EF4-FFF2-40B4-BE49-F238E27FC236}">
                  <a16:creationId xmlns:a16="http://schemas.microsoft.com/office/drawing/2014/main" id="{8F15C090-502F-858E-287E-2FD0716DDD80}"/>
                </a:ext>
              </a:extLst>
            </p:cNvPr>
            <p:cNvSpPr/>
            <p:nvPr/>
          </p:nvSpPr>
          <p:spPr>
            <a:xfrm>
              <a:off x="2697743" y="2512001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50"/>
                  </a:lnTo>
                  <a:lnTo>
                    <a:pt x="1976" y="1338"/>
                  </a:lnTo>
                  <a:cubicBezTo>
                    <a:pt x="2250" y="1064"/>
                    <a:pt x="2250" y="57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667;p49">
              <a:extLst>
                <a:ext uri="{FF2B5EF4-FFF2-40B4-BE49-F238E27FC236}">
                  <a16:creationId xmlns:a16="http://schemas.microsoft.com/office/drawing/2014/main" id="{FC3139FB-B896-7772-0E0B-5A4609D36E66}"/>
                </a:ext>
              </a:extLst>
            </p:cNvPr>
            <p:cNvSpPr/>
            <p:nvPr/>
          </p:nvSpPr>
          <p:spPr>
            <a:xfrm>
              <a:off x="2751020" y="2565279"/>
              <a:ext cx="42967" cy="42967"/>
            </a:xfrm>
            <a:custGeom>
              <a:avLst/>
              <a:gdLst/>
              <a:ahLst/>
              <a:cxnLst/>
              <a:rect l="l" t="t" r="r" b="b"/>
              <a:pathLst>
                <a:path w="2280" h="2280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80"/>
                  </a:lnTo>
                  <a:lnTo>
                    <a:pt x="1976" y="1368"/>
                  </a:lnTo>
                  <a:cubicBezTo>
                    <a:pt x="2280" y="1064"/>
                    <a:pt x="2280" y="60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668;p49">
              <a:extLst>
                <a:ext uri="{FF2B5EF4-FFF2-40B4-BE49-F238E27FC236}">
                  <a16:creationId xmlns:a16="http://schemas.microsoft.com/office/drawing/2014/main" id="{4A288754-0B53-0B1B-EB14-FDA8552D72F0}"/>
                </a:ext>
              </a:extLst>
            </p:cNvPr>
            <p:cNvSpPr/>
            <p:nvPr/>
          </p:nvSpPr>
          <p:spPr>
            <a:xfrm>
              <a:off x="2804863" y="2619122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274"/>
                  </a:moveTo>
                  <a:lnTo>
                    <a:pt x="0" y="1186"/>
                  </a:lnTo>
                  <a:lnTo>
                    <a:pt x="1034" y="2250"/>
                  </a:lnTo>
                  <a:lnTo>
                    <a:pt x="1946" y="1338"/>
                  </a:lnTo>
                  <a:cubicBezTo>
                    <a:pt x="2250" y="1064"/>
                    <a:pt x="2250" y="578"/>
                    <a:pt x="1946" y="274"/>
                  </a:cubicBezTo>
                  <a:cubicBezTo>
                    <a:pt x="1672" y="0"/>
                    <a:pt x="1186" y="0"/>
                    <a:pt x="91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669;p49">
              <a:extLst>
                <a:ext uri="{FF2B5EF4-FFF2-40B4-BE49-F238E27FC236}">
                  <a16:creationId xmlns:a16="http://schemas.microsoft.com/office/drawing/2014/main" id="{4CB159CB-9CE6-2ECF-9266-9D4E33F4DD01}"/>
                </a:ext>
              </a:extLst>
            </p:cNvPr>
            <p:cNvSpPr/>
            <p:nvPr/>
          </p:nvSpPr>
          <p:spPr>
            <a:xfrm>
              <a:off x="2858140" y="2672400"/>
              <a:ext cx="42401" cy="42967"/>
            </a:xfrm>
            <a:custGeom>
              <a:avLst/>
              <a:gdLst/>
              <a:ahLst/>
              <a:cxnLst/>
              <a:rect l="l" t="t" r="r" b="b"/>
              <a:pathLst>
                <a:path w="2250" h="2280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80"/>
                  </a:lnTo>
                  <a:lnTo>
                    <a:pt x="1976" y="1338"/>
                  </a:lnTo>
                  <a:cubicBezTo>
                    <a:pt x="2249" y="1064"/>
                    <a:pt x="2249" y="57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670;p49">
              <a:extLst>
                <a:ext uri="{FF2B5EF4-FFF2-40B4-BE49-F238E27FC236}">
                  <a16:creationId xmlns:a16="http://schemas.microsoft.com/office/drawing/2014/main" id="{782D18B0-663D-FB88-9AC1-81A9211FDDAF}"/>
                </a:ext>
              </a:extLst>
            </p:cNvPr>
            <p:cNvSpPr/>
            <p:nvPr/>
          </p:nvSpPr>
          <p:spPr>
            <a:xfrm>
              <a:off x="2911983" y="2726242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274"/>
                  </a:moveTo>
                  <a:lnTo>
                    <a:pt x="0" y="1186"/>
                  </a:lnTo>
                  <a:lnTo>
                    <a:pt x="1034" y="2250"/>
                  </a:lnTo>
                  <a:lnTo>
                    <a:pt x="1946" y="1338"/>
                  </a:lnTo>
                  <a:cubicBezTo>
                    <a:pt x="2250" y="1034"/>
                    <a:pt x="2250" y="578"/>
                    <a:pt x="1946" y="274"/>
                  </a:cubicBezTo>
                  <a:cubicBezTo>
                    <a:pt x="1672" y="0"/>
                    <a:pt x="1186" y="0"/>
                    <a:pt x="91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671;p49">
              <a:extLst>
                <a:ext uri="{FF2B5EF4-FFF2-40B4-BE49-F238E27FC236}">
                  <a16:creationId xmlns:a16="http://schemas.microsoft.com/office/drawing/2014/main" id="{B6577F50-6B91-9442-6EF9-5FCB49E70140}"/>
                </a:ext>
              </a:extLst>
            </p:cNvPr>
            <p:cNvSpPr/>
            <p:nvPr/>
          </p:nvSpPr>
          <p:spPr>
            <a:xfrm>
              <a:off x="2965261" y="2779520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49"/>
                  </a:lnTo>
                  <a:lnTo>
                    <a:pt x="1976" y="1338"/>
                  </a:lnTo>
                  <a:cubicBezTo>
                    <a:pt x="2249" y="1064"/>
                    <a:pt x="2249" y="57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672;p49">
              <a:extLst>
                <a:ext uri="{FF2B5EF4-FFF2-40B4-BE49-F238E27FC236}">
                  <a16:creationId xmlns:a16="http://schemas.microsoft.com/office/drawing/2014/main" id="{240A785B-0DFD-335E-E636-9A2C6BBCFAAE}"/>
                </a:ext>
              </a:extLst>
            </p:cNvPr>
            <p:cNvSpPr/>
            <p:nvPr/>
          </p:nvSpPr>
          <p:spPr>
            <a:xfrm>
              <a:off x="3018519" y="2833363"/>
              <a:ext cx="42985" cy="42401"/>
            </a:xfrm>
            <a:custGeom>
              <a:avLst/>
              <a:gdLst/>
              <a:ahLst/>
              <a:cxnLst/>
              <a:rect l="l" t="t" r="r" b="b"/>
              <a:pathLst>
                <a:path w="2281" h="2250" fill="none" extrusionOk="0">
                  <a:moveTo>
                    <a:pt x="913" y="274"/>
                  </a:moveTo>
                  <a:lnTo>
                    <a:pt x="1" y="1186"/>
                  </a:lnTo>
                  <a:lnTo>
                    <a:pt x="1065" y="2250"/>
                  </a:lnTo>
                  <a:lnTo>
                    <a:pt x="1977" y="1338"/>
                  </a:lnTo>
                  <a:cubicBezTo>
                    <a:pt x="2281" y="1034"/>
                    <a:pt x="2281" y="578"/>
                    <a:pt x="1977" y="274"/>
                  </a:cubicBezTo>
                  <a:cubicBezTo>
                    <a:pt x="1703" y="0"/>
                    <a:pt x="1217" y="0"/>
                    <a:pt x="913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673;p49">
              <a:extLst>
                <a:ext uri="{FF2B5EF4-FFF2-40B4-BE49-F238E27FC236}">
                  <a16:creationId xmlns:a16="http://schemas.microsoft.com/office/drawing/2014/main" id="{4C05A902-1530-EFC6-F1D6-63180DF33984}"/>
                </a:ext>
              </a:extLst>
            </p:cNvPr>
            <p:cNvSpPr/>
            <p:nvPr/>
          </p:nvSpPr>
          <p:spPr>
            <a:xfrm>
              <a:off x="3072381" y="2886641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274"/>
                  </a:moveTo>
                  <a:lnTo>
                    <a:pt x="0" y="1216"/>
                  </a:lnTo>
                  <a:lnTo>
                    <a:pt x="1034" y="2249"/>
                  </a:lnTo>
                  <a:lnTo>
                    <a:pt x="1976" y="1338"/>
                  </a:lnTo>
                  <a:cubicBezTo>
                    <a:pt x="2249" y="1064"/>
                    <a:pt x="2249" y="578"/>
                    <a:pt x="1976" y="274"/>
                  </a:cubicBezTo>
                  <a:cubicBezTo>
                    <a:pt x="1672" y="0"/>
                    <a:pt x="1216" y="0"/>
                    <a:pt x="91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74;p49">
              <a:extLst>
                <a:ext uri="{FF2B5EF4-FFF2-40B4-BE49-F238E27FC236}">
                  <a16:creationId xmlns:a16="http://schemas.microsoft.com/office/drawing/2014/main" id="{AEECEF27-F048-6E95-8DB3-166563BB88D6}"/>
                </a:ext>
              </a:extLst>
            </p:cNvPr>
            <p:cNvSpPr/>
            <p:nvPr/>
          </p:nvSpPr>
          <p:spPr>
            <a:xfrm>
              <a:off x="3125640" y="2939899"/>
              <a:ext cx="42420" cy="42985"/>
            </a:xfrm>
            <a:custGeom>
              <a:avLst/>
              <a:gdLst/>
              <a:ahLst/>
              <a:cxnLst/>
              <a:rect l="l" t="t" r="r" b="b"/>
              <a:pathLst>
                <a:path w="2251" h="2281" fill="none" extrusionOk="0">
                  <a:moveTo>
                    <a:pt x="913" y="305"/>
                  </a:moveTo>
                  <a:lnTo>
                    <a:pt x="1" y="1217"/>
                  </a:lnTo>
                  <a:lnTo>
                    <a:pt x="1065" y="2281"/>
                  </a:lnTo>
                  <a:lnTo>
                    <a:pt x="1977" y="1369"/>
                  </a:lnTo>
                  <a:cubicBezTo>
                    <a:pt x="2250" y="1065"/>
                    <a:pt x="2250" y="609"/>
                    <a:pt x="1977" y="305"/>
                  </a:cubicBezTo>
                  <a:cubicBezTo>
                    <a:pt x="1673" y="1"/>
                    <a:pt x="1217" y="1"/>
                    <a:pt x="913" y="305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75;p49">
              <a:extLst>
                <a:ext uri="{FF2B5EF4-FFF2-40B4-BE49-F238E27FC236}">
                  <a16:creationId xmlns:a16="http://schemas.microsoft.com/office/drawing/2014/main" id="{F098575E-689C-5A28-1410-097491FDC9DE}"/>
                </a:ext>
              </a:extLst>
            </p:cNvPr>
            <p:cNvSpPr/>
            <p:nvPr/>
          </p:nvSpPr>
          <p:spPr>
            <a:xfrm>
              <a:off x="3179501" y="2993761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274"/>
                  </a:moveTo>
                  <a:lnTo>
                    <a:pt x="0" y="1186"/>
                  </a:lnTo>
                  <a:lnTo>
                    <a:pt x="1034" y="2249"/>
                  </a:lnTo>
                  <a:lnTo>
                    <a:pt x="1946" y="1338"/>
                  </a:lnTo>
                  <a:cubicBezTo>
                    <a:pt x="2249" y="1034"/>
                    <a:pt x="2249" y="578"/>
                    <a:pt x="1946" y="274"/>
                  </a:cubicBezTo>
                  <a:cubicBezTo>
                    <a:pt x="1672" y="0"/>
                    <a:pt x="1186" y="0"/>
                    <a:pt x="91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76;p49">
              <a:extLst>
                <a:ext uri="{FF2B5EF4-FFF2-40B4-BE49-F238E27FC236}">
                  <a16:creationId xmlns:a16="http://schemas.microsoft.com/office/drawing/2014/main" id="{5002BD7D-CBFF-AA18-4FD5-6CA40019ABDE}"/>
                </a:ext>
              </a:extLst>
            </p:cNvPr>
            <p:cNvSpPr/>
            <p:nvPr/>
          </p:nvSpPr>
          <p:spPr>
            <a:xfrm>
              <a:off x="3232760" y="3047020"/>
              <a:ext cx="42420" cy="42420"/>
            </a:xfrm>
            <a:custGeom>
              <a:avLst/>
              <a:gdLst/>
              <a:ahLst/>
              <a:cxnLst/>
              <a:rect l="l" t="t" r="r" b="b"/>
              <a:pathLst>
                <a:path w="2251" h="2251" fill="none" extrusionOk="0">
                  <a:moveTo>
                    <a:pt x="913" y="305"/>
                  </a:moveTo>
                  <a:lnTo>
                    <a:pt x="1" y="1217"/>
                  </a:lnTo>
                  <a:lnTo>
                    <a:pt x="1065" y="2250"/>
                  </a:lnTo>
                  <a:lnTo>
                    <a:pt x="1977" y="1338"/>
                  </a:lnTo>
                  <a:cubicBezTo>
                    <a:pt x="2250" y="1065"/>
                    <a:pt x="2250" y="578"/>
                    <a:pt x="1977" y="305"/>
                  </a:cubicBezTo>
                  <a:cubicBezTo>
                    <a:pt x="1673" y="1"/>
                    <a:pt x="1217" y="1"/>
                    <a:pt x="913" y="305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77;p49">
              <a:extLst>
                <a:ext uri="{FF2B5EF4-FFF2-40B4-BE49-F238E27FC236}">
                  <a16:creationId xmlns:a16="http://schemas.microsoft.com/office/drawing/2014/main" id="{F8F1BC9F-07E0-4CC9-A5A3-81DFA0BCFF72}"/>
                </a:ext>
              </a:extLst>
            </p:cNvPr>
            <p:cNvSpPr/>
            <p:nvPr/>
          </p:nvSpPr>
          <p:spPr>
            <a:xfrm>
              <a:off x="2751020" y="2245067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274" y="912"/>
                  </a:moveTo>
                  <a:lnTo>
                    <a:pt x="1186" y="0"/>
                  </a:lnTo>
                  <a:lnTo>
                    <a:pt x="2249" y="1034"/>
                  </a:lnTo>
                  <a:lnTo>
                    <a:pt x="1338" y="1945"/>
                  </a:lnTo>
                  <a:cubicBezTo>
                    <a:pt x="1034" y="2249"/>
                    <a:pt x="578" y="2249"/>
                    <a:pt x="274" y="1945"/>
                  </a:cubicBezTo>
                  <a:cubicBezTo>
                    <a:pt x="0" y="1672"/>
                    <a:pt x="0" y="1186"/>
                    <a:pt x="274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78;p49">
              <a:extLst>
                <a:ext uri="{FF2B5EF4-FFF2-40B4-BE49-F238E27FC236}">
                  <a16:creationId xmlns:a16="http://schemas.microsoft.com/office/drawing/2014/main" id="{E260714E-3A63-8FAB-3A3C-632C928016DA}"/>
                </a:ext>
              </a:extLst>
            </p:cNvPr>
            <p:cNvSpPr/>
            <p:nvPr/>
          </p:nvSpPr>
          <p:spPr>
            <a:xfrm>
              <a:off x="2804297" y="2298326"/>
              <a:ext cx="42401" cy="42420"/>
            </a:xfrm>
            <a:custGeom>
              <a:avLst/>
              <a:gdLst/>
              <a:ahLst/>
              <a:cxnLst/>
              <a:rect l="l" t="t" r="r" b="b"/>
              <a:pathLst>
                <a:path w="2250" h="2251" fill="none" extrusionOk="0">
                  <a:moveTo>
                    <a:pt x="304" y="913"/>
                  </a:moveTo>
                  <a:lnTo>
                    <a:pt x="1216" y="1"/>
                  </a:lnTo>
                  <a:lnTo>
                    <a:pt x="2249" y="1065"/>
                  </a:lnTo>
                  <a:lnTo>
                    <a:pt x="1337" y="1977"/>
                  </a:lnTo>
                  <a:cubicBezTo>
                    <a:pt x="1064" y="2250"/>
                    <a:pt x="578" y="2250"/>
                    <a:pt x="304" y="1977"/>
                  </a:cubicBezTo>
                  <a:cubicBezTo>
                    <a:pt x="0" y="1673"/>
                    <a:pt x="0" y="1217"/>
                    <a:pt x="304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79;p49">
              <a:extLst>
                <a:ext uri="{FF2B5EF4-FFF2-40B4-BE49-F238E27FC236}">
                  <a16:creationId xmlns:a16="http://schemas.microsoft.com/office/drawing/2014/main" id="{4BFD4C61-6B16-79C3-59BE-776B19209FEA}"/>
                </a:ext>
              </a:extLst>
            </p:cNvPr>
            <p:cNvSpPr/>
            <p:nvPr/>
          </p:nvSpPr>
          <p:spPr>
            <a:xfrm>
              <a:off x="2858140" y="2351603"/>
              <a:ext cx="42401" cy="42985"/>
            </a:xfrm>
            <a:custGeom>
              <a:avLst/>
              <a:gdLst/>
              <a:ahLst/>
              <a:cxnLst/>
              <a:rect l="l" t="t" r="r" b="b"/>
              <a:pathLst>
                <a:path w="2250" h="2281" fill="none" extrusionOk="0">
                  <a:moveTo>
                    <a:pt x="274" y="913"/>
                  </a:moveTo>
                  <a:lnTo>
                    <a:pt x="1186" y="1"/>
                  </a:lnTo>
                  <a:lnTo>
                    <a:pt x="2249" y="1065"/>
                  </a:lnTo>
                  <a:lnTo>
                    <a:pt x="1338" y="1976"/>
                  </a:lnTo>
                  <a:cubicBezTo>
                    <a:pt x="1034" y="2280"/>
                    <a:pt x="578" y="2280"/>
                    <a:pt x="274" y="1976"/>
                  </a:cubicBezTo>
                  <a:cubicBezTo>
                    <a:pt x="0" y="1703"/>
                    <a:pt x="0" y="1216"/>
                    <a:pt x="274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80;p49">
              <a:extLst>
                <a:ext uri="{FF2B5EF4-FFF2-40B4-BE49-F238E27FC236}">
                  <a16:creationId xmlns:a16="http://schemas.microsoft.com/office/drawing/2014/main" id="{64643AEF-83C7-1DF1-2AFC-47D81D7C522D}"/>
                </a:ext>
              </a:extLst>
            </p:cNvPr>
            <p:cNvSpPr/>
            <p:nvPr/>
          </p:nvSpPr>
          <p:spPr>
            <a:xfrm>
              <a:off x="2911399" y="2405446"/>
              <a:ext cx="42420" cy="42420"/>
            </a:xfrm>
            <a:custGeom>
              <a:avLst/>
              <a:gdLst/>
              <a:ahLst/>
              <a:cxnLst/>
              <a:rect l="l" t="t" r="r" b="b"/>
              <a:pathLst>
                <a:path w="2251" h="2251" fill="none" extrusionOk="0">
                  <a:moveTo>
                    <a:pt x="305" y="913"/>
                  </a:moveTo>
                  <a:lnTo>
                    <a:pt x="1217" y="1"/>
                  </a:lnTo>
                  <a:lnTo>
                    <a:pt x="2250" y="1034"/>
                  </a:lnTo>
                  <a:lnTo>
                    <a:pt x="1338" y="1977"/>
                  </a:lnTo>
                  <a:cubicBezTo>
                    <a:pt x="1065" y="2250"/>
                    <a:pt x="579" y="2250"/>
                    <a:pt x="305" y="1977"/>
                  </a:cubicBezTo>
                  <a:cubicBezTo>
                    <a:pt x="1" y="1673"/>
                    <a:pt x="1" y="1217"/>
                    <a:pt x="305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81;p49">
              <a:extLst>
                <a:ext uri="{FF2B5EF4-FFF2-40B4-BE49-F238E27FC236}">
                  <a16:creationId xmlns:a16="http://schemas.microsoft.com/office/drawing/2014/main" id="{F036FDE8-F14F-678D-20F1-E673FC368EB0}"/>
                </a:ext>
              </a:extLst>
            </p:cNvPr>
            <p:cNvSpPr/>
            <p:nvPr/>
          </p:nvSpPr>
          <p:spPr>
            <a:xfrm>
              <a:off x="2964676" y="2458724"/>
              <a:ext cx="42985" cy="42401"/>
            </a:xfrm>
            <a:custGeom>
              <a:avLst/>
              <a:gdLst/>
              <a:ahLst/>
              <a:cxnLst/>
              <a:rect l="l" t="t" r="r" b="b"/>
              <a:pathLst>
                <a:path w="2281" h="2250" fill="none" extrusionOk="0">
                  <a:moveTo>
                    <a:pt x="305" y="913"/>
                  </a:moveTo>
                  <a:lnTo>
                    <a:pt x="1217" y="1"/>
                  </a:lnTo>
                  <a:lnTo>
                    <a:pt x="2280" y="1064"/>
                  </a:lnTo>
                  <a:lnTo>
                    <a:pt x="1369" y="1976"/>
                  </a:lnTo>
                  <a:cubicBezTo>
                    <a:pt x="1065" y="2250"/>
                    <a:pt x="609" y="2250"/>
                    <a:pt x="305" y="1976"/>
                  </a:cubicBezTo>
                  <a:cubicBezTo>
                    <a:pt x="1" y="1672"/>
                    <a:pt x="1" y="1216"/>
                    <a:pt x="305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82;p49">
              <a:extLst>
                <a:ext uri="{FF2B5EF4-FFF2-40B4-BE49-F238E27FC236}">
                  <a16:creationId xmlns:a16="http://schemas.microsoft.com/office/drawing/2014/main" id="{C4CCCE90-E9EF-8820-8A18-F3B1BCB008BF}"/>
                </a:ext>
              </a:extLst>
            </p:cNvPr>
            <p:cNvSpPr/>
            <p:nvPr/>
          </p:nvSpPr>
          <p:spPr>
            <a:xfrm>
              <a:off x="3018519" y="2512567"/>
              <a:ext cx="42420" cy="42420"/>
            </a:xfrm>
            <a:custGeom>
              <a:avLst/>
              <a:gdLst/>
              <a:ahLst/>
              <a:cxnLst/>
              <a:rect l="l" t="t" r="r" b="b"/>
              <a:pathLst>
                <a:path w="2251" h="2251" fill="none" extrusionOk="0">
                  <a:moveTo>
                    <a:pt x="275" y="913"/>
                  </a:moveTo>
                  <a:lnTo>
                    <a:pt x="1186" y="1"/>
                  </a:lnTo>
                  <a:lnTo>
                    <a:pt x="2250" y="1034"/>
                  </a:lnTo>
                  <a:lnTo>
                    <a:pt x="1338" y="1946"/>
                  </a:lnTo>
                  <a:cubicBezTo>
                    <a:pt x="1034" y="2250"/>
                    <a:pt x="579" y="2250"/>
                    <a:pt x="275" y="1946"/>
                  </a:cubicBezTo>
                  <a:cubicBezTo>
                    <a:pt x="1" y="1673"/>
                    <a:pt x="1" y="1186"/>
                    <a:pt x="275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83;p49">
              <a:extLst>
                <a:ext uri="{FF2B5EF4-FFF2-40B4-BE49-F238E27FC236}">
                  <a16:creationId xmlns:a16="http://schemas.microsoft.com/office/drawing/2014/main" id="{0876A0C8-C95E-B802-608A-0DFAECEF222F}"/>
                </a:ext>
              </a:extLst>
            </p:cNvPr>
            <p:cNvSpPr/>
            <p:nvPr/>
          </p:nvSpPr>
          <p:spPr>
            <a:xfrm>
              <a:off x="3071797" y="2565844"/>
              <a:ext cx="42985" cy="42401"/>
            </a:xfrm>
            <a:custGeom>
              <a:avLst/>
              <a:gdLst/>
              <a:ahLst/>
              <a:cxnLst/>
              <a:rect l="l" t="t" r="r" b="b"/>
              <a:pathLst>
                <a:path w="2281" h="2250" fill="none" extrusionOk="0">
                  <a:moveTo>
                    <a:pt x="305" y="912"/>
                  </a:moveTo>
                  <a:lnTo>
                    <a:pt x="1217" y="1"/>
                  </a:lnTo>
                  <a:lnTo>
                    <a:pt x="2280" y="1064"/>
                  </a:lnTo>
                  <a:lnTo>
                    <a:pt x="1338" y="1976"/>
                  </a:lnTo>
                  <a:cubicBezTo>
                    <a:pt x="1065" y="2250"/>
                    <a:pt x="578" y="2250"/>
                    <a:pt x="305" y="1976"/>
                  </a:cubicBezTo>
                  <a:cubicBezTo>
                    <a:pt x="1" y="1672"/>
                    <a:pt x="1" y="1216"/>
                    <a:pt x="30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684;p49">
              <a:extLst>
                <a:ext uri="{FF2B5EF4-FFF2-40B4-BE49-F238E27FC236}">
                  <a16:creationId xmlns:a16="http://schemas.microsoft.com/office/drawing/2014/main" id="{B383B481-6423-6BF8-DECC-011C1D9EB252}"/>
                </a:ext>
              </a:extLst>
            </p:cNvPr>
            <p:cNvSpPr/>
            <p:nvPr/>
          </p:nvSpPr>
          <p:spPr>
            <a:xfrm>
              <a:off x="3125640" y="2619122"/>
              <a:ext cx="42420" cy="42985"/>
            </a:xfrm>
            <a:custGeom>
              <a:avLst/>
              <a:gdLst/>
              <a:ahLst/>
              <a:cxnLst/>
              <a:rect l="l" t="t" r="r" b="b"/>
              <a:pathLst>
                <a:path w="2251" h="2281" fill="none" extrusionOk="0">
                  <a:moveTo>
                    <a:pt x="275" y="943"/>
                  </a:moveTo>
                  <a:lnTo>
                    <a:pt x="1186" y="0"/>
                  </a:lnTo>
                  <a:lnTo>
                    <a:pt x="2250" y="1064"/>
                  </a:lnTo>
                  <a:lnTo>
                    <a:pt x="1338" y="1976"/>
                  </a:lnTo>
                  <a:cubicBezTo>
                    <a:pt x="1034" y="2280"/>
                    <a:pt x="579" y="2280"/>
                    <a:pt x="275" y="1976"/>
                  </a:cubicBezTo>
                  <a:cubicBezTo>
                    <a:pt x="1" y="1703"/>
                    <a:pt x="1" y="1216"/>
                    <a:pt x="275" y="94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685;p49">
              <a:extLst>
                <a:ext uri="{FF2B5EF4-FFF2-40B4-BE49-F238E27FC236}">
                  <a16:creationId xmlns:a16="http://schemas.microsoft.com/office/drawing/2014/main" id="{FCC8CCE1-5A86-CB08-DF89-1B40D859F3F8}"/>
                </a:ext>
              </a:extLst>
            </p:cNvPr>
            <p:cNvSpPr/>
            <p:nvPr/>
          </p:nvSpPr>
          <p:spPr>
            <a:xfrm>
              <a:off x="3178917" y="2672965"/>
              <a:ext cx="42420" cy="42401"/>
            </a:xfrm>
            <a:custGeom>
              <a:avLst/>
              <a:gdLst/>
              <a:ahLst/>
              <a:cxnLst/>
              <a:rect l="l" t="t" r="r" b="b"/>
              <a:pathLst>
                <a:path w="2251" h="2250" fill="none" extrusionOk="0">
                  <a:moveTo>
                    <a:pt x="305" y="912"/>
                  </a:moveTo>
                  <a:lnTo>
                    <a:pt x="1217" y="1"/>
                  </a:lnTo>
                  <a:lnTo>
                    <a:pt x="2250" y="1034"/>
                  </a:lnTo>
                  <a:lnTo>
                    <a:pt x="1338" y="1976"/>
                  </a:lnTo>
                  <a:cubicBezTo>
                    <a:pt x="1065" y="2250"/>
                    <a:pt x="578" y="2250"/>
                    <a:pt x="305" y="1976"/>
                  </a:cubicBezTo>
                  <a:cubicBezTo>
                    <a:pt x="1" y="1672"/>
                    <a:pt x="1" y="1216"/>
                    <a:pt x="30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686;p49">
              <a:extLst>
                <a:ext uri="{FF2B5EF4-FFF2-40B4-BE49-F238E27FC236}">
                  <a16:creationId xmlns:a16="http://schemas.microsoft.com/office/drawing/2014/main" id="{26C05223-812F-DF19-4AFC-521E2A97BD89}"/>
                </a:ext>
              </a:extLst>
            </p:cNvPr>
            <p:cNvSpPr/>
            <p:nvPr/>
          </p:nvSpPr>
          <p:spPr>
            <a:xfrm>
              <a:off x="3232760" y="2726242"/>
              <a:ext cx="42420" cy="42985"/>
            </a:xfrm>
            <a:custGeom>
              <a:avLst/>
              <a:gdLst/>
              <a:ahLst/>
              <a:cxnLst/>
              <a:rect l="l" t="t" r="r" b="b"/>
              <a:pathLst>
                <a:path w="2251" h="2281" fill="none" extrusionOk="0">
                  <a:moveTo>
                    <a:pt x="275" y="912"/>
                  </a:moveTo>
                  <a:lnTo>
                    <a:pt x="1186" y="0"/>
                  </a:lnTo>
                  <a:lnTo>
                    <a:pt x="2250" y="1064"/>
                  </a:lnTo>
                  <a:lnTo>
                    <a:pt x="1338" y="1976"/>
                  </a:lnTo>
                  <a:cubicBezTo>
                    <a:pt x="1034" y="2280"/>
                    <a:pt x="579" y="2280"/>
                    <a:pt x="275" y="1976"/>
                  </a:cubicBezTo>
                  <a:cubicBezTo>
                    <a:pt x="1" y="1703"/>
                    <a:pt x="1" y="1216"/>
                    <a:pt x="27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687;p49">
              <a:extLst>
                <a:ext uri="{FF2B5EF4-FFF2-40B4-BE49-F238E27FC236}">
                  <a16:creationId xmlns:a16="http://schemas.microsoft.com/office/drawing/2014/main" id="{DFF946A3-A900-1FDB-1935-9798AABB6190}"/>
                </a:ext>
              </a:extLst>
            </p:cNvPr>
            <p:cNvSpPr/>
            <p:nvPr/>
          </p:nvSpPr>
          <p:spPr>
            <a:xfrm>
              <a:off x="3286037" y="2780085"/>
              <a:ext cx="42420" cy="42401"/>
            </a:xfrm>
            <a:custGeom>
              <a:avLst/>
              <a:gdLst/>
              <a:ahLst/>
              <a:cxnLst/>
              <a:rect l="l" t="t" r="r" b="b"/>
              <a:pathLst>
                <a:path w="2251" h="2250" fill="none" extrusionOk="0">
                  <a:moveTo>
                    <a:pt x="274" y="912"/>
                  </a:moveTo>
                  <a:lnTo>
                    <a:pt x="1217" y="1"/>
                  </a:lnTo>
                  <a:lnTo>
                    <a:pt x="2250" y="1034"/>
                  </a:lnTo>
                  <a:lnTo>
                    <a:pt x="1338" y="1946"/>
                  </a:lnTo>
                  <a:cubicBezTo>
                    <a:pt x="1065" y="2250"/>
                    <a:pt x="578" y="2250"/>
                    <a:pt x="274" y="1946"/>
                  </a:cubicBezTo>
                  <a:cubicBezTo>
                    <a:pt x="1" y="1672"/>
                    <a:pt x="1" y="1186"/>
                    <a:pt x="274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688;p49">
              <a:extLst>
                <a:ext uri="{FF2B5EF4-FFF2-40B4-BE49-F238E27FC236}">
                  <a16:creationId xmlns:a16="http://schemas.microsoft.com/office/drawing/2014/main" id="{B113B86A-8E9A-9EE0-DE5A-D7846BC03095}"/>
                </a:ext>
              </a:extLst>
            </p:cNvPr>
            <p:cNvSpPr/>
            <p:nvPr/>
          </p:nvSpPr>
          <p:spPr>
            <a:xfrm>
              <a:off x="3339315" y="2833363"/>
              <a:ext cx="42985" cy="42401"/>
            </a:xfrm>
            <a:custGeom>
              <a:avLst/>
              <a:gdLst/>
              <a:ahLst/>
              <a:cxnLst/>
              <a:rect l="l" t="t" r="r" b="b"/>
              <a:pathLst>
                <a:path w="2281" h="2250" fill="none" extrusionOk="0">
                  <a:moveTo>
                    <a:pt x="305" y="912"/>
                  </a:moveTo>
                  <a:lnTo>
                    <a:pt x="1216" y="0"/>
                  </a:lnTo>
                  <a:lnTo>
                    <a:pt x="2280" y="1064"/>
                  </a:lnTo>
                  <a:lnTo>
                    <a:pt x="1338" y="1976"/>
                  </a:lnTo>
                  <a:cubicBezTo>
                    <a:pt x="1064" y="2250"/>
                    <a:pt x="578" y="2250"/>
                    <a:pt x="305" y="1976"/>
                  </a:cubicBezTo>
                  <a:cubicBezTo>
                    <a:pt x="1" y="1672"/>
                    <a:pt x="1" y="1216"/>
                    <a:pt x="30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89;p49">
              <a:extLst>
                <a:ext uri="{FF2B5EF4-FFF2-40B4-BE49-F238E27FC236}">
                  <a16:creationId xmlns:a16="http://schemas.microsoft.com/office/drawing/2014/main" id="{B5A591E3-A885-220C-31DC-D5892FDFC92E}"/>
                </a:ext>
              </a:extLst>
            </p:cNvPr>
            <p:cNvSpPr/>
            <p:nvPr/>
          </p:nvSpPr>
          <p:spPr>
            <a:xfrm>
              <a:off x="3393158" y="2887206"/>
              <a:ext cx="42420" cy="42401"/>
            </a:xfrm>
            <a:custGeom>
              <a:avLst/>
              <a:gdLst/>
              <a:ahLst/>
              <a:cxnLst/>
              <a:rect l="l" t="t" r="r" b="b"/>
              <a:pathLst>
                <a:path w="2251" h="2250" fill="none" extrusionOk="0">
                  <a:moveTo>
                    <a:pt x="274" y="912"/>
                  </a:moveTo>
                  <a:lnTo>
                    <a:pt x="1186" y="1"/>
                  </a:lnTo>
                  <a:lnTo>
                    <a:pt x="2250" y="1034"/>
                  </a:lnTo>
                  <a:lnTo>
                    <a:pt x="1338" y="1946"/>
                  </a:lnTo>
                  <a:cubicBezTo>
                    <a:pt x="1034" y="2250"/>
                    <a:pt x="578" y="2250"/>
                    <a:pt x="274" y="1946"/>
                  </a:cubicBezTo>
                  <a:cubicBezTo>
                    <a:pt x="1" y="1672"/>
                    <a:pt x="1" y="1186"/>
                    <a:pt x="274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90;p49">
              <a:extLst>
                <a:ext uri="{FF2B5EF4-FFF2-40B4-BE49-F238E27FC236}">
                  <a16:creationId xmlns:a16="http://schemas.microsoft.com/office/drawing/2014/main" id="{293E4C58-7B22-20EC-A544-1EA815B68CD7}"/>
                </a:ext>
              </a:extLst>
            </p:cNvPr>
            <p:cNvSpPr/>
            <p:nvPr/>
          </p:nvSpPr>
          <p:spPr>
            <a:xfrm>
              <a:off x="3446435" y="2940483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305" y="912"/>
                  </a:moveTo>
                  <a:lnTo>
                    <a:pt x="1216" y="0"/>
                  </a:lnTo>
                  <a:lnTo>
                    <a:pt x="2250" y="1064"/>
                  </a:lnTo>
                  <a:lnTo>
                    <a:pt x="1338" y="1976"/>
                  </a:lnTo>
                  <a:cubicBezTo>
                    <a:pt x="1064" y="2250"/>
                    <a:pt x="578" y="2250"/>
                    <a:pt x="305" y="1976"/>
                  </a:cubicBezTo>
                  <a:cubicBezTo>
                    <a:pt x="1" y="1672"/>
                    <a:pt x="1" y="1216"/>
                    <a:pt x="30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91;p49">
              <a:extLst>
                <a:ext uri="{FF2B5EF4-FFF2-40B4-BE49-F238E27FC236}">
                  <a16:creationId xmlns:a16="http://schemas.microsoft.com/office/drawing/2014/main" id="{5E709936-D200-8CE5-F142-DAD1F9E93A46}"/>
                </a:ext>
              </a:extLst>
            </p:cNvPr>
            <p:cNvSpPr/>
            <p:nvPr/>
          </p:nvSpPr>
          <p:spPr>
            <a:xfrm>
              <a:off x="2420481" y="2163709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31" y="1"/>
                  </a:moveTo>
                  <a:cubicBezTo>
                    <a:pt x="1" y="487"/>
                    <a:pt x="1" y="974"/>
                    <a:pt x="92" y="1490"/>
                  </a:cubicBezTo>
                  <a:cubicBezTo>
                    <a:pt x="92" y="1521"/>
                    <a:pt x="92" y="1521"/>
                    <a:pt x="92" y="1551"/>
                  </a:cubicBezTo>
                  <a:cubicBezTo>
                    <a:pt x="214" y="2007"/>
                    <a:pt x="487" y="2433"/>
                    <a:pt x="882" y="2676"/>
                  </a:cubicBezTo>
                  <a:lnTo>
                    <a:pt x="1490" y="3040"/>
                  </a:lnTo>
                  <a:cubicBezTo>
                    <a:pt x="1612" y="3132"/>
                    <a:pt x="1764" y="2980"/>
                    <a:pt x="1703" y="2858"/>
                  </a:cubicBezTo>
                  <a:cubicBezTo>
                    <a:pt x="1429" y="2189"/>
                    <a:pt x="1429" y="1490"/>
                    <a:pt x="1581" y="852"/>
                  </a:cubicBezTo>
                  <a:lnTo>
                    <a:pt x="31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92;p49">
              <a:extLst>
                <a:ext uri="{FF2B5EF4-FFF2-40B4-BE49-F238E27FC236}">
                  <a16:creationId xmlns:a16="http://schemas.microsoft.com/office/drawing/2014/main" id="{00C7DDC3-0785-97D0-28F1-3D62760EC878}"/>
                </a:ext>
              </a:extLst>
            </p:cNvPr>
            <p:cNvSpPr/>
            <p:nvPr/>
          </p:nvSpPr>
          <p:spPr>
            <a:xfrm>
              <a:off x="2506419" y="2077225"/>
              <a:ext cx="59004" cy="33243"/>
            </a:xfrm>
            <a:custGeom>
              <a:avLst/>
              <a:gdLst/>
              <a:ahLst/>
              <a:cxnLst/>
              <a:rect l="l" t="t" r="r" b="b"/>
              <a:pathLst>
                <a:path w="3131" h="1764" fill="none" extrusionOk="0">
                  <a:moveTo>
                    <a:pt x="1550" y="122"/>
                  </a:moveTo>
                  <a:cubicBezTo>
                    <a:pt x="1550" y="122"/>
                    <a:pt x="1520" y="122"/>
                    <a:pt x="1520" y="122"/>
                  </a:cubicBezTo>
                  <a:cubicBezTo>
                    <a:pt x="1003" y="0"/>
                    <a:pt x="487" y="0"/>
                    <a:pt x="0" y="61"/>
                  </a:cubicBezTo>
                  <a:lnTo>
                    <a:pt x="851" y="1611"/>
                  </a:lnTo>
                  <a:cubicBezTo>
                    <a:pt x="1520" y="1459"/>
                    <a:pt x="2189" y="1459"/>
                    <a:pt x="2857" y="1733"/>
                  </a:cubicBezTo>
                  <a:cubicBezTo>
                    <a:pt x="3009" y="1763"/>
                    <a:pt x="3131" y="1611"/>
                    <a:pt x="3040" y="1490"/>
                  </a:cubicBezTo>
                  <a:lnTo>
                    <a:pt x="2705" y="912"/>
                  </a:lnTo>
                  <a:cubicBezTo>
                    <a:pt x="2432" y="517"/>
                    <a:pt x="2037" y="213"/>
                    <a:pt x="1550" y="12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93;p49">
              <a:extLst>
                <a:ext uri="{FF2B5EF4-FFF2-40B4-BE49-F238E27FC236}">
                  <a16:creationId xmlns:a16="http://schemas.microsoft.com/office/drawing/2014/main" id="{044C1CF5-BD10-2CDC-3600-239904C4045B}"/>
                </a:ext>
              </a:extLst>
            </p:cNvPr>
            <p:cNvSpPr/>
            <p:nvPr/>
          </p:nvSpPr>
          <p:spPr>
            <a:xfrm>
              <a:off x="2423346" y="2080655"/>
              <a:ext cx="86517" cy="85933"/>
            </a:xfrm>
            <a:custGeom>
              <a:avLst/>
              <a:gdLst/>
              <a:ahLst/>
              <a:cxnLst/>
              <a:rect l="l" t="t" r="r" b="b"/>
              <a:pathLst>
                <a:path w="4591" h="4560" fill="none" extrusionOk="0">
                  <a:moveTo>
                    <a:pt x="3679" y="1"/>
                  </a:moveTo>
                  <a:cubicBezTo>
                    <a:pt x="1885" y="456"/>
                    <a:pt x="487" y="1885"/>
                    <a:pt x="1" y="3678"/>
                  </a:cubicBezTo>
                  <a:lnTo>
                    <a:pt x="1642" y="4560"/>
                  </a:lnTo>
                  <a:cubicBezTo>
                    <a:pt x="2189" y="3222"/>
                    <a:pt x="3253" y="2159"/>
                    <a:pt x="4591" y="164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49"/>
          <p:cNvSpPr txBox="1">
            <a:spLocks noGrp="1"/>
          </p:cNvSpPr>
          <p:nvPr>
            <p:ph type="body" idx="4294967295"/>
          </p:nvPr>
        </p:nvSpPr>
        <p:spPr>
          <a:xfrm>
            <a:off x="720000" y="1163175"/>
            <a:ext cx="77040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an assortment of alternative resources whose style fits the one of this template:</a:t>
            </a:r>
            <a:endParaRPr/>
          </a:p>
          <a:p>
            <a:pPr marL="274320" lvl="0" indent="-213359" algn="l" rtl="0">
              <a:lnSpc>
                <a:spcPct val="166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Hand drawn airplane outline illustration</a:t>
            </a:r>
            <a:endParaRPr/>
          </a:p>
        </p:txBody>
      </p:sp>
      <p:sp>
        <p:nvSpPr>
          <p:cNvPr id="2632" name="Google Shape;2632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grpSp>
        <p:nvGrpSpPr>
          <p:cNvPr id="2633" name="Google Shape;2633;p49"/>
          <p:cNvGrpSpPr/>
          <p:nvPr/>
        </p:nvGrpSpPr>
        <p:grpSpPr>
          <a:xfrm>
            <a:off x="791375" y="1910225"/>
            <a:ext cx="1951637" cy="1944365"/>
            <a:chOff x="2205675" y="1867375"/>
            <a:chExt cx="1951637" cy="1944365"/>
          </a:xfrm>
        </p:grpSpPr>
        <p:sp>
          <p:nvSpPr>
            <p:cNvPr id="2634" name="Google Shape;2634;p49"/>
            <p:cNvSpPr/>
            <p:nvPr/>
          </p:nvSpPr>
          <p:spPr>
            <a:xfrm>
              <a:off x="2360909" y="2015354"/>
              <a:ext cx="1365603" cy="1365019"/>
            </a:xfrm>
            <a:custGeom>
              <a:avLst/>
              <a:gdLst/>
              <a:ahLst/>
              <a:cxnLst/>
              <a:rect l="l" t="t" r="r" b="b"/>
              <a:pathLst>
                <a:path w="72465" h="72434" fill="none" extrusionOk="0">
                  <a:moveTo>
                    <a:pt x="1156" y="1125"/>
                  </a:moveTo>
                  <a:cubicBezTo>
                    <a:pt x="1" y="3101"/>
                    <a:pt x="669" y="10365"/>
                    <a:pt x="5715" y="15411"/>
                  </a:cubicBezTo>
                  <a:lnTo>
                    <a:pt x="50154" y="59849"/>
                  </a:lnTo>
                  <a:cubicBezTo>
                    <a:pt x="51795" y="61460"/>
                    <a:pt x="53558" y="62919"/>
                    <a:pt x="55473" y="64196"/>
                  </a:cubicBezTo>
                  <a:lnTo>
                    <a:pt x="67844" y="72433"/>
                  </a:lnTo>
                  <a:lnTo>
                    <a:pt x="70154" y="70123"/>
                  </a:lnTo>
                  <a:lnTo>
                    <a:pt x="72464" y="67843"/>
                  </a:lnTo>
                  <a:lnTo>
                    <a:pt x="64227" y="55472"/>
                  </a:lnTo>
                  <a:cubicBezTo>
                    <a:pt x="62950" y="53557"/>
                    <a:pt x="61491" y="51764"/>
                    <a:pt x="59850" y="50123"/>
                  </a:cubicBezTo>
                  <a:lnTo>
                    <a:pt x="15442" y="5715"/>
                  </a:lnTo>
                  <a:cubicBezTo>
                    <a:pt x="10366" y="639"/>
                    <a:pt x="3101" y="0"/>
                    <a:pt x="1156" y="1125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49"/>
            <p:cNvSpPr/>
            <p:nvPr/>
          </p:nvSpPr>
          <p:spPr>
            <a:xfrm>
              <a:off x="3242503" y="2417489"/>
              <a:ext cx="68181" cy="72176"/>
            </a:xfrm>
            <a:custGeom>
              <a:avLst/>
              <a:gdLst/>
              <a:ahLst/>
              <a:cxnLst/>
              <a:rect l="l" t="t" r="r" b="b"/>
              <a:pathLst>
                <a:path w="3618" h="3830" fill="none" extrusionOk="0">
                  <a:moveTo>
                    <a:pt x="1" y="0"/>
                  </a:moveTo>
                  <a:lnTo>
                    <a:pt x="3618" y="383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49"/>
            <p:cNvSpPr/>
            <p:nvPr/>
          </p:nvSpPr>
          <p:spPr>
            <a:xfrm>
              <a:off x="3076961" y="2053724"/>
              <a:ext cx="158675" cy="158128"/>
            </a:xfrm>
            <a:custGeom>
              <a:avLst/>
              <a:gdLst/>
              <a:ahLst/>
              <a:cxnLst/>
              <a:rect l="l" t="t" r="r" b="b"/>
              <a:pathLst>
                <a:path w="8420" h="8391" fill="none" extrusionOk="0">
                  <a:moveTo>
                    <a:pt x="0" y="6992"/>
                  </a:moveTo>
                  <a:lnTo>
                    <a:pt x="6991" y="1"/>
                  </a:lnTo>
                  <a:lnTo>
                    <a:pt x="8420" y="1399"/>
                  </a:lnTo>
                  <a:lnTo>
                    <a:pt x="1429" y="8390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49"/>
            <p:cNvSpPr/>
            <p:nvPr/>
          </p:nvSpPr>
          <p:spPr>
            <a:xfrm>
              <a:off x="3103873" y="2080089"/>
              <a:ext cx="258365" cy="253616"/>
            </a:xfrm>
            <a:custGeom>
              <a:avLst/>
              <a:gdLst/>
              <a:ahLst/>
              <a:cxnLst/>
              <a:rect l="l" t="t" r="r" b="b"/>
              <a:pathLst>
                <a:path w="13710" h="13458" extrusionOk="0">
                  <a:moveTo>
                    <a:pt x="6992" y="0"/>
                  </a:moveTo>
                  <a:lnTo>
                    <a:pt x="1" y="6991"/>
                  </a:lnTo>
                  <a:lnTo>
                    <a:pt x="5715" y="12706"/>
                  </a:lnTo>
                  <a:cubicBezTo>
                    <a:pt x="6217" y="13207"/>
                    <a:pt x="6863" y="13458"/>
                    <a:pt x="7509" y="13458"/>
                  </a:cubicBezTo>
                  <a:cubicBezTo>
                    <a:pt x="8155" y="13458"/>
                    <a:pt x="8801" y="13207"/>
                    <a:pt x="9302" y="12706"/>
                  </a:cubicBezTo>
                  <a:lnTo>
                    <a:pt x="12706" y="9301"/>
                  </a:lnTo>
                  <a:cubicBezTo>
                    <a:pt x="13709" y="8298"/>
                    <a:pt x="13709" y="6718"/>
                    <a:pt x="12706" y="5715"/>
                  </a:cubicBezTo>
                  <a:lnTo>
                    <a:pt x="6992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49"/>
            <p:cNvSpPr/>
            <p:nvPr/>
          </p:nvSpPr>
          <p:spPr>
            <a:xfrm>
              <a:off x="3076961" y="2053724"/>
              <a:ext cx="158675" cy="158128"/>
            </a:xfrm>
            <a:custGeom>
              <a:avLst/>
              <a:gdLst/>
              <a:ahLst/>
              <a:cxnLst/>
              <a:rect l="l" t="t" r="r" b="b"/>
              <a:pathLst>
                <a:path w="8420" h="8391" extrusionOk="0">
                  <a:moveTo>
                    <a:pt x="6991" y="1"/>
                  </a:moveTo>
                  <a:lnTo>
                    <a:pt x="0" y="6992"/>
                  </a:lnTo>
                  <a:lnTo>
                    <a:pt x="1429" y="8390"/>
                  </a:lnTo>
                  <a:lnTo>
                    <a:pt x="8420" y="1399"/>
                  </a:lnTo>
                  <a:lnTo>
                    <a:pt x="6991" y="1"/>
                  </a:lnTo>
                  <a:close/>
                </a:path>
              </a:pathLst>
            </a:custGeom>
            <a:noFill/>
            <a:ln w="9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49"/>
            <p:cNvSpPr/>
            <p:nvPr/>
          </p:nvSpPr>
          <p:spPr>
            <a:xfrm>
              <a:off x="3194390" y="2080089"/>
              <a:ext cx="167852" cy="216529"/>
            </a:xfrm>
            <a:custGeom>
              <a:avLst/>
              <a:gdLst/>
              <a:ahLst/>
              <a:cxnLst/>
              <a:rect l="l" t="t" r="r" b="b"/>
              <a:pathLst>
                <a:path w="8907" h="11490" fill="none" extrusionOk="0">
                  <a:moveTo>
                    <a:pt x="2189" y="0"/>
                  </a:moveTo>
                  <a:lnTo>
                    <a:pt x="7903" y="5715"/>
                  </a:lnTo>
                  <a:cubicBezTo>
                    <a:pt x="8906" y="6718"/>
                    <a:pt x="8876" y="8298"/>
                    <a:pt x="7903" y="9301"/>
                  </a:cubicBezTo>
                  <a:lnTo>
                    <a:pt x="5715" y="11490"/>
                  </a:lnTo>
                  <a:cubicBezTo>
                    <a:pt x="6718" y="10487"/>
                    <a:pt x="6718" y="8906"/>
                    <a:pt x="5715" y="7903"/>
                  </a:cubicBezTo>
                  <a:lnTo>
                    <a:pt x="0" y="2189"/>
                  </a:lnTo>
                  <a:lnTo>
                    <a:pt x="2189" y="0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49"/>
            <p:cNvSpPr/>
            <p:nvPr/>
          </p:nvSpPr>
          <p:spPr>
            <a:xfrm>
              <a:off x="2894230" y="1867375"/>
              <a:ext cx="1216087" cy="768329"/>
            </a:xfrm>
            <a:custGeom>
              <a:avLst/>
              <a:gdLst/>
              <a:ahLst/>
              <a:cxnLst/>
              <a:rect l="l" t="t" r="r" b="b"/>
              <a:pathLst>
                <a:path w="64531" h="40771" extrusionOk="0">
                  <a:moveTo>
                    <a:pt x="58348" y="1"/>
                  </a:moveTo>
                  <a:cubicBezTo>
                    <a:pt x="57653" y="1"/>
                    <a:pt x="56951" y="153"/>
                    <a:pt x="56293" y="466"/>
                  </a:cubicBezTo>
                  <a:lnTo>
                    <a:pt x="0" y="26424"/>
                  </a:lnTo>
                  <a:lnTo>
                    <a:pt x="14347" y="40771"/>
                  </a:lnTo>
                  <a:lnTo>
                    <a:pt x="22098" y="33020"/>
                  </a:lnTo>
                  <a:lnTo>
                    <a:pt x="64530" y="4479"/>
                  </a:lnTo>
                  <a:lnTo>
                    <a:pt x="61916" y="1591"/>
                  </a:lnTo>
                  <a:cubicBezTo>
                    <a:pt x="60979" y="554"/>
                    <a:pt x="59675" y="1"/>
                    <a:pt x="58348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49"/>
            <p:cNvSpPr/>
            <p:nvPr/>
          </p:nvSpPr>
          <p:spPr>
            <a:xfrm>
              <a:off x="3084970" y="1923121"/>
              <a:ext cx="1000142" cy="632401"/>
            </a:xfrm>
            <a:custGeom>
              <a:avLst/>
              <a:gdLst/>
              <a:ahLst/>
              <a:cxnLst/>
              <a:rect l="l" t="t" r="r" b="b"/>
              <a:pathLst>
                <a:path w="53072" h="33558" fill="none" extrusionOk="0">
                  <a:moveTo>
                    <a:pt x="1" y="33557"/>
                  </a:moveTo>
                  <a:lnTo>
                    <a:pt x="8360" y="26232"/>
                  </a:lnTo>
                  <a:lnTo>
                    <a:pt x="53072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49"/>
            <p:cNvSpPr/>
            <p:nvPr/>
          </p:nvSpPr>
          <p:spPr>
            <a:xfrm>
              <a:off x="3557570" y="2236473"/>
              <a:ext cx="46415" cy="56723"/>
            </a:xfrm>
            <a:custGeom>
              <a:avLst/>
              <a:gdLst/>
              <a:ahLst/>
              <a:cxnLst/>
              <a:rect l="l" t="t" r="r" b="b"/>
              <a:pathLst>
                <a:path w="2463" h="3010" fill="none" extrusionOk="0">
                  <a:moveTo>
                    <a:pt x="0" y="0"/>
                  </a:moveTo>
                  <a:lnTo>
                    <a:pt x="2462" y="3009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9"/>
            <p:cNvSpPr/>
            <p:nvPr/>
          </p:nvSpPr>
          <p:spPr>
            <a:xfrm>
              <a:off x="2929736" y="1867563"/>
              <a:ext cx="1082626" cy="535010"/>
            </a:xfrm>
            <a:custGeom>
              <a:avLst/>
              <a:gdLst/>
              <a:ahLst/>
              <a:cxnLst/>
              <a:rect l="l" t="t" r="r" b="b"/>
              <a:pathLst>
                <a:path w="57449" h="28390" fill="none" extrusionOk="0">
                  <a:moveTo>
                    <a:pt x="57449" y="0"/>
                  </a:moveTo>
                  <a:lnTo>
                    <a:pt x="1" y="2839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49"/>
            <p:cNvSpPr/>
            <p:nvPr/>
          </p:nvSpPr>
          <p:spPr>
            <a:xfrm>
              <a:off x="2399864" y="2730822"/>
              <a:ext cx="158110" cy="158694"/>
            </a:xfrm>
            <a:custGeom>
              <a:avLst/>
              <a:gdLst/>
              <a:ahLst/>
              <a:cxnLst/>
              <a:rect l="l" t="t" r="r" b="b"/>
              <a:pathLst>
                <a:path w="8390" h="8421" fill="none" extrusionOk="0">
                  <a:moveTo>
                    <a:pt x="8390" y="1429"/>
                  </a:moveTo>
                  <a:lnTo>
                    <a:pt x="1399" y="8420"/>
                  </a:lnTo>
                  <a:lnTo>
                    <a:pt x="1" y="6992"/>
                  </a:lnTo>
                  <a:lnTo>
                    <a:pt x="6992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49"/>
            <p:cNvSpPr/>
            <p:nvPr/>
          </p:nvSpPr>
          <p:spPr>
            <a:xfrm>
              <a:off x="2426210" y="2757753"/>
              <a:ext cx="258365" cy="253183"/>
            </a:xfrm>
            <a:custGeom>
              <a:avLst/>
              <a:gdLst/>
              <a:ahLst/>
              <a:cxnLst/>
              <a:rect l="l" t="t" r="r" b="b"/>
              <a:pathLst>
                <a:path w="13710" h="13435" extrusionOk="0">
                  <a:moveTo>
                    <a:pt x="6992" y="0"/>
                  </a:moveTo>
                  <a:lnTo>
                    <a:pt x="1" y="6991"/>
                  </a:lnTo>
                  <a:lnTo>
                    <a:pt x="5715" y="12705"/>
                  </a:lnTo>
                  <a:cubicBezTo>
                    <a:pt x="6217" y="13192"/>
                    <a:pt x="6870" y="13435"/>
                    <a:pt x="7520" y="13435"/>
                  </a:cubicBezTo>
                  <a:cubicBezTo>
                    <a:pt x="8170" y="13435"/>
                    <a:pt x="8816" y="13192"/>
                    <a:pt x="9302" y="12705"/>
                  </a:cubicBezTo>
                  <a:lnTo>
                    <a:pt x="12706" y="9301"/>
                  </a:lnTo>
                  <a:cubicBezTo>
                    <a:pt x="13709" y="8298"/>
                    <a:pt x="13709" y="6687"/>
                    <a:pt x="12706" y="5714"/>
                  </a:cubicBezTo>
                  <a:lnTo>
                    <a:pt x="6992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49"/>
            <p:cNvSpPr/>
            <p:nvPr/>
          </p:nvSpPr>
          <p:spPr>
            <a:xfrm>
              <a:off x="2399864" y="2730822"/>
              <a:ext cx="158110" cy="158110"/>
            </a:xfrm>
            <a:custGeom>
              <a:avLst/>
              <a:gdLst/>
              <a:ahLst/>
              <a:cxnLst/>
              <a:rect l="l" t="t" r="r" b="b"/>
              <a:pathLst>
                <a:path w="8390" h="8390" extrusionOk="0">
                  <a:moveTo>
                    <a:pt x="6992" y="1"/>
                  </a:moveTo>
                  <a:lnTo>
                    <a:pt x="1" y="6992"/>
                  </a:lnTo>
                  <a:lnTo>
                    <a:pt x="1399" y="8390"/>
                  </a:lnTo>
                  <a:lnTo>
                    <a:pt x="8390" y="1399"/>
                  </a:lnTo>
                  <a:lnTo>
                    <a:pt x="6992" y="1"/>
                  </a:lnTo>
                  <a:close/>
                </a:path>
              </a:pathLst>
            </a:custGeom>
            <a:noFill/>
            <a:ln w="9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49"/>
            <p:cNvSpPr/>
            <p:nvPr/>
          </p:nvSpPr>
          <p:spPr>
            <a:xfrm>
              <a:off x="2426210" y="2848251"/>
              <a:ext cx="216548" cy="167287"/>
            </a:xfrm>
            <a:custGeom>
              <a:avLst/>
              <a:gdLst/>
              <a:ahLst/>
              <a:cxnLst/>
              <a:rect l="l" t="t" r="r" b="b"/>
              <a:pathLst>
                <a:path w="11491" h="8877" fill="none" extrusionOk="0">
                  <a:moveTo>
                    <a:pt x="1" y="2189"/>
                  </a:moveTo>
                  <a:lnTo>
                    <a:pt x="5715" y="7903"/>
                  </a:lnTo>
                  <a:cubicBezTo>
                    <a:pt x="6718" y="8876"/>
                    <a:pt x="8329" y="8876"/>
                    <a:pt x="9302" y="7903"/>
                  </a:cubicBezTo>
                  <a:lnTo>
                    <a:pt x="11490" y="5715"/>
                  </a:lnTo>
                  <a:cubicBezTo>
                    <a:pt x="10518" y="6688"/>
                    <a:pt x="8907" y="6688"/>
                    <a:pt x="7904" y="5715"/>
                  </a:cubicBezTo>
                  <a:lnTo>
                    <a:pt x="2189" y="1"/>
                  </a:lnTo>
                  <a:lnTo>
                    <a:pt x="1" y="2189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49"/>
            <p:cNvSpPr/>
            <p:nvPr/>
          </p:nvSpPr>
          <p:spPr>
            <a:xfrm>
              <a:off x="2205675" y="2548091"/>
              <a:ext cx="776169" cy="1216087"/>
            </a:xfrm>
            <a:custGeom>
              <a:avLst/>
              <a:gdLst/>
              <a:ahLst/>
              <a:cxnLst/>
              <a:rect l="l" t="t" r="r" b="b"/>
              <a:pathLst>
                <a:path w="41187" h="64531" extrusionOk="0">
                  <a:moveTo>
                    <a:pt x="26840" y="0"/>
                  </a:moveTo>
                  <a:lnTo>
                    <a:pt x="882" y="56293"/>
                  </a:lnTo>
                  <a:cubicBezTo>
                    <a:pt x="0" y="58208"/>
                    <a:pt x="456" y="60488"/>
                    <a:pt x="2007" y="61916"/>
                  </a:cubicBezTo>
                  <a:lnTo>
                    <a:pt x="4894" y="64530"/>
                  </a:lnTo>
                  <a:lnTo>
                    <a:pt x="33436" y="22098"/>
                  </a:lnTo>
                  <a:lnTo>
                    <a:pt x="41187" y="14347"/>
                  </a:lnTo>
                  <a:lnTo>
                    <a:pt x="26840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49"/>
            <p:cNvSpPr/>
            <p:nvPr/>
          </p:nvSpPr>
          <p:spPr>
            <a:xfrm>
              <a:off x="2269261" y="2738850"/>
              <a:ext cx="632401" cy="1000123"/>
            </a:xfrm>
            <a:custGeom>
              <a:avLst/>
              <a:gdLst/>
              <a:ahLst/>
              <a:cxnLst/>
              <a:rect l="l" t="t" r="r" b="b"/>
              <a:pathLst>
                <a:path w="33558" h="53071" fill="none" extrusionOk="0">
                  <a:moveTo>
                    <a:pt x="33557" y="0"/>
                  </a:moveTo>
                  <a:lnTo>
                    <a:pt x="26232" y="8359"/>
                  </a:lnTo>
                  <a:lnTo>
                    <a:pt x="0" y="5307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49"/>
            <p:cNvSpPr/>
            <p:nvPr/>
          </p:nvSpPr>
          <p:spPr>
            <a:xfrm>
              <a:off x="2582594" y="3210867"/>
              <a:ext cx="56742" cy="46981"/>
            </a:xfrm>
            <a:custGeom>
              <a:avLst/>
              <a:gdLst/>
              <a:ahLst/>
              <a:cxnLst/>
              <a:rect l="l" t="t" r="r" b="b"/>
              <a:pathLst>
                <a:path w="3011" h="2493" fill="none" extrusionOk="0">
                  <a:moveTo>
                    <a:pt x="1" y="0"/>
                  </a:moveTo>
                  <a:lnTo>
                    <a:pt x="3010" y="2492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49"/>
            <p:cNvSpPr/>
            <p:nvPr/>
          </p:nvSpPr>
          <p:spPr>
            <a:xfrm>
              <a:off x="2213703" y="2583597"/>
              <a:ext cx="535010" cy="1082626"/>
            </a:xfrm>
            <a:custGeom>
              <a:avLst/>
              <a:gdLst/>
              <a:ahLst/>
              <a:cxnLst/>
              <a:rect l="l" t="t" r="r" b="b"/>
              <a:pathLst>
                <a:path w="28390" h="57449" fill="none" extrusionOk="0">
                  <a:moveTo>
                    <a:pt x="0" y="57449"/>
                  </a:moveTo>
                  <a:lnTo>
                    <a:pt x="28390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49"/>
            <p:cNvSpPr/>
            <p:nvPr/>
          </p:nvSpPr>
          <p:spPr>
            <a:xfrm>
              <a:off x="2763609" y="2896365"/>
              <a:ext cx="72195" cy="68181"/>
            </a:xfrm>
            <a:custGeom>
              <a:avLst/>
              <a:gdLst/>
              <a:ahLst/>
              <a:cxnLst/>
              <a:rect l="l" t="t" r="r" b="b"/>
              <a:pathLst>
                <a:path w="3831" h="3618" fill="none" extrusionOk="0">
                  <a:moveTo>
                    <a:pt x="1" y="1"/>
                  </a:moveTo>
                  <a:lnTo>
                    <a:pt x="3831" y="3618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49"/>
            <p:cNvSpPr/>
            <p:nvPr/>
          </p:nvSpPr>
          <p:spPr>
            <a:xfrm>
              <a:off x="3242503" y="2417489"/>
              <a:ext cx="68181" cy="72176"/>
            </a:xfrm>
            <a:custGeom>
              <a:avLst/>
              <a:gdLst/>
              <a:ahLst/>
              <a:cxnLst/>
              <a:rect l="l" t="t" r="r" b="b"/>
              <a:pathLst>
                <a:path w="3618" h="3830" fill="none" extrusionOk="0">
                  <a:moveTo>
                    <a:pt x="1" y="0"/>
                  </a:moveTo>
                  <a:lnTo>
                    <a:pt x="3618" y="383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49"/>
            <p:cNvSpPr/>
            <p:nvPr/>
          </p:nvSpPr>
          <p:spPr>
            <a:xfrm>
              <a:off x="2383260" y="3545401"/>
              <a:ext cx="34957" cy="34957"/>
            </a:xfrm>
            <a:custGeom>
              <a:avLst/>
              <a:gdLst/>
              <a:ahLst/>
              <a:cxnLst/>
              <a:rect l="l" t="t" r="r" b="b"/>
              <a:pathLst>
                <a:path w="1855" h="1855" fill="none" extrusionOk="0">
                  <a:moveTo>
                    <a:pt x="0" y="0"/>
                  </a:moveTo>
                  <a:lnTo>
                    <a:pt x="1854" y="1854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49"/>
            <p:cNvSpPr/>
            <p:nvPr/>
          </p:nvSpPr>
          <p:spPr>
            <a:xfrm>
              <a:off x="3888674" y="2039985"/>
              <a:ext cx="36088" cy="36107"/>
            </a:xfrm>
            <a:custGeom>
              <a:avLst/>
              <a:gdLst/>
              <a:ahLst/>
              <a:cxnLst/>
              <a:rect l="l" t="t" r="r" b="b"/>
              <a:pathLst>
                <a:path w="1915" h="1916" fill="none" extrusionOk="0">
                  <a:moveTo>
                    <a:pt x="0" y="0"/>
                  </a:moveTo>
                  <a:lnTo>
                    <a:pt x="1915" y="1915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49"/>
            <p:cNvSpPr/>
            <p:nvPr/>
          </p:nvSpPr>
          <p:spPr>
            <a:xfrm>
              <a:off x="3368526" y="3223456"/>
              <a:ext cx="270953" cy="588284"/>
            </a:xfrm>
            <a:custGeom>
              <a:avLst/>
              <a:gdLst/>
              <a:ahLst/>
              <a:cxnLst/>
              <a:rect l="l" t="t" r="r" b="b"/>
              <a:pathLst>
                <a:path w="14378" h="31217" extrusionOk="0">
                  <a:moveTo>
                    <a:pt x="1855" y="1"/>
                  </a:moveTo>
                  <a:lnTo>
                    <a:pt x="1" y="27296"/>
                  </a:lnTo>
                  <a:lnTo>
                    <a:pt x="3922" y="31217"/>
                  </a:lnTo>
                  <a:lnTo>
                    <a:pt x="14378" y="8329"/>
                  </a:lnTo>
                  <a:lnTo>
                    <a:pt x="2007" y="92"/>
                  </a:lnTo>
                  <a:cubicBezTo>
                    <a:pt x="1946" y="62"/>
                    <a:pt x="1916" y="31"/>
                    <a:pt x="1855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49"/>
            <p:cNvSpPr/>
            <p:nvPr/>
          </p:nvSpPr>
          <p:spPr>
            <a:xfrm>
              <a:off x="3415509" y="3343750"/>
              <a:ext cx="168418" cy="440502"/>
            </a:xfrm>
            <a:custGeom>
              <a:avLst/>
              <a:gdLst/>
              <a:ahLst/>
              <a:cxnLst/>
              <a:rect l="l" t="t" r="r" b="b"/>
              <a:pathLst>
                <a:path w="8937" h="23375" fill="none" extrusionOk="0">
                  <a:moveTo>
                    <a:pt x="0" y="23375"/>
                  </a:moveTo>
                  <a:lnTo>
                    <a:pt x="8937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49"/>
            <p:cNvSpPr/>
            <p:nvPr/>
          </p:nvSpPr>
          <p:spPr>
            <a:xfrm>
              <a:off x="3569028" y="3022388"/>
              <a:ext cx="588284" cy="271538"/>
            </a:xfrm>
            <a:custGeom>
              <a:avLst/>
              <a:gdLst/>
              <a:ahLst/>
              <a:cxnLst/>
              <a:rect l="l" t="t" r="r" b="b"/>
              <a:pathLst>
                <a:path w="31217" h="14409" extrusionOk="0">
                  <a:moveTo>
                    <a:pt x="27296" y="1"/>
                  </a:moveTo>
                  <a:lnTo>
                    <a:pt x="0" y="1855"/>
                  </a:lnTo>
                  <a:cubicBezTo>
                    <a:pt x="31" y="1916"/>
                    <a:pt x="91" y="1977"/>
                    <a:pt x="122" y="2037"/>
                  </a:cubicBezTo>
                  <a:lnTo>
                    <a:pt x="8359" y="14408"/>
                  </a:lnTo>
                  <a:lnTo>
                    <a:pt x="31217" y="3922"/>
                  </a:lnTo>
                  <a:lnTo>
                    <a:pt x="27296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49"/>
            <p:cNvSpPr/>
            <p:nvPr/>
          </p:nvSpPr>
          <p:spPr>
            <a:xfrm>
              <a:off x="3689887" y="3069936"/>
              <a:ext cx="440521" cy="168437"/>
            </a:xfrm>
            <a:custGeom>
              <a:avLst/>
              <a:gdLst/>
              <a:ahLst/>
              <a:cxnLst/>
              <a:rect l="l" t="t" r="r" b="b"/>
              <a:pathLst>
                <a:path w="23376" h="8938" fill="none" extrusionOk="0">
                  <a:moveTo>
                    <a:pt x="23375" y="1"/>
                  </a:moveTo>
                  <a:lnTo>
                    <a:pt x="1" y="8937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49"/>
            <p:cNvSpPr/>
            <p:nvPr/>
          </p:nvSpPr>
          <p:spPr>
            <a:xfrm>
              <a:off x="3489404" y="3147846"/>
              <a:ext cx="344279" cy="344279"/>
            </a:xfrm>
            <a:custGeom>
              <a:avLst/>
              <a:gdLst/>
              <a:ahLst/>
              <a:cxnLst/>
              <a:rect l="l" t="t" r="r" b="b"/>
              <a:pathLst>
                <a:path w="18269" h="18269" extrusionOk="0">
                  <a:moveTo>
                    <a:pt x="18268" y="15077"/>
                  </a:moveTo>
                  <a:lnTo>
                    <a:pt x="18253" y="15092"/>
                  </a:lnTo>
                  <a:lnTo>
                    <a:pt x="18253" y="15092"/>
                  </a:lnTo>
                  <a:lnTo>
                    <a:pt x="18268" y="15107"/>
                  </a:lnTo>
                  <a:lnTo>
                    <a:pt x="18268" y="15077"/>
                  </a:lnTo>
                  <a:close/>
                  <a:moveTo>
                    <a:pt x="0" y="1"/>
                  </a:moveTo>
                  <a:lnTo>
                    <a:pt x="0" y="1125"/>
                  </a:lnTo>
                  <a:cubicBezTo>
                    <a:pt x="0" y="2432"/>
                    <a:pt x="517" y="3678"/>
                    <a:pt x="1429" y="4590"/>
                  </a:cubicBezTo>
                  <a:lnTo>
                    <a:pt x="15107" y="18268"/>
                  </a:lnTo>
                  <a:lnTo>
                    <a:pt x="18253" y="15092"/>
                  </a:lnTo>
                  <a:lnTo>
                    <a:pt x="18253" y="15092"/>
                  </a:lnTo>
                  <a:lnTo>
                    <a:pt x="4620" y="1429"/>
                  </a:lnTo>
                  <a:cubicBezTo>
                    <a:pt x="3678" y="517"/>
                    <a:pt x="2432" y="1"/>
                    <a:pt x="1155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49"/>
            <p:cNvSpPr/>
            <p:nvPr/>
          </p:nvSpPr>
          <p:spPr>
            <a:xfrm>
              <a:off x="3489404" y="3147846"/>
              <a:ext cx="311056" cy="311056"/>
            </a:xfrm>
            <a:custGeom>
              <a:avLst/>
              <a:gdLst/>
              <a:ahLst/>
              <a:cxnLst/>
              <a:rect l="l" t="t" r="r" b="b"/>
              <a:pathLst>
                <a:path w="16506" h="16506" fill="none" extrusionOk="0">
                  <a:moveTo>
                    <a:pt x="0" y="1"/>
                  </a:moveTo>
                  <a:lnTo>
                    <a:pt x="16505" y="16505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49"/>
            <p:cNvSpPr/>
            <p:nvPr/>
          </p:nvSpPr>
          <p:spPr>
            <a:xfrm>
              <a:off x="2532200" y="2335000"/>
              <a:ext cx="63583" cy="64167"/>
            </a:xfrm>
            <a:custGeom>
              <a:avLst/>
              <a:gdLst/>
              <a:ahLst/>
              <a:cxnLst/>
              <a:rect l="l" t="t" r="r" b="b"/>
              <a:pathLst>
                <a:path w="3374" h="3405" fill="none" extrusionOk="0">
                  <a:moveTo>
                    <a:pt x="1368" y="456"/>
                  </a:moveTo>
                  <a:lnTo>
                    <a:pt x="0" y="1824"/>
                  </a:lnTo>
                  <a:lnTo>
                    <a:pt x="1581" y="3404"/>
                  </a:lnTo>
                  <a:lnTo>
                    <a:pt x="2948" y="2037"/>
                  </a:lnTo>
                  <a:cubicBezTo>
                    <a:pt x="3374" y="1581"/>
                    <a:pt x="3374" y="882"/>
                    <a:pt x="2948" y="456"/>
                  </a:cubicBezTo>
                  <a:cubicBezTo>
                    <a:pt x="2523" y="0"/>
                    <a:pt x="1824" y="0"/>
                    <a:pt x="1368" y="456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49"/>
            <p:cNvSpPr/>
            <p:nvPr/>
          </p:nvSpPr>
          <p:spPr>
            <a:xfrm>
              <a:off x="3280892" y="3083694"/>
              <a:ext cx="63602" cy="63602"/>
            </a:xfrm>
            <a:custGeom>
              <a:avLst/>
              <a:gdLst/>
              <a:ahLst/>
              <a:cxnLst/>
              <a:rect l="l" t="t" r="r" b="b"/>
              <a:pathLst>
                <a:path w="3375" h="3375" fill="none" extrusionOk="0">
                  <a:moveTo>
                    <a:pt x="1368" y="426"/>
                  </a:moveTo>
                  <a:lnTo>
                    <a:pt x="0" y="1824"/>
                  </a:lnTo>
                  <a:lnTo>
                    <a:pt x="1550" y="3374"/>
                  </a:lnTo>
                  <a:lnTo>
                    <a:pt x="2949" y="2006"/>
                  </a:lnTo>
                  <a:cubicBezTo>
                    <a:pt x="3374" y="1581"/>
                    <a:pt x="3374" y="882"/>
                    <a:pt x="2949" y="426"/>
                  </a:cubicBezTo>
                  <a:cubicBezTo>
                    <a:pt x="2493" y="0"/>
                    <a:pt x="1794" y="0"/>
                    <a:pt x="1368" y="426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49"/>
            <p:cNvSpPr/>
            <p:nvPr/>
          </p:nvSpPr>
          <p:spPr>
            <a:xfrm>
              <a:off x="2590622" y="2404881"/>
              <a:ext cx="42401" cy="42985"/>
            </a:xfrm>
            <a:custGeom>
              <a:avLst/>
              <a:gdLst/>
              <a:ahLst/>
              <a:cxnLst/>
              <a:rect l="l" t="t" r="r" b="b"/>
              <a:pathLst>
                <a:path w="2250" h="2281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80"/>
                  </a:lnTo>
                  <a:lnTo>
                    <a:pt x="1976" y="1338"/>
                  </a:lnTo>
                  <a:cubicBezTo>
                    <a:pt x="2250" y="1064"/>
                    <a:pt x="2250" y="57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49"/>
            <p:cNvSpPr/>
            <p:nvPr/>
          </p:nvSpPr>
          <p:spPr>
            <a:xfrm>
              <a:off x="2643900" y="2458724"/>
              <a:ext cx="42967" cy="42401"/>
            </a:xfrm>
            <a:custGeom>
              <a:avLst/>
              <a:gdLst/>
              <a:ahLst/>
              <a:cxnLst/>
              <a:rect l="l" t="t" r="r" b="b"/>
              <a:pathLst>
                <a:path w="2280" h="2250" fill="none" extrusionOk="0">
                  <a:moveTo>
                    <a:pt x="942" y="274"/>
                  </a:moveTo>
                  <a:lnTo>
                    <a:pt x="0" y="1186"/>
                  </a:lnTo>
                  <a:lnTo>
                    <a:pt x="1064" y="2250"/>
                  </a:lnTo>
                  <a:lnTo>
                    <a:pt x="1976" y="1338"/>
                  </a:lnTo>
                  <a:cubicBezTo>
                    <a:pt x="2280" y="1034"/>
                    <a:pt x="2280" y="578"/>
                    <a:pt x="1976" y="274"/>
                  </a:cubicBezTo>
                  <a:cubicBezTo>
                    <a:pt x="1702" y="1"/>
                    <a:pt x="1216" y="1"/>
                    <a:pt x="94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49"/>
            <p:cNvSpPr/>
            <p:nvPr/>
          </p:nvSpPr>
          <p:spPr>
            <a:xfrm>
              <a:off x="2697743" y="2512001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50"/>
                  </a:lnTo>
                  <a:lnTo>
                    <a:pt x="1976" y="1338"/>
                  </a:lnTo>
                  <a:cubicBezTo>
                    <a:pt x="2250" y="1064"/>
                    <a:pt x="2250" y="57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49"/>
            <p:cNvSpPr/>
            <p:nvPr/>
          </p:nvSpPr>
          <p:spPr>
            <a:xfrm>
              <a:off x="2751020" y="2565279"/>
              <a:ext cx="42967" cy="42967"/>
            </a:xfrm>
            <a:custGeom>
              <a:avLst/>
              <a:gdLst/>
              <a:ahLst/>
              <a:cxnLst/>
              <a:rect l="l" t="t" r="r" b="b"/>
              <a:pathLst>
                <a:path w="2280" h="2280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80"/>
                  </a:lnTo>
                  <a:lnTo>
                    <a:pt x="1976" y="1368"/>
                  </a:lnTo>
                  <a:cubicBezTo>
                    <a:pt x="2280" y="1064"/>
                    <a:pt x="2280" y="60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9"/>
            <p:cNvSpPr/>
            <p:nvPr/>
          </p:nvSpPr>
          <p:spPr>
            <a:xfrm>
              <a:off x="2804863" y="2619122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274"/>
                  </a:moveTo>
                  <a:lnTo>
                    <a:pt x="0" y="1186"/>
                  </a:lnTo>
                  <a:lnTo>
                    <a:pt x="1034" y="2250"/>
                  </a:lnTo>
                  <a:lnTo>
                    <a:pt x="1946" y="1338"/>
                  </a:lnTo>
                  <a:cubicBezTo>
                    <a:pt x="2250" y="1064"/>
                    <a:pt x="2250" y="578"/>
                    <a:pt x="1946" y="274"/>
                  </a:cubicBezTo>
                  <a:cubicBezTo>
                    <a:pt x="1672" y="0"/>
                    <a:pt x="1186" y="0"/>
                    <a:pt x="91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49"/>
            <p:cNvSpPr/>
            <p:nvPr/>
          </p:nvSpPr>
          <p:spPr>
            <a:xfrm>
              <a:off x="2858140" y="2672400"/>
              <a:ext cx="42401" cy="42967"/>
            </a:xfrm>
            <a:custGeom>
              <a:avLst/>
              <a:gdLst/>
              <a:ahLst/>
              <a:cxnLst/>
              <a:rect l="l" t="t" r="r" b="b"/>
              <a:pathLst>
                <a:path w="2250" h="2280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80"/>
                  </a:lnTo>
                  <a:lnTo>
                    <a:pt x="1976" y="1338"/>
                  </a:lnTo>
                  <a:cubicBezTo>
                    <a:pt x="2249" y="1064"/>
                    <a:pt x="2249" y="57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49"/>
            <p:cNvSpPr/>
            <p:nvPr/>
          </p:nvSpPr>
          <p:spPr>
            <a:xfrm>
              <a:off x="2911983" y="2726242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274"/>
                  </a:moveTo>
                  <a:lnTo>
                    <a:pt x="0" y="1186"/>
                  </a:lnTo>
                  <a:lnTo>
                    <a:pt x="1034" y="2250"/>
                  </a:lnTo>
                  <a:lnTo>
                    <a:pt x="1946" y="1338"/>
                  </a:lnTo>
                  <a:cubicBezTo>
                    <a:pt x="2250" y="1034"/>
                    <a:pt x="2250" y="578"/>
                    <a:pt x="1946" y="274"/>
                  </a:cubicBezTo>
                  <a:cubicBezTo>
                    <a:pt x="1672" y="0"/>
                    <a:pt x="1186" y="0"/>
                    <a:pt x="91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49"/>
            <p:cNvSpPr/>
            <p:nvPr/>
          </p:nvSpPr>
          <p:spPr>
            <a:xfrm>
              <a:off x="2965261" y="2779520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304"/>
                  </a:moveTo>
                  <a:lnTo>
                    <a:pt x="0" y="1216"/>
                  </a:lnTo>
                  <a:lnTo>
                    <a:pt x="1064" y="2249"/>
                  </a:lnTo>
                  <a:lnTo>
                    <a:pt x="1976" y="1338"/>
                  </a:lnTo>
                  <a:cubicBezTo>
                    <a:pt x="2249" y="1064"/>
                    <a:pt x="2249" y="578"/>
                    <a:pt x="1976" y="304"/>
                  </a:cubicBezTo>
                  <a:cubicBezTo>
                    <a:pt x="1672" y="0"/>
                    <a:pt x="1216" y="0"/>
                    <a:pt x="912" y="30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49"/>
            <p:cNvSpPr/>
            <p:nvPr/>
          </p:nvSpPr>
          <p:spPr>
            <a:xfrm>
              <a:off x="3018519" y="2833363"/>
              <a:ext cx="42985" cy="42401"/>
            </a:xfrm>
            <a:custGeom>
              <a:avLst/>
              <a:gdLst/>
              <a:ahLst/>
              <a:cxnLst/>
              <a:rect l="l" t="t" r="r" b="b"/>
              <a:pathLst>
                <a:path w="2281" h="2250" fill="none" extrusionOk="0">
                  <a:moveTo>
                    <a:pt x="913" y="274"/>
                  </a:moveTo>
                  <a:lnTo>
                    <a:pt x="1" y="1186"/>
                  </a:lnTo>
                  <a:lnTo>
                    <a:pt x="1065" y="2250"/>
                  </a:lnTo>
                  <a:lnTo>
                    <a:pt x="1977" y="1338"/>
                  </a:lnTo>
                  <a:cubicBezTo>
                    <a:pt x="2281" y="1034"/>
                    <a:pt x="2281" y="578"/>
                    <a:pt x="1977" y="274"/>
                  </a:cubicBezTo>
                  <a:cubicBezTo>
                    <a:pt x="1703" y="0"/>
                    <a:pt x="1217" y="0"/>
                    <a:pt x="913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49"/>
            <p:cNvSpPr/>
            <p:nvPr/>
          </p:nvSpPr>
          <p:spPr>
            <a:xfrm>
              <a:off x="3072381" y="2886641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274"/>
                  </a:moveTo>
                  <a:lnTo>
                    <a:pt x="0" y="1216"/>
                  </a:lnTo>
                  <a:lnTo>
                    <a:pt x="1034" y="2249"/>
                  </a:lnTo>
                  <a:lnTo>
                    <a:pt x="1976" y="1338"/>
                  </a:lnTo>
                  <a:cubicBezTo>
                    <a:pt x="2249" y="1064"/>
                    <a:pt x="2249" y="578"/>
                    <a:pt x="1976" y="274"/>
                  </a:cubicBezTo>
                  <a:cubicBezTo>
                    <a:pt x="1672" y="0"/>
                    <a:pt x="1216" y="0"/>
                    <a:pt x="91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9"/>
            <p:cNvSpPr/>
            <p:nvPr/>
          </p:nvSpPr>
          <p:spPr>
            <a:xfrm>
              <a:off x="3125640" y="2939899"/>
              <a:ext cx="42420" cy="42985"/>
            </a:xfrm>
            <a:custGeom>
              <a:avLst/>
              <a:gdLst/>
              <a:ahLst/>
              <a:cxnLst/>
              <a:rect l="l" t="t" r="r" b="b"/>
              <a:pathLst>
                <a:path w="2251" h="2281" fill="none" extrusionOk="0">
                  <a:moveTo>
                    <a:pt x="913" y="305"/>
                  </a:moveTo>
                  <a:lnTo>
                    <a:pt x="1" y="1217"/>
                  </a:lnTo>
                  <a:lnTo>
                    <a:pt x="1065" y="2281"/>
                  </a:lnTo>
                  <a:lnTo>
                    <a:pt x="1977" y="1369"/>
                  </a:lnTo>
                  <a:cubicBezTo>
                    <a:pt x="2250" y="1065"/>
                    <a:pt x="2250" y="609"/>
                    <a:pt x="1977" y="305"/>
                  </a:cubicBezTo>
                  <a:cubicBezTo>
                    <a:pt x="1673" y="1"/>
                    <a:pt x="1217" y="1"/>
                    <a:pt x="913" y="305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49"/>
            <p:cNvSpPr/>
            <p:nvPr/>
          </p:nvSpPr>
          <p:spPr>
            <a:xfrm>
              <a:off x="3179501" y="2993761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912" y="274"/>
                  </a:moveTo>
                  <a:lnTo>
                    <a:pt x="0" y="1186"/>
                  </a:lnTo>
                  <a:lnTo>
                    <a:pt x="1034" y="2249"/>
                  </a:lnTo>
                  <a:lnTo>
                    <a:pt x="1946" y="1338"/>
                  </a:lnTo>
                  <a:cubicBezTo>
                    <a:pt x="2249" y="1034"/>
                    <a:pt x="2249" y="578"/>
                    <a:pt x="1946" y="274"/>
                  </a:cubicBezTo>
                  <a:cubicBezTo>
                    <a:pt x="1672" y="0"/>
                    <a:pt x="1186" y="0"/>
                    <a:pt x="912" y="274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49"/>
            <p:cNvSpPr/>
            <p:nvPr/>
          </p:nvSpPr>
          <p:spPr>
            <a:xfrm>
              <a:off x="3232760" y="3047020"/>
              <a:ext cx="42420" cy="42420"/>
            </a:xfrm>
            <a:custGeom>
              <a:avLst/>
              <a:gdLst/>
              <a:ahLst/>
              <a:cxnLst/>
              <a:rect l="l" t="t" r="r" b="b"/>
              <a:pathLst>
                <a:path w="2251" h="2251" fill="none" extrusionOk="0">
                  <a:moveTo>
                    <a:pt x="913" y="305"/>
                  </a:moveTo>
                  <a:lnTo>
                    <a:pt x="1" y="1217"/>
                  </a:lnTo>
                  <a:lnTo>
                    <a:pt x="1065" y="2250"/>
                  </a:lnTo>
                  <a:lnTo>
                    <a:pt x="1977" y="1338"/>
                  </a:lnTo>
                  <a:cubicBezTo>
                    <a:pt x="2250" y="1065"/>
                    <a:pt x="2250" y="578"/>
                    <a:pt x="1977" y="305"/>
                  </a:cubicBezTo>
                  <a:cubicBezTo>
                    <a:pt x="1673" y="1"/>
                    <a:pt x="1217" y="1"/>
                    <a:pt x="913" y="305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49"/>
            <p:cNvSpPr/>
            <p:nvPr/>
          </p:nvSpPr>
          <p:spPr>
            <a:xfrm>
              <a:off x="2751020" y="2245067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274" y="912"/>
                  </a:moveTo>
                  <a:lnTo>
                    <a:pt x="1186" y="0"/>
                  </a:lnTo>
                  <a:lnTo>
                    <a:pt x="2249" y="1034"/>
                  </a:lnTo>
                  <a:lnTo>
                    <a:pt x="1338" y="1945"/>
                  </a:lnTo>
                  <a:cubicBezTo>
                    <a:pt x="1034" y="2249"/>
                    <a:pt x="578" y="2249"/>
                    <a:pt x="274" y="1945"/>
                  </a:cubicBezTo>
                  <a:cubicBezTo>
                    <a:pt x="0" y="1672"/>
                    <a:pt x="0" y="1186"/>
                    <a:pt x="274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49"/>
            <p:cNvSpPr/>
            <p:nvPr/>
          </p:nvSpPr>
          <p:spPr>
            <a:xfrm>
              <a:off x="2804297" y="2298326"/>
              <a:ext cx="42401" cy="42420"/>
            </a:xfrm>
            <a:custGeom>
              <a:avLst/>
              <a:gdLst/>
              <a:ahLst/>
              <a:cxnLst/>
              <a:rect l="l" t="t" r="r" b="b"/>
              <a:pathLst>
                <a:path w="2250" h="2251" fill="none" extrusionOk="0">
                  <a:moveTo>
                    <a:pt x="304" y="913"/>
                  </a:moveTo>
                  <a:lnTo>
                    <a:pt x="1216" y="1"/>
                  </a:lnTo>
                  <a:lnTo>
                    <a:pt x="2249" y="1065"/>
                  </a:lnTo>
                  <a:lnTo>
                    <a:pt x="1337" y="1977"/>
                  </a:lnTo>
                  <a:cubicBezTo>
                    <a:pt x="1064" y="2250"/>
                    <a:pt x="578" y="2250"/>
                    <a:pt x="304" y="1977"/>
                  </a:cubicBezTo>
                  <a:cubicBezTo>
                    <a:pt x="0" y="1673"/>
                    <a:pt x="0" y="1217"/>
                    <a:pt x="304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49"/>
            <p:cNvSpPr/>
            <p:nvPr/>
          </p:nvSpPr>
          <p:spPr>
            <a:xfrm>
              <a:off x="2858140" y="2351603"/>
              <a:ext cx="42401" cy="42985"/>
            </a:xfrm>
            <a:custGeom>
              <a:avLst/>
              <a:gdLst/>
              <a:ahLst/>
              <a:cxnLst/>
              <a:rect l="l" t="t" r="r" b="b"/>
              <a:pathLst>
                <a:path w="2250" h="2281" fill="none" extrusionOk="0">
                  <a:moveTo>
                    <a:pt x="274" y="913"/>
                  </a:moveTo>
                  <a:lnTo>
                    <a:pt x="1186" y="1"/>
                  </a:lnTo>
                  <a:lnTo>
                    <a:pt x="2249" y="1065"/>
                  </a:lnTo>
                  <a:lnTo>
                    <a:pt x="1338" y="1976"/>
                  </a:lnTo>
                  <a:cubicBezTo>
                    <a:pt x="1034" y="2280"/>
                    <a:pt x="578" y="2280"/>
                    <a:pt x="274" y="1976"/>
                  </a:cubicBezTo>
                  <a:cubicBezTo>
                    <a:pt x="0" y="1703"/>
                    <a:pt x="0" y="1216"/>
                    <a:pt x="274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49"/>
            <p:cNvSpPr/>
            <p:nvPr/>
          </p:nvSpPr>
          <p:spPr>
            <a:xfrm>
              <a:off x="2911399" y="2405446"/>
              <a:ext cx="42420" cy="42420"/>
            </a:xfrm>
            <a:custGeom>
              <a:avLst/>
              <a:gdLst/>
              <a:ahLst/>
              <a:cxnLst/>
              <a:rect l="l" t="t" r="r" b="b"/>
              <a:pathLst>
                <a:path w="2251" h="2251" fill="none" extrusionOk="0">
                  <a:moveTo>
                    <a:pt x="305" y="913"/>
                  </a:moveTo>
                  <a:lnTo>
                    <a:pt x="1217" y="1"/>
                  </a:lnTo>
                  <a:lnTo>
                    <a:pt x="2250" y="1034"/>
                  </a:lnTo>
                  <a:lnTo>
                    <a:pt x="1338" y="1977"/>
                  </a:lnTo>
                  <a:cubicBezTo>
                    <a:pt x="1065" y="2250"/>
                    <a:pt x="579" y="2250"/>
                    <a:pt x="305" y="1977"/>
                  </a:cubicBezTo>
                  <a:cubicBezTo>
                    <a:pt x="1" y="1673"/>
                    <a:pt x="1" y="1217"/>
                    <a:pt x="305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49"/>
            <p:cNvSpPr/>
            <p:nvPr/>
          </p:nvSpPr>
          <p:spPr>
            <a:xfrm>
              <a:off x="2964676" y="2458724"/>
              <a:ext cx="42985" cy="42401"/>
            </a:xfrm>
            <a:custGeom>
              <a:avLst/>
              <a:gdLst/>
              <a:ahLst/>
              <a:cxnLst/>
              <a:rect l="l" t="t" r="r" b="b"/>
              <a:pathLst>
                <a:path w="2281" h="2250" fill="none" extrusionOk="0">
                  <a:moveTo>
                    <a:pt x="305" y="913"/>
                  </a:moveTo>
                  <a:lnTo>
                    <a:pt x="1217" y="1"/>
                  </a:lnTo>
                  <a:lnTo>
                    <a:pt x="2280" y="1064"/>
                  </a:lnTo>
                  <a:lnTo>
                    <a:pt x="1369" y="1976"/>
                  </a:lnTo>
                  <a:cubicBezTo>
                    <a:pt x="1065" y="2250"/>
                    <a:pt x="609" y="2250"/>
                    <a:pt x="305" y="1976"/>
                  </a:cubicBezTo>
                  <a:cubicBezTo>
                    <a:pt x="1" y="1672"/>
                    <a:pt x="1" y="1216"/>
                    <a:pt x="305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49"/>
            <p:cNvSpPr/>
            <p:nvPr/>
          </p:nvSpPr>
          <p:spPr>
            <a:xfrm>
              <a:off x="3018519" y="2512567"/>
              <a:ext cx="42420" cy="42420"/>
            </a:xfrm>
            <a:custGeom>
              <a:avLst/>
              <a:gdLst/>
              <a:ahLst/>
              <a:cxnLst/>
              <a:rect l="l" t="t" r="r" b="b"/>
              <a:pathLst>
                <a:path w="2251" h="2251" fill="none" extrusionOk="0">
                  <a:moveTo>
                    <a:pt x="275" y="913"/>
                  </a:moveTo>
                  <a:lnTo>
                    <a:pt x="1186" y="1"/>
                  </a:lnTo>
                  <a:lnTo>
                    <a:pt x="2250" y="1034"/>
                  </a:lnTo>
                  <a:lnTo>
                    <a:pt x="1338" y="1946"/>
                  </a:lnTo>
                  <a:cubicBezTo>
                    <a:pt x="1034" y="2250"/>
                    <a:pt x="579" y="2250"/>
                    <a:pt x="275" y="1946"/>
                  </a:cubicBezTo>
                  <a:cubicBezTo>
                    <a:pt x="1" y="1673"/>
                    <a:pt x="1" y="1186"/>
                    <a:pt x="275" y="91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49"/>
            <p:cNvSpPr/>
            <p:nvPr/>
          </p:nvSpPr>
          <p:spPr>
            <a:xfrm>
              <a:off x="3071797" y="2565844"/>
              <a:ext cx="42985" cy="42401"/>
            </a:xfrm>
            <a:custGeom>
              <a:avLst/>
              <a:gdLst/>
              <a:ahLst/>
              <a:cxnLst/>
              <a:rect l="l" t="t" r="r" b="b"/>
              <a:pathLst>
                <a:path w="2281" h="2250" fill="none" extrusionOk="0">
                  <a:moveTo>
                    <a:pt x="305" y="912"/>
                  </a:moveTo>
                  <a:lnTo>
                    <a:pt x="1217" y="1"/>
                  </a:lnTo>
                  <a:lnTo>
                    <a:pt x="2280" y="1064"/>
                  </a:lnTo>
                  <a:lnTo>
                    <a:pt x="1338" y="1976"/>
                  </a:lnTo>
                  <a:cubicBezTo>
                    <a:pt x="1065" y="2250"/>
                    <a:pt x="578" y="2250"/>
                    <a:pt x="305" y="1976"/>
                  </a:cubicBezTo>
                  <a:cubicBezTo>
                    <a:pt x="1" y="1672"/>
                    <a:pt x="1" y="1216"/>
                    <a:pt x="30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49"/>
            <p:cNvSpPr/>
            <p:nvPr/>
          </p:nvSpPr>
          <p:spPr>
            <a:xfrm>
              <a:off x="3125640" y="2619122"/>
              <a:ext cx="42420" cy="42985"/>
            </a:xfrm>
            <a:custGeom>
              <a:avLst/>
              <a:gdLst/>
              <a:ahLst/>
              <a:cxnLst/>
              <a:rect l="l" t="t" r="r" b="b"/>
              <a:pathLst>
                <a:path w="2251" h="2281" fill="none" extrusionOk="0">
                  <a:moveTo>
                    <a:pt x="275" y="943"/>
                  </a:moveTo>
                  <a:lnTo>
                    <a:pt x="1186" y="0"/>
                  </a:lnTo>
                  <a:lnTo>
                    <a:pt x="2250" y="1064"/>
                  </a:lnTo>
                  <a:lnTo>
                    <a:pt x="1338" y="1976"/>
                  </a:lnTo>
                  <a:cubicBezTo>
                    <a:pt x="1034" y="2280"/>
                    <a:pt x="579" y="2280"/>
                    <a:pt x="275" y="1976"/>
                  </a:cubicBezTo>
                  <a:cubicBezTo>
                    <a:pt x="1" y="1703"/>
                    <a:pt x="1" y="1216"/>
                    <a:pt x="275" y="943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49"/>
            <p:cNvSpPr/>
            <p:nvPr/>
          </p:nvSpPr>
          <p:spPr>
            <a:xfrm>
              <a:off x="3178917" y="2672965"/>
              <a:ext cx="42420" cy="42401"/>
            </a:xfrm>
            <a:custGeom>
              <a:avLst/>
              <a:gdLst/>
              <a:ahLst/>
              <a:cxnLst/>
              <a:rect l="l" t="t" r="r" b="b"/>
              <a:pathLst>
                <a:path w="2251" h="2250" fill="none" extrusionOk="0">
                  <a:moveTo>
                    <a:pt x="305" y="912"/>
                  </a:moveTo>
                  <a:lnTo>
                    <a:pt x="1217" y="1"/>
                  </a:lnTo>
                  <a:lnTo>
                    <a:pt x="2250" y="1034"/>
                  </a:lnTo>
                  <a:lnTo>
                    <a:pt x="1338" y="1976"/>
                  </a:lnTo>
                  <a:cubicBezTo>
                    <a:pt x="1065" y="2250"/>
                    <a:pt x="578" y="2250"/>
                    <a:pt x="305" y="1976"/>
                  </a:cubicBezTo>
                  <a:cubicBezTo>
                    <a:pt x="1" y="1672"/>
                    <a:pt x="1" y="1216"/>
                    <a:pt x="30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49"/>
            <p:cNvSpPr/>
            <p:nvPr/>
          </p:nvSpPr>
          <p:spPr>
            <a:xfrm>
              <a:off x="3232760" y="2726242"/>
              <a:ext cx="42420" cy="42985"/>
            </a:xfrm>
            <a:custGeom>
              <a:avLst/>
              <a:gdLst/>
              <a:ahLst/>
              <a:cxnLst/>
              <a:rect l="l" t="t" r="r" b="b"/>
              <a:pathLst>
                <a:path w="2251" h="2281" fill="none" extrusionOk="0">
                  <a:moveTo>
                    <a:pt x="275" y="912"/>
                  </a:moveTo>
                  <a:lnTo>
                    <a:pt x="1186" y="0"/>
                  </a:lnTo>
                  <a:lnTo>
                    <a:pt x="2250" y="1064"/>
                  </a:lnTo>
                  <a:lnTo>
                    <a:pt x="1338" y="1976"/>
                  </a:lnTo>
                  <a:cubicBezTo>
                    <a:pt x="1034" y="2280"/>
                    <a:pt x="579" y="2280"/>
                    <a:pt x="275" y="1976"/>
                  </a:cubicBezTo>
                  <a:cubicBezTo>
                    <a:pt x="1" y="1703"/>
                    <a:pt x="1" y="1216"/>
                    <a:pt x="27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49"/>
            <p:cNvSpPr/>
            <p:nvPr/>
          </p:nvSpPr>
          <p:spPr>
            <a:xfrm>
              <a:off x="3286037" y="2780085"/>
              <a:ext cx="42420" cy="42401"/>
            </a:xfrm>
            <a:custGeom>
              <a:avLst/>
              <a:gdLst/>
              <a:ahLst/>
              <a:cxnLst/>
              <a:rect l="l" t="t" r="r" b="b"/>
              <a:pathLst>
                <a:path w="2251" h="2250" fill="none" extrusionOk="0">
                  <a:moveTo>
                    <a:pt x="274" y="912"/>
                  </a:moveTo>
                  <a:lnTo>
                    <a:pt x="1217" y="1"/>
                  </a:lnTo>
                  <a:lnTo>
                    <a:pt x="2250" y="1034"/>
                  </a:lnTo>
                  <a:lnTo>
                    <a:pt x="1338" y="1946"/>
                  </a:lnTo>
                  <a:cubicBezTo>
                    <a:pt x="1065" y="2250"/>
                    <a:pt x="578" y="2250"/>
                    <a:pt x="274" y="1946"/>
                  </a:cubicBezTo>
                  <a:cubicBezTo>
                    <a:pt x="1" y="1672"/>
                    <a:pt x="1" y="1186"/>
                    <a:pt x="274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49"/>
            <p:cNvSpPr/>
            <p:nvPr/>
          </p:nvSpPr>
          <p:spPr>
            <a:xfrm>
              <a:off x="3339315" y="2833363"/>
              <a:ext cx="42985" cy="42401"/>
            </a:xfrm>
            <a:custGeom>
              <a:avLst/>
              <a:gdLst/>
              <a:ahLst/>
              <a:cxnLst/>
              <a:rect l="l" t="t" r="r" b="b"/>
              <a:pathLst>
                <a:path w="2281" h="2250" fill="none" extrusionOk="0">
                  <a:moveTo>
                    <a:pt x="305" y="912"/>
                  </a:moveTo>
                  <a:lnTo>
                    <a:pt x="1216" y="0"/>
                  </a:lnTo>
                  <a:lnTo>
                    <a:pt x="2280" y="1064"/>
                  </a:lnTo>
                  <a:lnTo>
                    <a:pt x="1338" y="1976"/>
                  </a:lnTo>
                  <a:cubicBezTo>
                    <a:pt x="1064" y="2250"/>
                    <a:pt x="578" y="2250"/>
                    <a:pt x="305" y="1976"/>
                  </a:cubicBezTo>
                  <a:cubicBezTo>
                    <a:pt x="1" y="1672"/>
                    <a:pt x="1" y="1216"/>
                    <a:pt x="30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49"/>
            <p:cNvSpPr/>
            <p:nvPr/>
          </p:nvSpPr>
          <p:spPr>
            <a:xfrm>
              <a:off x="3393158" y="2887206"/>
              <a:ext cx="42420" cy="42401"/>
            </a:xfrm>
            <a:custGeom>
              <a:avLst/>
              <a:gdLst/>
              <a:ahLst/>
              <a:cxnLst/>
              <a:rect l="l" t="t" r="r" b="b"/>
              <a:pathLst>
                <a:path w="2251" h="2250" fill="none" extrusionOk="0">
                  <a:moveTo>
                    <a:pt x="274" y="912"/>
                  </a:moveTo>
                  <a:lnTo>
                    <a:pt x="1186" y="1"/>
                  </a:lnTo>
                  <a:lnTo>
                    <a:pt x="2250" y="1034"/>
                  </a:lnTo>
                  <a:lnTo>
                    <a:pt x="1338" y="1946"/>
                  </a:lnTo>
                  <a:cubicBezTo>
                    <a:pt x="1034" y="2250"/>
                    <a:pt x="578" y="2250"/>
                    <a:pt x="274" y="1946"/>
                  </a:cubicBezTo>
                  <a:cubicBezTo>
                    <a:pt x="1" y="1672"/>
                    <a:pt x="1" y="1186"/>
                    <a:pt x="274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49"/>
            <p:cNvSpPr/>
            <p:nvPr/>
          </p:nvSpPr>
          <p:spPr>
            <a:xfrm>
              <a:off x="3446435" y="2940483"/>
              <a:ext cx="42401" cy="42401"/>
            </a:xfrm>
            <a:custGeom>
              <a:avLst/>
              <a:gdLst/>
              <a:ahLst/>
              <a:cxnLst/>
              <a:rect l="l" t="t" r="r" b="b"/>
              <a:pathLst>
                <a:path w="2250" h="2250" fill="none" extrusionOk="0">
                  <a:moveTo>
                    <a:pt x="305" y="912"/>
                  </a:moveTo>
                  <a:lnTo>
                    <a:pt x="1216" y="0"/>
                  </a:lnTo>
                  <a:lnTo>
                    <a:pt x="2250" y="1064"/>
                  </a:lnTo>
                  <a:lnTo>
                    <a:pt x="1338" y="1976"/>
                  </a:lnTo>
                  <a:cubicBezTo>
                    <a:pt x="1064" y="2250"/>
                    <a:pt x="578" y="2250"/>
                    <a:pt x="305" y="1976"/>
                  </a:cubicBezTo>
                  <a:cubicBezTo>
                    <a:pt x="1" y="1672"/>
                    <a:pt x="1" y="1216"/>
                    <a:pt x="305" y="91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49"/>
            <p:cNvSpPr/>
            <p:nvPr/>
          </p:nvSpPr>
          <p:spPr>
            <a:xfrm>
              <a:off x="2420481" y="2163709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31" y="1"/>
                  </a:moveTo>
                  <a:cubicBezTo>
                    <a:pt x="1" y="487"/>
                    <a:pt x="1" y="974"/>
                    <a:pt x="92" y="1490"/>
                  </a:cubicBezTo>
                  <a:cubicBezTo>
                    <a:pt x="92" y="1521"/>
                    <a:pt x="92" y="1521"/>
                    <a:pt x="92" y="1551"/>
                  </a:cubicBezTo>
                  <a:cubicBezTo>
                    <a:pt x="214" y="2007"/>
                    <a:pt x="487" y="2433"/>
                    <a:pt x="882" y="2676"/>
                  </a:cubicBezTo>
                  <a:lnTo>
                    <a:pt x="1490" y="3040"/>
                  </a:lnTo>
                  <a:cubicBezTo>
                    <a:pt x="1612" y="3132"/>
                    <a:pt x="1764" y="2980"/>
                    <a:pt x="1703" y="2858"/>
                  </a:cubicBezTo>
                  <a:cubicBezTo>
                    <a:pt x="1429" y="2189"/>
                    <a:pt x="1429" y="1490"/>
                    <a:pt x="1581" y="852"/>
                  </a:cubicBezTo>
                  <a:lnTo>
                    <a:pt x="31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49"/>
            <p:cNvSpPr/>
            <p:nvPr/>
          </p:nvSpPr>
          <p:spPr>
            <a:xfrm>
              <a:off x="2506419" y="2077225"/>
              <a:ext cx="59004" cy="33243"/>
            </a:xfrm>
            <a:custGeom>
              <a:avLst/>
              <a:gdLst/>
              <a:ahLst/>
              <a:cxnLst/>
              <a:rect l="l" t="t" r="r" b="b"/>
              <a:pathLst>
                <a:path w="3131" h="1764" fill="none" extrusionOk="0">
                  <a:moveTo>
                    <a:pt x="1550" y="122"/>
                  </a:moveTo>
                  <a:cubicBezTo>
                    <a:pt x="1550" y="122"/>
                    <a:pt x="1520" y="122"/>
                    <a:pt x="1520" y="122"/>
                  </a:cubicBezTo>
                  <a:cubicBezTo>
                    <a:pt x="1003" y="0"/>
                    <a:pt x="487" y="0"/>
                    <a:pt x="0" y="61"/>
                  </a:cubicBezTo>
                  <a:lnTo>
                    <a:pt x="851" y="1611"/>
                  </a:lnTo>
                  <a:cubicBezTo>
                    <a:pt x="1520" y="1459"/>
                    <a:pt x="2189" y="1459"/>
                    <a:pt x="2857" y="1733"/>
                  </a:cubicBezTo>
                  <a:cubicBezTo>
                    <a:pt x="3009" y="1763"/>
                    <a:pt x="3131" y="1611"/>
                    <a:pt x="3040" y="1490"/>
                  </a:cubicBezTo>
                  <a:lnTo>
                    <a:pt x="2705" y="912"/>
                  </a:lnTo>
                  <a:cubicBezTo>
                    <a:pt x="2432" y="517"/>
                    <a:pt x="2037" y="213"/>
                    <a:pt x="1550" y="12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49"/>
            <p:cNvSpPr/>
            <p:nvPr/>
          </p:nvSpPr>
          <p:spPr>
            <a:xfrm>
              <a:off x="2423346" y="2080655"/>
              <a:ext cx="86517" cy="85933"/>
            </a:xfrm>
            <a:custGeom>
              <a:avLst/>
              <a:gdLst/>
              <a:ahLst/>
              <a:cxnLst/>
              <a:rect l="l" t="t" r="r" b="b"/>
              <a:pathLst>
                <a:path w="4591" h="4560" fill="none" extrusionOk="0">
                  <a:moveTo>
                    <a:pt x="3679" y="1"/>
                  </a:moveTo>
                  <a:cubicBezTo>
                    <a:pt x="1885" y="456"/>
                    <a:pt x="487" y="1885"/>
                    <a:pt x="1" y="3678"/>
                  </a:cubicBezTo>
                  <a:lnTo>
                    <a:pt x="1642" y="4560"/>
                  </a:lnTo>
                  <a:cubicBezTo>
                    <a:pt x="2189" y="3222"/>
                    <a:pt x="3253" y="2159"/>
                    <a:pt x="4591" y="164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4" name="Google Shape;2694;p49"/>
          <p:cNvGrpSpPr/>
          <p:nvPr/>
        </p:nvGrpSpPr>
        <p:grpSpPr>
          <a:xfrm>
            <a:off x="3225359" y="1925348"/>
            <a:ext cx="3257647" cy="1063188"/>
            <a:chOff x="3723697" y="2022798"/>
            <a:chExt cx="3257647" cy="1063188"/>
          </a:xfrm>
        </p:grpSpPr>
        <p:sp>
          <p:nvSpPr>
            <p:cNvPr id="2695" name="Google Shape;2695;p49"/>
            <p:cNvSpPr/>
            <p:nvPr/>
          </p:nvSpPr>
          <p:spPr>
            <a:xfrm>
              <a:off x="4934096" y="2738266"/>
              <a:ext cx="149516" cy="152381"/>
            </a:xfrm>
            <a:custGeom>
              <a:avLst/>
              <a:gdLst/>
              <a:ahLst/>
              <a:cxnLst/>
              <a:rect l="l" t="t" r="r" b="b"/>
              <a:pathLst>
                <a:path w="7934" h="8086" extrusionOk="0">
                  <a:moveTo>
                    <a:pt x="6778" y="1"/>
                  </a:moveTo>
                  <a:lnTo>
                    <a:pt x="0" y="6779"/>
                  </a:lnTo>
                  <a:lnTo>
                    <a:pt x="0" y="8086"/>
                  </a:lnTo>
                  <a:lnTo>
                    <a:pt x="7934" y="153"/>
                  </a:lnTo>
                  <a:lnTo>
                    <a:pt x="6778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49"/>
            <p:cNvSpPr/>
            <p:nvPr/>
          </p:nvSpPr>
          <p:spPr>
            <a:xfrm>
              <a:off x="4903151" y="2667236"/>
              <a:ext cx="46415" cy="352288"/>
            </a:xfrm>
            <a:custGeom>
              <a:avLst/>
              <a:gdLst/>
              <a:ahLst/>
              <a:cxnLst/>
              <a:rect l="l" t="t" r="r" b="b"/>
              <a:pathLst>
                <a:path w="2463" h="18694" extrusionOk="0">
                  <a:moveTo>
                    <a:pt x="1247" y="1"/>
                  </a:moveTo>
                  <a:cubicBezTo>
                    <a:pt x="578" y="1"/>
                    <a:pt x="1" y="548"/>
                    <a:pt x="1" y="1216"/>
                  </a:cubicBezTo>
                  <a:lnTo>
                    <a:pt x="1" y="18694"/>
                  </a:lnTo>
                  <a:lnTo>
                    <a:pt x="2463" y="18694"/>
                  </a:lnTo>
                  <a:lnTo>
                    <a:pt x="2463" y="1216"/>
                  </a:lnTo>
                  <a:cubicBezTo>
                    <a:pt x="2463" y="548"/>
                    <a:pt x="1916" y="1"/>
                    <a:pt x="1247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49"/>
            <p:cNvSpPr/>
            <p:nvPr/>
          </p:nvSpPr>
          <p:spPr>
            <a:xfrm>
              <a:off x="4871660" y="2996626"/>
              <a:ext cx="109998" cy="34957"/>
            </a:xfrm>
            <a:custGeom>
              <a:avLst/>
              <a:gdLst/>
              <a:ahLst/>
              <a:cxnLst/>
              <a:rect l="l" t="t" r="r" b="b"/>
              <a:pathLst>
                <a:path w="5837" h="1855" extrusionOk="0">
                  <a:moveTo>
                    <a:pt x="0" y="0"/>
                  </a:moveTo>
                  <a:lnTo>
                    <a:pt x="0" y="1854"/>
                  </a:lnTo>
                  <a:lnTo>
                    <a:pt x="5836" y="1854"/>
                  </a:lnTo>
                  <a:lnTo>
                    <a:pt x="5836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49"/>
            <p:cNvSpPr/>
            <p:nvPr/>
          </p:nvSpPr>
          <p:spPr>
            <a:xfrm>
              <a:off x="4818382" y="2938768"/>
              <a:ext cx="64733" cy="147217"/>
            </a:xfrm>
            <a:custGeom>
              <a:avLst/>
              <a:gdLst/>
              <a:ahLst/>
              <a:cxnLst/>
              <a:rect l="l" t="t" r="r" b="b"/>
              <a:pathLst>
                <a:path w="3435" h="7812" extrusionOk="0">
                  <a:moveTo>
                    <a:pt x="1733" y="0"/>
                  </a:moveTo>
                  <a:cubicBezTo>
                    <a:pt x="791" y="0"/>
                    <a:pt x="0" y="760"/>
                    <a:pt x="0" y="1702"/>
                  </a:cubicBezTo>
                  <a:lnTo>
                    <a:pt x="0" y="6079"/>
                  </a:lnTo>
                  <a:cubicBezTo>
                    <a:pt x="0" y="7022"/>
                    <a:pt x="791" y="7812"/>
                    <a:pt x="1733" y="7812"/>
                  </a:cubicBezTo>
                  <a:cubicBezTo>
                    <a:pt x="2675" y="7812"/>
                    <a:pt x="3435" y="7022"/>
                    <a:pt x="3435" y="6079"/>
                  </a:cubicBezTo>
                  <a:lnTo>
                    <a:pt x="3435" y="1702"/>
                  </a:lnTo>
                  <a:cubicBezTo>
                    <a:pt x="3435" y="760"/>
                    <a:pt x="2675" y="0"/>
                    <a:pt x="1733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49"/>
            <p:cNvSpPr/>
            <p:nvPr/>
          </p:nvSpPr>
          <p:spPr>
            <a:xfrm>
              <a:off x="4970186" y="2938768"/>
              <a:ext cx="64167" cy="147217"/>
            </a:xfrm>
            <a:custGeom>
              <a:avLst/>
              <a:gdLst/>
              <a:ahLst/>
              <a:cxnLst/>
              <a:rect l="l" t="t" r="r" b="b"/>
              <a:pathLst>
                <a:path w="3405" h="7812" extrusionOk="0">
                  <a:moveTo>
                    <a:pt x="1702" y="0"/>
                  </a:moveTo>
                  <a:cubicBezTo>
                    <a:pt x="760" y="0"/>
                    <a:pt x="0" y="760"/>
                    <a:pt x="0" y="1702"/>
                  </a:cubicBezTo>
                  <a:lnTo>
                    <a:pt x="0" y="6079"/>
                  </a:lnTo>
                  <a:cubicBezTo>
                    <a:pt x="0" y="7022"/>
                    <a:pt x="760" y="7812"/>
                    <a:pt x="1702" y="7812"/>
                  </a:cubicBezTo>
                  <a:cubicBezTo>
                    <a:pt x="2645" y="7812"/>
                    <a:pt x="3404" y="7022"/>
                    <a:pt x="3404" y="6079"/>
                  </a:cubicBezTo>
                  <a:lnTo>
                    <a:pt x="3404" y="1702"/>
                  </a:lnTo>
                  <a:cubicBezTo>
                    <a:pt x="3404" y="760"/>
                    <a:pt x="2645" y="0"/>
                    <a:pt x="1702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49"/>
            <p:cNvSpPr/>
            <p:nvPr/>
          </p:nvSpPr>
          <p:spPr>
            <a:xfrm>
              <a:off x="3723697" y="2498244"/>
              <a:ext cx="1621047" cy="341999"/>
            </a:xfrm>
            <a:custGeom>
              <a:avLst/>
              <a:gdLst/>
              <a:ahLst/>
              <a:cxnLst/>
              <a:rect l="l" t="t" r="r" b="b"/>
              <a:pathLst>
                <a:path w="86020" h="18148" extrusionOk="0">
                  <a:moveTo>
                    <a:pt x="0" y="1"/>
                  </a:moveTo>
                  <a:lnTo>
                    <a:pt x="213" y="2098"/>
                  </a:lnTo>
                  <a:lnTo>
                    <a:pt x="72099" y="12889"/>
                  </a:lnTo>
                  <a:cubicBezTo>
                    <a:pt x="72919" y="13010"/>
                    <a:pt x="73710" y="13436"/>
                    <a:pt x="74257" y="14104"/>
                  </a:cubicBezTo>
                  <a:lnTo>
                    <a:pt x="77205" y="17661"/>
                  </a:lnTo>
                  <a:cubicBezTo>
                    <a:pt x="77448" y="17965"/>
                    <a:pt x="77783" y="18147"/>
                    <a:pt x="78178" y="18147"/>
                  </a:cubicBezTo>
                  <a:lnTo>
                    <a:pt x="86020" y="18147"/>
                  </a:lnTo>
                  <a:lnTo>
                    <a:pt x="83831" y="3192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49"/>
            <p:cNvSpPr/>
            <p:nvPr/>
          </p:nvSpPr>
          <p:spPr>
            <a:xfrm>
              <a:off x="4430570" y="2592775"/>
              <a:ext cx="281262" cy="281827"/>
            </a:xfrm>
            <a:custGeom>
              <a:avLst/>
              <a:gdLst/>
              <a:ahLst/>
              <a:cxnLst/>
              <a:rect l="l" t="t" r="r" b="b"/>
              <a:pathLst>
                <a:path w="14925" h="14955" extrusionOk="0">
                  <a:moveTo>
                    <a:pt x="7478" y="0"/>
                  </a:moveTo>
                  <a:cubicBezTo>
                    <a:pt x="3344" y="0"/>
                    <a:pt x="0" y="3344"/>
                    <a:pt x="0" y="7478"/>
                  </a:cubicBezTo>
                  <a:cubicBezTo>
                    <a:pt x="0" y="11611"/>
                    <a:pt x="3344" y="14955"/>
                    <a:pt x="7478" y="14955"/>
                  </a:cubicBezTo>
                  <a:cubicBezTo>
                    <a:pt x="11581" y="14955"/>
                    <a:pt x="14925" y="11611"/>
                    <a:pt x="14925" y="7478"/>
                  </a:cubicBezTo>
                  <a:cubicBezTo>
                    <a:pt x="14925" y="3344"/>
                    <a:pt x="11581" y="0"/>
                    <a:pt x="7478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49"/>
            <p:cNvSpPr/>
            <p:nvPr/>
          </p:nvSpPr>
          <p:spPr>
            <a:xfrm>
              <a:off x="4439164" y="2614052"/>
              <a:ext cx="264075" cy="239633"/>
            </a:xfrm>
            <a:custGeom>
              <a:avLst/>
              <a:gdLst/>
              <a:ahLst/>
              <a:cxnLst/>
              <a:rect l="l" t="t" r="r" b="b"/>
              <a:pathLst>
                <a:path w="14013" h="12716" extrusionOk="0">
                  <a:moveTo>
                    <a:pt x="6992" y="0"/>
                  </a:moveTo>
                  <a:cubicBezTo>
                    <a:pt x="4127" y="0"/>
                    <a:pt x="1522" y="1958"/>
                    <a:pt x="821" y="4890"/>
                  </a:cubicBezTo>
                  <a:cubicBezTo>
                    <a:pt x="0" y="8294"/>
                    <a:pt x="2128" y="11729"/>
                    <a:pt x="5532" y="12549"/>
                  </a:cubicBezTo>
                  <a:cubicBezTo>
                    <a:pt x="6021" y="12662"/>
                    <a:pt x="6510" y="12716"/>
                    <a:pt x="6990" y="12716"/>
                  </a:cubicBezTo>
                  <a:cubicBezTo>
                    <a:pt x="9884" y="12716"/>
                    <a:pt x="12488" y="10757"/>
                    <a:pt x="13192" y="7838"/>
                  </a:cubicBezTo>
                  <a:cubicBezTo>
                    <a:pt x="14013" y="4403"/>
                    <a:pt x="11885" y="968"/>
                    <a:pt x="8481" y="178"/>
                  </a:cubicBezTo>
                  <a:cubicBezTo>
                    <a:pt x="7982" y="58"/>
                    <a:pt x="7483" y="0"/>
                    <a:pt x="6992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49"/>
            <p:cNvSpPr/>
            <p:nvPr/>
          </p:nvSpPr>
          <p:spPr>
            <a:xfrm>
              <a:off x="4487843" y="2650632"/>
              <a:ext cx="166722" cy="166119"/>
            </a:xfrm>
            <a:custGeom>
              <a:avLst/>
              <a:gdLst/>
              <a:ahLst/>
              <a:cxnLst/>
              <a:rect l="l" t="t" r="r" b="b"/>
              <a:pathLst>
                <a:path w="8847" h="8815" fill="none" extrusionOk="0">
                  <a:moveTo>
                    <a:pt x="8846" y="4408"/>
                  </a:moveTo>
                  <a:cubicBezTo>
                    <a:pt x="8846" y="6839"/>
                    <a:pt x="6870" y="8815"/>
                    <a:pt x="4439" y="8815"/>
                  </a:cubicBezTo>
                  <a:cubicBezTo>
                    <a:pt x="1977" y="8815"/>
                    <a:pt x="1" y="6839"/>
                    <a:pt x="1" y="4408"/>
                  </a:cubicBezTo>
                  <a:cubicBezTo>
                    <a:pt x="1" y="1976"/>
                    <a:pt x="1977" y="0"/>
                    <a:pt x="4439" y="0"/>
                  </a:cubicBezTo>
                  <a:cubicBezTo>
                    <a:pt x="6870" y="0"/>
                    <a:pt x="8846" y="1976"/>
                    <a:pt x="8846" y="4408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49"/>
            <p:cNvSpPr/>
            <p:nvPr/>
          </p:nvSpPr>
          <p:spPr>
            <a:xfrm>
              <a:off x="4554294" y="2717083"/>
              <a:ext cx="33827" cy="33808"/>
            </a:xfrm>
            <a:custGeom>
              <a:avLst/>
              <a:gdLst/>
              <a:ahLst/>
              <a:cxnLst/>
              <a:rect l="l" t="t" r="r" b="b"/>
              <a:pathLst>
                <a:path w="1795" h="1794" fill="none" extrusionOk="0">
                  <a:moveTo>
                    <a:pt x="1794" y="882"/>
                  </a:moveTo>
                  <a:cubicBezTo>
                    <a:pt x="1794" y="1368"/>
                    <a:pt x="1399" y="1793"/>
                    <a:pt x="913" y="1793"/>
                  </a:cubicBezTo>
                  <a:cubicBezTo>
                    <a:pt x="396" y="1793"/>
                    <a:pt x="1" y="1368"/>
                    <a:pt x="1" y="882"/>
                  </a:cubicBezTo>
                  <a:cubicBezTo>
                    <a:pt x="1" y="395"/>
                    <a:pt x="396" y="0"/>
                    <a:pt x="913" y="0"/>
                  </a:cubicBezTo>
                  <a:cubicBezTo>
                    <a:pt x="1399" y="0"/>
                    <a:pt x="1794" y="395"/>
                    <a:pt x="1794" y="88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49"/>
            <p:cNvSpPr/>
            <p:nvPr/>
          </p:nvSpPr>
          <p:spPr>
            <a:xfrm>
              <a:off x="4539406" y="2658077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1703" y="3131"/>
                  </a:moveTo>
                  <a:cubicBezTo>
                    <a:pt x="1703" y="3131"/>
                    <a:pt x="1764" y="760"/>
                    <a:pt x="1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49"/>
            <p:cNvSpPr/>
            <p:nvPr/>
          </p:nvSpPr>
          <p:spPr>
            <a:xfrm>
              <a:off x="4494722" y="2689003"/>
              <a:ext cx="64186" cy="33243"/>
            </a:xfrm>
            <a:custGeom>
              <a:avLst/>
              <a:gdLst/>
              <a:ahLst/>
              <a:cxnLst/>
              <a:rect l="l" t="t" r="r" b="b"/>
              <a:pathLst>
                <a:path w="3406" h="1764" fill="none" extrusionOk="0">
                  <a:moveTo>
                    <a:pt x="3405" y="1764"/>
                  </a:moveTo>
                  <a:cubicBezTo>
                    <a:pt x="3405" y="1764"/>
                    <a:pt x="1794" y="1"/>
                    <a:pt x="1" y="73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49"/>
            <p:cNvSpPr/>
            <p:nvPr/>
          </p:nvSpPr>
          <p:spPr>
            <a:xfrm>
              <a:off x="4494722" y="2732537"/>
              <a:ext cx="59023" cy="33243"/>
            </a:xfrm>
            <a:custGeom>
              <a:avLst/>
              <a:gdLst/>
              <a:ahLst/>
              <a:cxnLst/>
              <a:rect l="l" t="t" r="r" b="b"/>
              <a:pathLst>
                <a:path w="3132" h="1764" fill="none" extrusionOk="0">
                  <a:moveTo>
                    <a:pt x="3131" y="92"/>
                  </a:moveTo>
                  <a:cubicBezTo>
                    <a:pt x="3131" y="92"/>
                    <a:pt x="761" y="1"/>
                    <a:pt x="1" y="1764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49"/>
            <p:cNvSpPr/>
            <p:nvPr/>
          </p:nvSpPr>
          <p:spPr>
            <a:xfrm>
              <a:off x="4526232" y="2746295"/>
              <a:ext cx="32677" cy="64167"/>
            </a:xfrm>
            <a:custGeom>
              <a:avLst/>
              <a:gdLst/>
              <a:ahLst/>
              <a:cxnLst/>
              <a:rect l="l" t="t" r="r" b="b"/>
              <a:pathLst>
                <a:path w="1734" h="3405" fill="none" extrusionOk="0">
                  <a:moveTo>
                    <a:pt x="1733" y="0"/>
                  </a:moveTo>
                  <a:cubicBezTo>
                    <a:pt x="1733" y="0"/>
                    <a:pt x="0" y="1642"/>
                    <a:pt x="700" y="3405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49"/>
            <p:cNvSpPr/>
            <p:nvPr/>
          </p:nvSpPr>
          <p:spPr>
            <a:xfrm>
              <a:off x="4569766" y="2751440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92" y="1"/>
                  </a:moveTo>
                  <a:cubicBezTo>
                    <a:pt x="92" y="1"/>
                    <a:pt x="1" y="2402"/>
                    <a:pt x="1764" y="3132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49"/>
            <p:cNvSpPr/>
            <p:nvPr/>
          </p:nvSpPr>
          <p:spPr>
            <a:xfrm>
              <a:off x="4583524" y="2746295"/>
              <a:ext cx="64167" cy="33243"/>
            </a:xfrm>
            <a:custGeom>
              <a:avLst/>
              <a:gdLst/>
              <a:ahLst/>
              <a:cxnLst/>
              <a:rect l="l" t="t" r="r" b="b"/>
              <a:pathLst>
                <a:path w="3405" h="1764" fill="none" extrusionOk="0">
                  <a:moveTo>
                    <a:pt x="0" y="0"/>
                  </a:moveTo>
                  <a:cubicBezTo>
                    <a:pt x="0" y="0"/>
                    <a:pt x="1641" y="1763"/>
                    <a:pt x="3404" y="1034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49"/>
            <p:cNvSpPr/>
            <p:nvPr/>
          </p:nvSpPr>
          <p:spPr>
            <a:xfrm>
              <a:off x="4588669" y="2702760"/>
              <a:ext cx="59023" cy="33243"/>
            </a:xfrm>
            <a:custGeom>
              <a:avLst/>
              <a:gdLst/>
              <a:ahLst/>
              <a:cxnLst/>
              <a:rect l="l" t="t" r="r" b="b"/>
              <a:pathLst>
                <a:path w="3132" h="1764" fill="none" extrusionOk="0">
                  <a:moveTo>
                    <a:pt x="1" y="1672"/>
                  </a:moveTo>
                  <a:cubicBezTo>
                    <a:pt x="1" y="1672"/>
                    <a:pt x="2371" y="1763"/>
                    <a:pt x="3131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49"/>
            <p:cNvSpPr/>
            <p:nvPr/>
          </p:nvSpPr>
          <p:spPr>
            <a:xfrm>
              <a:off x="4583524" y="2658077"/>
              <a:ext cx="33224" cy="64167"/>
            </a:xfrm>
            <a:custGeom>
              <a:avLst/>
              <a:gdLst/>
              <a:ahLst/>
              <a:cxnLst/>
              <a:rect l="l" t="t" r="r" b="b"/>
              <a:pathLst>
                <a:path w="1763" h="3405" fill="none" extrusionOk="0">
                  <a:moveTo>
                    <a:pt x="0" y="3405"/>
                  </a:moveTo>
                  <a:cubicBezTo>
                    <a:pt x="0" y="3405"/>
                    <a:pt x="1763" y="1763"/>
                    <a:pt x="1034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9"/>
            <p:cNvSpPr/>
            <p:nvPr/>
          </p:nvSpPr>
          <p:spPr>
            <a:xfrm>
              <a:off x="3729991" y="2518880"/>
              <a:ext cx="1379341" cy="79055"/>
            </a:xfrm>
            <a:custGeom>
              <a:avLst/>
              <a:gdLst/>
              <a:ahLst/>
              <a:cxnLst/>
              <a:rect l="l" t="t" r="r" b="b"/>
              <a:pathLst>
                <a:path w="73194" h="4195" fill="none" extrusionOk="0">
                  <a:moveTo>
                    <a:pt x="0" y="0"/>
                  </a:moveTo>
                  <a:lnTo>
                    <a:pt x="73193" y="4195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49"/>
            <p:cNvSpPr/>
            <p:nvPr/>
          </p:nvSpPr>
          <p:spPr>
            <a:xfrm>
              <a:off x="4862482" y="2942198"/>
              <a:ext cx="19" cy="140358"/>
            </a:xfrm>
            <a:custGeom>
              <a:avLst/>
              <a:gdLst/>
              <a:ahLst/>
              <a:cxnLst/>
              <a:rect l="l" t="t" r="r" b="b"/>
              <a:pathLst>
                <a:path w="1" h="7448" extrusionOk="0">
                  <a:moveTo>
                    <a:pt x="1" y="1"/>
                  </a:moveTo>
                  <a:lnTo>
                    <a:pt x="1" y="744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49"/>
            <p:cNvSpPr/>
            <p:nvPr/>
          </p:nvSpPr>
          <p:spPr>
            <a:xfrm>
              <a:off x="4862482" y="2942198"/>
              <a:ext cx="19" cy="140358"/>
            </a:xfrm>
            <a:custGeom>
              <a:avLst/>
              <a:gdLst/>
              <a:ahLst/>
              <a:cxnLst/>
              <a:rect l="l" t="t" r="r" b="b"/>
              <a:pathLst>
                <a:path w="1" h="7448" fill="none" extrusionOk="0">
                  <a:moveTo>
                    <a:pt x="1" y="1"/>
                  </a:moveTo>
                  <a:lnTo>
                    <a:pt x="1" y="7447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9"/>
            <p:cNvSpPr/>
            <p:nvPr/>
          </p:nvSpPr>
          <p:spPr>
            <a:xfrm>
              <a:off x="4988504" y="2942764"/>
              <a:ext cx="19" cy="139792"/>
            </a:xfrm>
            <a:custGeom>
              <a:avLst/>
              <a:gdLst/>
              <a:ahLst/>
              <a:cxnLst/>
              <a:rect l="l" t="t" r="r" b="b"/>
              <a:pathLst>
                <a:path w="1" h="7418" extrusionOk="0">
                  <a:moveTo>
                    <a:pt x="1" y="7417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49"/>
            <p:cNvSpPr/>
            <p:nvPr/>
          </p:nvSpPr>
          <p:spPr>
            <a:xfrm>
              <a:off x="4988504" y="2942764"/>
              <a:ext cx="19" cy="139792"/>
            </a:xfrm>
            <a:custGeom>
              <a:avLst/>
              <a:gdLst/>
              <a:ahLst/>
              <a:cxnLst/>
              <a:rect l="l" t="t" r="r" b="b"/>
              <a:pathLst>
                <a:path w="1" h="7418" fill="none" extrusionOk="0">
                  <a:moveTo>
                    <a:pt x="1" y="7417"/>
                  </a:moveTo>
                  <a:lnTo>
                    <a:pt x="1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9"/>
            <p:cNvSpPr/>
            <p:nvPr/>
          </p:nvSpPr>
          <p:spPr>
            <a:xfrm>
              <a:off x="5621502" y="2738266"/>
              <a:ext cx="149516" cy="152381"/>
            </a:xfrm>
            <a:custGeom>
              <a:avLst/>
              <a:gdLst/>
              <a:ahLst/>
              <a:cxnLst/>
              <a:rect l="l" t="t" r="r" b="b"/>
              <a:pathLst>
                <a:path w="7934" h="8086" extrusionOk="0">
                  <a:moveTo>
                    <a:pt x="1125" y="1"/>
                  </a:moveTo>
                  <a:lnTo>
                    <a:pt x="0" y="153"/>
                  </a:lnTo>
                  <a:lnTo>
                    <a:pt x="7933" y="8086"/>
                  </a:lnTo>
                  <a:lnTo>
                    <a:pt x="7933" y="6779"/>
                  </a:lnTo>
                  <a:lnTo>
                    <a:pt x="1125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49"/>
            <p:cNvSpPr/>
            <p:nvPr/>
          </p:nvSpPr>
          <p:spPr>
            <a:xfrm>
              <a:off x="5754969" y="2667236"/>
              <a:ext cx="46415" cy="352288"/>
            </a:xfrm>
            <a:custGeom>
              <a:avLst/>
              <a:gdLst/>
              <a:ahLst/>
              <a:cxnLst/>
              <a:rect l="l" t="t" r="r" b="b"/>
              <a:pathLst>
                <a:path w="2463" h="18694" extrusionOk="0">
                  <a:moveTo>
                    <a:pt x="1246" y="1"/>
                  </a:moveTo>
                  <a:cubicBezTo>
                    <a:pt x="547" y="1"/>
                    <a:pt x="0" y="548"/>
                    <a:pt x="0" y="1216"/>
                  </a:cubicBezTo>
                  <a:lnTo>
                    <a:pt x="0" y="18694"/>
                  </a:lnTo>
                  <a:lnTo>
                    <a:pt x="2462" y="18694"/>
                  </a:lnTo>
                  <a:lnTo>
                    <a:pt x="2462" y="1216"/>
                  </a:lnTo>
                  <a:cubicBezTo>
                    <a:pt x="2462" y="548"/>
                    <a:pt x="1915" y="1"/>
                    <a:pt x="1246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49"/>
            <p:cNvSpPr/>
            <p:nvPr/>
          </p:nvSpPr>
          <p:spPr>
            <a:xfrm>
              <a:off x="5722893" y="2996626"/>
              <a:ext cx="110564" cy="34373"/>
            </a:xfrm>
            <a:custGeom>
              <a:avLst/>
              <a:gdLst/>
              <a:ahLst/>
              <a:cxnLst/>
              <a:rect l="l" t="t" r="r" b="b"/>
              <a:pathLst>
                <a:path w="5867" h="1824" extrusionOk="0">
                  <a:moveTo>
                    <a:pt x="0" y="0"/>
                  </a:moveTo>
                  <a:lnTo>
                    <a:pt x="0" y="1824"/>
                  </a:lnTo>
                  <a:lnTo>
                    <a:pt x="5866" y="1824"/>
                  </a:lnTo>
                  <a:lnTo>
                    <a:pt x="5866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49"/>
            <p:cNvSpPr/>
            <p:nvPr/>
          </p:nvSpPr>
          <p:spPr>
            <a:xfrm>
              <a:off x="5821985" y="2938768"/>
              <a:ext cx="64167" cy="147217"/>
            </a:xfrm>
            <a:custGeom>
              <a:avLst/>
              <a:gdLst/>
              <a:ahLst/>
              <a:cxnLst/>
              <a:rect l="l" t="t" r="r" b="b"/>
              <a:pathLst>
                <a:path w="3405" h="7812" extrusionOk="0">
                  <a:moveTo>
                    <a:pt x="1703" y="0"/>
                  </a:moveTo>
                  <a:cubicBezTo>
                    <a:pt x="760" y="0"/>
                    <a:pt x="1" y="760"/>
                    <a:pt x="1" y="1702"/>
                  </a:cubicBezTo>
                  <a:lnTo>
                    <a:pt x="1" y="6079"/>
                  </a:lnTo>
                  <a:cubicBezTo>
                    <a:pt x="1" y="7022"/>
                    <a:pt x="760" y="7812"/>
                    <a:pt x="1703" y="7812"/>
                  </a:cubicBezTo>
                  <a:cubicBezTo>
                    <a:pt x="2645" y="7812"/>
                    <a:pt x="3405" y="7022"/>
                    <a:pt x="3405" y="6079"/>
                  </a:cubicBezTo>
                  <a:lnTo>
                    <a:pt x="3405" y="1702"/>
                  </a:ln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49"/>
            <p:cNvSpPr/>
            <p:nvPr/>
          </p:nvSpPr>
          <p:spPr>
            <a:xfrm>
              <a:off x="5670181" y="2938768"/>
              <a:ext cx="64186" cy="147217"/>
            </a:xfrm>
            <a:custGeom>
              <a:avLst/>
              <a:gdLst/>
              <a:ahLst/>
              <a:cxnLst/>
              <a:rect l="l" t="t" r="r" b="b"/>
              <a:pathLst>
                <a:path w="3406" h="7812" extrusionOk="0">
                  <a:moveTo>
                    <a:pt x="1703" y="0"/>
                  </a:moveTo>
                  <a:cubicBezTo>
                    <a:pt x="761" y="0"/>
                    <a:pt x="1" y="760"/>
                    <a:pt x="1" y="1702"/>
                  </a:cubicBezTo>
                  <a:lnTo>
                    <a:pt x="1" y="6079"/>
                  </a:lnTo>
                  <a:cubicBezTo>
                    <a:pt x="1" y="7022"/>
                    <a:pt x="761" y="7812"/>
                    <a:pt x="1703" y="7812"/>
                  </a:cubicBezTo>
                  <a:cubicBezTo>
                    <a:pt x="2645" y="7812"/>
                    <a:pt x="3405" y="7022"/>
                    <a:pt x="3405" y="6079"/>
                  </a:cubicBezTo>
                  <a:lnTo>
                    <a:pt x="3405" y="1702"/>
                  </a:ln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49"/>
            <p:cNvSpPr/>
            <p:nvPr/>
          </p:nvSpPr>
          <p:spPr>
            <a:xfrm>
              <a:off x="5359713" y="2498244"/>
              <a:ext cx="1621631" cy="341999"/>
            </a:xfrm>
            <a:custGeom>
              <a:avLst/>
              <a:gdLst/>
              <a:ahLst/>
              <a:cxnLst/>
              <a:rect l="l" t="t" r="r" b="b"/>
              <a:pathLst>
                <a:path w="86051" h="18148" extrusionOk="0">
                  <a:moveTo>
                    <a:pt x="86050" y="1"/>
                  </a:moveTo>
                  <a:lnTo>
                    <a:pt x="2189" y="3192"/>
                  </a:lnTo>
                  <a:lnTo>
                    <a:pt x="0" y="18147"/>
                  </a:lnTo>
                  <a:lnTo>
                    <a:pt x="7873" y="18147"/>
                  </a:lnTo>
                  <a:cubicBezTo>
                    <a:pt x="8237" y="18147"/>
                    <a:pt x="8602" y="17965"/>
                    <a:pt x="8845" y="17661"/>
                  </a:cubicBezTo>
                  <a:lnTo>
                    <a:pt x="11794" y="14104"/>
                  </a:lnTo>
                  <a:cubicBezTo>
                    <a:pt x="12341" y="13436"/>
                    <a:pt x="13101" y="13010"/>
                    <a:pt x="13952" y="12889"/>
                  </a:cubicBezTo>
                  <a:lnTo>
                    <a:pt x="85838" y="2098"/>
                  </a:lnTo>
                  <a:lnTo>
                    <a:pt x="86050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49"/>
            <p:cNvSpPr/>
            <p:nvPr/>
          </p:nvSpPr>
          <p:spPr>
            <a:xfrm>
              <a:off x="5992692" y="2592775"/>
              <a:ext cx="281846" cy="281827"/>
            </a:xfrm>
            <a:custGeom>
              <a:avLst/>
              <a:gdLst/>
              <a:ahLst/>
              <a:cxnLst/>
              <a:rect l="l" t="t" r="r" b="b"/>
              <a:pathLst>
                <a:path w="14956" h="14955" extrusionOk="0">
                  <a:moveTo>
                    <a:pt x="7478" y="0"/>
                  </a:moveTo>
                  <a:cubicBezTo>
                    <a:pt x="3344" y="0"/>
                    <a:pt x="0" y="3344"/>
                    <a:pt x="0" y="7478"/>
                  </a:cubicBezTo>
                  <a:cubicBezTo>
                    <a:pt x="0" y="11611"/>
                    <a:pt x="3344" y="14955"/>
                    <a:pt x="7478" y="14955"/>
                  </a:cubicBezTo>
                  <a:cubicBezTo>
                    <a:pt x="11612" y="14955"/>
                    <a:pt x="14955" y="11611"/>
                    <a:pt x="14955" y="7478"/>
                  </a:cubicBezTo>
                  <a:cubicBezTo>
                    <a:pt x="14955" y="3344"/>
                    <a:pt x="11612" y="0"/>
                    <a:pt x="7478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49"/>
            <p:cNvSpPr/>
            <p:nvPr/>
          </p:nvSpPr>
          <p:spPr>
            <a:xfrm>
              <a:off x="6001851" y="2614052"/>
              <a:ext cx="263510" cy="239633"/>
            </a:xfrm>
            <a:custGeom>
              <a:avLst/>
              <a:gdLst/>
              <a:ahLst/>
              <a:cxnLst/>
              <a:rect l="l" t="t" r="r" b="b"/>
              <a:pathLst>
                <a:path w="13983" h="12716" extrusionOk="0">
                  <a:moveTo>
                    <a:pt x="7003" y="0"/>
                  </a:moveTo>
                  <a:cubicBezTo>
                    <a:pt x="6508" y="0"/>
                    <a:pt x="6005" y="58"/>
                    <a:pt x="5502" y="178"/>
                  </a:cubicBezTo>
                  <a:cubicBezTo>
                    <a:pt x="2098" y="968"/>
                    <a:pt x="1" y="4403"/>
                    <a:pt x="791" y="7838"/>
                  </a:cubicBezTo>
                  <a:cubicBezTo>
                    <a:pt x="1495" y="10757"/>
                    <a:pt x="4121" y="12716"/>
                    <a:pt x="7002" y="12716"/>
                  </a:cubicBezTo>
                  <a:cubicBezTo>
                    <a:pt x="7481" y="12716"/>
                    <a:pt x="7966" y="12662"/>
                    <a:pt x="8451" y="12549"/>
                  </a:cubicBezTo>
                  <a:cubicBezTo>
                    <a:pt x="11886" y="11729"/>
                    <a:pt x="13983" y="8294"/>
                    <a:pt x="13162" y="4890"/>
                  </a:cubicBezTo>
                  <a:cubicBezTo>
                    <a:pt x="12488" y="1958"/>
                    <a:pt x="9886" y="0"/>
                    <a:pt x="7003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49"/>
            <p:cNvSpPr/>
            <p:nvPr/>
          </p:nvSpPr>
          <p:spPr>
            <a:xfrm>
              <a:off x="6048834" y="2649483"/>
              <a:ext cx="168983" cy="169002"/>
            </a:xfrm>
            <a:custGeom>
              <a:avLst/>
              <a:gdLst/>
              <a:ahLst/>
              <a:cxnLst/>
              <a:rect l="l" t="t" r="r" b="b"/>
              <a:pathLst>
                <a:path w="8967" h="8968" fill="none" extrusionOk="0">
                  <a:moveTo>
                    <a:pt x="8967" y="4469"/>
                  </a:moveTo>
                  <a:cubicBezTo>
                    <a:pt x="8967" y="6961"/>
                    <a:pt x="6961" y="8967"/>
                    <a:pt x="4499" y="8967"/>
                  </a:cubicBezTo>
                  <a:cubicBezTo>
                    <a:pt x="2006" y="8967"/>
                    <a:pt x="0" y="6961"/>
                    <a:pt x="0" y="4469"/>
                  </a:cubicBezTo>
                  <a:cubicBezTo>
                    <a:pt x="0" y="2006"/>
                    <a:pt x="2006" y="0"/>
                    <a:pt x="4499" y="0"/>
                  </a:cubicBezTo>
                  <a:cubicBezTo>
                    <a:pt x="6961" y="0"/>
                    <a:pt x="8967" y="2006"/>
                    <a:pt x="8967" y="4469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49"/>
            <p:cNvSpPr/>
            <p:nvPr/>
          </p:nvSpPr>
          <p:spPr>
            <a:xfrm>
              <a:off x="6116999" y="2717083"/>
              <a:ext cx="33243" cy="33808"/>
            </a:xfrm>
            <a:custGeom>
              <a:avLst/>
              <a:gdLst/>
              <a:ahLst/>
              <a:cxnLst/>
              <a:rect l="l" t="t" r="r" b="b"/>
              <a:pathLst>
                <a:path w="1764" h="1794" fill="none" extrusionOk="0">
                  <a:moveTo>
                    <a:pt x="0" y="882"/>
                  </a:moveTo>
                  <a:cubicBezTo>
                    <a:pt x="0" y="1368"/>
                    <a:pt x="396" y="1793"/>
                    <a:pt x="882" y="1793"/>
                  </a:cubicBezTo>
                  <a:cubicBezTo>
                    <a:pt x="1368" y="1793"/>
                    <a:pt x="1763" y="1368"/>
                    <a:pt x="1763" y="882"/>
                  </a:cubicBezTo>
                  <a:cubicBezTo>
                    <a:pt x="1763" y="395"/>
                    <a:pt x="1368" y="0"/>
                    <a:pt x="882" y="0"/>
                  </a:cubicBezTo>
                  <a:cubicBezTo>
                    <a:pt x="396" y="0"/>
                    <a:pt x="0" y="395"/>
                    <a:pt x="0" y="88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49"/>
            <p:cNvSpPr/>
            <p:nvPr/>
          </p:nvSpPr>
          <p:spPr>
            <a:xfrm>
              <a:off x="6131888" y="2658077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92" y="3131"/>
                  </a:moveTo>
                  <a:cubicBezTo>
                    <a:pt x="92" y="3131"/>
                    <a:pt x="1" y="760"/>
                    <a:pt x="1764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49"/>
            <p:cNvSpPr/>
            <p:nvPr/>
          </p:nvSpPr>
          <p:spPr>
            <a:xfrm>
              <a:off x="6145645" y="2689003"/>
              <a:ext cx="64167" cy="33243"/>
            </a:xfrm>
            <a:custGeom>
              <a:avLst/>
              <a:gdLst/>
              <a:ahLst/>
              <a:cxnLst/>
              <a:rect l="l" t="t" r="r" b="b"/>
              <a:pathLst>
                <a:path w="3405" h="1764" fill="none" extrusionOk="0">
                  <a:moveTo>
                    <a:pt x="0" y="1764"/>
                  </a:moveTo>
                  <a:cubicBezTo>
                    <a:pt x="0" y="1764"/>
                    <a:pt x="1642" y="1"/>
                    <a:pt x="3404" y="73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49"/>
            <p:cNvSpPr/>
            <p:nvPr/>
          </p:nvSpPr>
          <p:spPr>
            <a:xfrm>
              <a:off x="6150790" y="2732537"/>
              <a:ext cx="59023" cy="33243"/>
            </a:xfrm>
            <a:custGeom>
              <a:avLst/>
              <a:gdLst/>
              <a:ahLst/>
              <a:cxnLst/>
              <a:rect l="l" t="t" r="r" b="b"/>
              <a:pathLst>
                <a:path w="3132" h="1764" fill="none" extrusionOk="0">
                  <a:moveTo>
                    <a:pt x="1" y="92"/>
                  </a:moveTo>
                  <a:cubicBezTo>
                    <a:pt x="1" y="92"/>
                    <a:pt x="2372" y="1"/>
                    <a:pt x="3131" y="1764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49"/>
            <p:cNvSpPr/>
            <p:nvPr/>
          </p:nvSpPr>
          <p:spPr>
            <a:xfrm>
              <a:off x="6145645" y="2746295"/>
              <a:ext cx="33243" cy="64167"/>
            </a:xfrm>
            <a:custGeom>
              <a:avLst/>
              <a:gdLst/>
              <a:ahLst/>
              <a:cxnLst/>
              <a:rect l="l" t="t" r="r" b="b"/>
              <a:pathLst>
                <a:path w="1764" h="3405" fill="none" extrusionOk="0">
                  <a:moveTo>
                    <a:pt x="0" y="0"/>
                  </a:moveTo>
                  <a:cubicBezTo>
                    <a:pt x="0" y="0"/>
                    <a:pt x="1763" y="1642"/>
                    <a:pt x="1034" y="3405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49"/>
            <p:cNvSpPr/>
            <p:nvPr/>
          </p:nvSpPr>
          <p:spPr>
            <a:xfrm>
              <a:off x="6102111" y="2751440"/>
              <a:ext cx="33243" cy="59023"/>
            </a:xfrm>
            <a:custGeom>
              <a:avLst/>
              <a:gdLst/>
              <a:ahLst/>
              <a:cxnLst/>
              <a:rect l="l" t="t" r="r" b="b"/>
              <a:pathLst>
                <a:path w="1764" h="3132" fill="none" extrusionOk="0">
                  <a:moveTo>
                    <a:pt x="1672" y="1"/>
                  </a:moveTo>
                  <a:cubicBezTo>
                    <a:pt x="1672" y="1"/>
                    <a:pt x="1763" y="2402"/>
                    <a:pt x="0" y="3132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49"/>
            <p:cNvSpPr/>
            <p:nvPr/>
          </p:nvSpPr>
          <p:spPr>
            <a:xfrm>
              <a:off x="6056843" y="2746295"/>
              <a:ext cx="64186" cy="33243"/>
            </a:xfrm>
            <a:custGeom>
              <a:avLst/>
              <a:gdLst/>
              <a:ahLst/>
              <a:cxnLst/>
              <a:rect l="l" t="t" r="r" b="b"/>
              <a:pathLst>
                <a:path w="3406" h="1764" fill="none" extrusionOk="0">
                  <a:moveTo>
                    <a:pt x="3405" y="0"/>
                  </a:moveTo>
                  <a:cubicBezTo>
                    <a:pt x="3405" y="0"/>
                    <a:pt x="1794" y="1763"/>
                    <a:pt x="1" y="1034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49"/>
            <p:cNvSpPr/>
            <p:nvPr/>
          </p:nvSpPr>
          <p:spPr>
            <a:xfrm>
              <a:off x="6057427" y="2702760"/>
              <a:ext cx="59004" cy="33243"/>
            </a:xfrm>
            <a:custGeom>
              <a:avLst/>
              <a:gdLst/>
              <a:ahLst/>
              <a:cxnLst/>
              <a:rect l="l" t="t" r="r" b="b"/>
              <a:pathLst>
                <a:path w="3131" h="1764" fill="none" extrusionOk="0">
                  <a:moveTo>
                    <a:pt x="3131" y="1672"/>
                  </a:moveTo>
                  <a:cubicBezTo>
                    <a:pt x="3131" y="1672"/>
                    <a:pt x="730" y="1763"/>
                    <a:pt x="0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49"/>
            <p:cNvSpPr/>
            <p:nvPr/>
          </p:nvSpPr>
          <p:spPr>
            <a:xfrm>
              <a:off x="6088354" y="2658077"/>
              <a:ext cx="32677" cy="64167"/>
            </a:xfrm>
            <a:custGeom>
              <a:avLst/>
              <a:gdLst/>
              <a:ahLst/>
              <a:cxnLst/>
              <a:rect l="l" t="t" r="r" b="b"/>
              <a:pathLst>
                <a:path w="1734" h="3405" fill="none" extrusionOk="0">
                  <a:moveTo>
                    <a:pt x="1733" y="3405"/>
                  </a:moveTo>
                  <a:cubicBezTo>
                    <a:pt x="1733" y="3405"/>
                    <a:pt x="1" y="1763"/>
                    <a:pt x="730" y="0"/>
                  </a:cubicBez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49"/>
            <p:cNvSpPr/>
            <p:nvPr/>
          </p:nvSpPr>
          <p:spPr>
            <a:xfrm>
              <a:off x="5595721" y="2518880"/>
              <a:ext cx="1379341" cy="79055"/>
            </a:xfrm>
            <a:custGeom>
              <a:avLst/>
              <a:gdLst/>
              <a:ahLst/>
              <a:cxnLst/>
              <a:rect l="l" t="t" r="r" b="b"/>
              <a:pathLst>
                <a:path w="73194" h="4195" fill="none" extrusionOk="0">
                  <a:moveTo>
                    <a:pt x="73193" y="0"/>
                  </a:moveTo>
                  <a:lnTo>
                    <a:pt x="0" y="4195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49"/>
            <p:cNvSpPr/>
            <p:nvPr/>
          </p:nvSpPr>
          <p:spPr>
            <a:xfrm>
              <a:off x="5842037" y="2942198"/>
              <a:ext cx="19" cy="140358"/>
            </a:xfrm>
            <a:custGeom>
              <a:avLst/>
              <a:gdLst/>
              <a:ahLst/>
              <a:cxnLst/>
              <a:rect l="l" t="t" r="r" b="b"/>
              <a:pathLst>
                <a:path w="1" h="7448" extrusionOk="0">
                  <a:moveTo>
                    <a:pt x="0" y="1"/>
                  </a:moveTo>
                  <a:lnTo>
                    <a:pt x="0" y="744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49"/>
            <p:cNvSpPr/>
            <p:nvPr/>
          </p:nvSpPr>
          <p:spPr>
            <a:xfrm>
              <a:off x="5842037" y="2942198"/>
              <a:ext cx="19" cy="140358"/>
            </a:xfrm>
            <a:custGeom>
              <a:avLst/>
              <a:gdLst/>
              <a:ahLst/>
              <a:cxnLst/>
              <a:rect l="l" t="t" r="r" b="b"/>
              <a:pathLst>
                <a:path w="1" h="7448" fill="none" extrusionOk="0">
                  <a:moveTo>
                    <a:pt x="0" y="1"/>
                  </a:moveTo>
                  <a:lnTo>
                    <a:pt x="0" y="7447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49"/>
            <p:cNvSpPr/>
            <p:nvPr/>
          </p:nvSpPr>
          <p:spPr>
            <a:xfrm>
              <a:off x="5716580" y="2942764"/>
              <a:ext cx="19" cy="139792"/>
            </a:xfrm>
            <a:custGeom>
              <a:avLst/>
              <a:gdLst/>
              <a:ahLst/>
              <a:cxnLst/>
              <a:rect l="l" t="t" r="r" b="b"/>
              <a:pathLst>
                <a:path w="1" h="7418" extrusionOk="0">
                  <a:moveTo>
                    <a:pt x="1" y="7417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49"/>
            <p:cNvSpPr/>
            <p:nvPr/>
          </p:nvSpPr>
          <p:spPr>
            <a:xfrm>
              <a:off x="5716580" y="2942764"/>
              <a:ext cx="19" cy="139792"/>
            </a:xfrm>
            <a:custGeom>
              <a:avLst/>
              <a:gdLst/>
              <a:ahLst/>
              <a:cxnLst/>
              <a:rect l="l" t="t" r="r" b="b"/>
              <a:pathLst>
                <a:path w="1" h="7418" fill="none" extrusionOk="0">
                  <a:moveTo>
                    <a:pt x="1" y="7417"/>
                  </a:moveTo>
                  <a:lnTo>
                    <a:pt x="1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49"/>
            <p:cNvSpPr/>
            <p:nvPr/>
          </p:nvSpPr>
          <p:spPr>
            <a:xfrm>
              <a:off x="5333366" y="2832779"/>
              <a:ext cx="38387" cy="178161"/>
            </a:xfrm>
            <a:custGeom>
              <a:avLst/>
              <a:gdLst/>
              <a:ahLst/>
              <a:cxnLst/>
              <a:rect l="l" t="t" r="r" b="b"/>
              <a:pathLst>
                <a:path w="2037" h="9454" extrusionOk="0">
                  <a:moveTo>
                    <a:pt x="1003" y="1"/>
                  </a:moveTo>
                  <a:cubicBezTo>
                    <a:pt x="456" y="1"/>
                    <a:pt x="0" y="457"/>
                    <a:pt x="0" y="1034"/>
                  </a:cubicBezTo>
                  <a:lnTo>
                    <a:pt x="0" y="9454"/>
                  </a:lnTo>
                  <a:lnTo>
                    <a:pt x="2037" y="9454"/>
                  </a:lnTo>
                  <a:lnTo>
                    <a:pt x="2037" y="1034"/>
                  </a:ln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49"/>
            <p:cNvSpPr/>
            <p:nvPr/>
          </p:nvSpPr>
          <p:spPr>
            <a:xfrm>
              <a:off x="5297276" y="2996626"/>
              <a:ext cx="110564" cy="25780"/>
            </a:xfrm>
            <a:custGeom>
              <a:avLst/>
              <a:gdLst/>
              <a:ahLst/>
              <a:cxnLst/>
              <a:rect l="l" t="t" r="r" b="b"/>
              <a:pathLst>
                <a:path w="5867" h="1368" extrusionOk="0">
                  <a:moveTo>
                    <a:pt x="0" y="0"/>
                  </a:moveTo>
                  <a:lnTo>
                    <a:pt x="0" y="1368"/>
                  </a:lnTo>
                  <a:lnTo>
                    <a:pt x="5866" y="1368"/>
                  </a:lnTo>
                  <a:lnTo>
                    <a:pt x="5866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49"/>
            <p:cNvSpPr/>
            <p:nvPr/>
          </p:nvSpPr>
          <p:spPr>
            <a:xfrm>
              <a:off x="5264051" y="2952507"/>
              <a:ext cx="52709" cy="119741"/>
            </a:xfrm>
            <a:custGeom>
              <a:avLst/>
              <a:gdLst/>
              <a:ahLst/>
              <a:cxnLst/>
              <a:rect l="l" t="t" r="r" b="b"/>
              <a:pathLst>
                <a:path w="2797" h="6354" extrusionOk="0">
                  <a:moveTo>
                    <a:pt x="1398" y="1"/>
                  </a:moveTo>
                  <a:cubicBezTo>
                    <a:pt x="638" y="1"/>
                    <a:pt x="0" y="609"/>
                    <a:pt x="0" y="1399"/>
                  </a:cubicBezTo>
                  <a:lnTo>
                    <a:pt x="0" y="4955"/>
                  </a:lnTo>
                  <a:cubicBezTo>
                    <a:pt x="0" y="5745"/>
                    <a:pt x="638" y="6353"/>
                    <a:pt x="1398" y="6353"/>
                  </a:cubicBezTo>
                  <a:cubicBezTo>
                    <a:pt x="2158" y="6353"/>
                    <a:pt x="2797" y="5745"/>
                    <a:pt x="2797" y="4955"/>
                  </a:cubicBezTo>
                  <a:lnTo>
                    <a:pt x="2797" y="1399"/>
                  </a:lnTo>
                  <a:cubicBezTo>
                    <a:pt x="2797" y="609"/>
                    <a:pt x="2158" y="1"/>
                    <a:pt x="1398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49"/>
            <p:cNvSpPr/>
            <p:nvPr/>
          </p:nvSpPr>
          <p:spPr>
            <a:xfrm>
              <a:off x="5388359" y="2952507"/>
              <a:ext cx="52144" cy="119741"/>
            </a:xfrm>
            <a:custGeom>
              <a:avLst/>
              <a:gdLst/>
              <a:ahLst/>
              <a:cxnLst/>
              <a:rect l="l" t="t" r="r" b="b"/>
              <a:pathLst>
                <a:path w="2767" h="6354" extrusionOk="0">
                  <a:moveTo>
                    <a:pt x="1398" y="1"/>
                  </a:moveTo>
                  <a:cubicBezTo>
                    <a:pt x="608" y="1"/>
                    <a:pt x="0" y="609"/>
                    <a:pt x="0" y="1399"/>
                  </a:cubicBezTo>
                  <a:lnTo>
                    <a:pt x="0" y="4955"/>
                  </a:lnTo>
                  <a:cubicBezTo>
                    <a:pt x="0" y="5745"/>
                    <a:pt x="608" y="6353"/>
                    <a:pt x="1398" y="6353"/>
                  </a:cubicBezTo>
                  <a:cubicBezTo>
                    <a:pt x="2158" y="6353"/>
                    <a:pt x="2766" y="5745"/>
                    <a:pt x="2766" y="4955"/>
                  </a:cubicBezTo>
                  <a:lnTo>
                    <a:pt x="2766" y="1399"/>
                  </a:lnTo>
                  <a:cubicBezTo>
                    <a:pt x="2766" y="609"/>
                    <a:pt x="2158" y="1"/>
                    <a:pt x="1398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49"/>
            <p:cNvSpPr/>
            <p:nvPr/>
          </p:nvSpPr>
          <p:spPr>
            <a:xfrm>
              <a:off x="5299557" y="2953091"/>
              <a:ext cx="19" cy="116858"/>
            </a:xfrm>
            <a:custGeom>
              <a:avLst/>
              <a:gdLst/>
              <a:ahLst/>
              <a:cxnLst/>
              <a:rect l="l" t="t" r="r" b="b"/>
              <a:pathLst>
                <a:path w="1" h="6201" extrusionOk="0">
                  <a:moveTo>
                    <a:pt x="1" y="0"/>
                  </a:moveTo>
                  <a:lnTo>
                    <a:pt x="1" y="620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49"/>
            <p:cNvSpPr/>
            <p:nvPr/>
          </p:nvSpPr>
          <p:spPr>
            <a:xfrm>
              <a:off x="5299557" y="2953091"/>
              <a:ext cx="19" cy="116858"/>
            </a:xfrm>
            <a:custGeom>
              <a:avLst/>
              <a:gdLst/>
              <a:ahLst/>
              <a:cxnLst/>
              <a:rect l="l" t="t" r="r" b="b"/>
              <a:pathLst>
                <a:path w="1" h="6201" fill="none" extrusionOk="0">
                  <a:moveTo>
                    <a:pt x="1" y="0"/>
                  </a:moveTo>
                  <a:lnTo>
                    <a:pt x="1" y="620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49"/>
            <p:cNvSpPr/>
            <p:nvPr/>
          </p:nvSpPr>
          <p:spPr>
            <a:xfrm>
              <a:off x="5403812" y="2955937"/>
              <a:ext cx="19" cy="113447"/>
            </a:xfrm>
            <a:custGeom>
              <a:avLst/>
              <a:gdLst/>
              <a:ahLst/>
              <a:cxnLst/>
              <a:rect l="l" t="t" r="r" b="b"/>
              <a:pathLst>
                <a:path w="1" h="6020" extrusionOk="0">
                  <a:moveTo>
                    <a:pt x="1" y="6019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49"/>
            <p:cNvSpPr/>
            <p:nvPr/>
          </p:nvSpPr>
          <p:spPr>
            <a:xfrm>
              <a:off x="5403812" y="2955937"/>
              <a:ext cx="19" cy="113447"/>
            </a:xfrm>
            <a:custGeom>
              <a:avLst/>
              <a:gdLst/>
              <a:ahLst/>
              <a:cxnLst/>
              <a:rect l="l" t="t" r="r" b="b"/>
              <a:pathLst>
                <a:path w="1" h="6020" fill="none" extrusionOk="0">
                  <a:moveTo>
                    <a:pt x="1" y="6019"/>
                  </a:moveTo>
                  <a:lnTo>
                    <a:pt x="1" y="1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49"/>
            <p:cNvSpPr/>
            <p:nvPr/>
          </p:nvSpPr>
          <p:spPr>
            <a:xfrm>
              <a:off x="4857902" y="2432943"/>
              <a:ext cx="363181" cy="53878"/>
            </a:xfrm>
            <a:custGeom>
              <a:avLst/>
              <a:gdLst/>
              <a:ahLst/>
              <a:cxnLst/>
              <a:rect l="l" t="t" r="r" b="b"/>
              <a:pathLst>
                <a:path w="19272" h="2859" extrusionOk="0">
                  <a:moveTo>
                    <a:pt x="1" y="1"/>
                  </a:moveTo>
                  <a:lnTo>
                    <a:pt x="1" y="1247"/>
                  </a:lnTo>
                  <a:lnTo>
                    <a:pt x="19271" y="2858"/>
                  </a:lnTo>
                  <a:lnTo>
                    <a:pt x="19271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49"/>
            <p:cNvSpPr/>
            <p:nvPr/>
          </p:nvSpPr>
          <p:spPr>
            <a:xfrm>
              <a:off x="5483437" y="2432943"/>
              <a:ext cx="363181" cy="53878"/>
            </a:xfrm>
            <a:custGeom>
              <a:avLst/>
              <a:gdLst/>
              <a:ahLst/>
              <a:cxnLst/>
              <a:rect l="l" t="t" r="r" b="b"/>
              <a:pathLst>
                <a:path w="19272" h="2859" extrusionOk="0">
                  <a:moveTo>
                    <a:pt x="1" y="1"/>
                  </a:moveTo>
                  <a:lnTo>
                    <a:pt x="1" y="2858"/>
                  </a:lnTo>
                  <a:lnTo>
                    <a:pt x="19272" y="1247"/>
                  </a:lnTo>
                  <a:lnTo>
                    <a:pt x="19272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49"/>
            <p:cNvSpPr/>
            <p:nvPr/>
          </p:nvSpPr>
          <p:spPr>
            <a:xfrm>
              <a:off x="5305870" y="2022798"/>
              <a:ext cx="93377" cy="403283"/>
            </a:xfrm>
            <a:custGeom>
              <a:avLst/>
              <a:gdLst/>
              <a:ahLst/>
              <a:cxnLst/>
              <a:rect l="l" t="t" r="r" b="b"/>
              <a:pathLst>
                <a:path w="4955" h="21400" extrusionOk="0">
                  <a:moveTo>
                    <a:pt x="1216" y="1"/>
                  </a:moveTo>
                  <a:lnTo>
                    <a:pt x="0" y="21399"/>
                  </a:lnTo>
                  <a:lnTo>
                    <a:pt x="4955" y="21399"/>
                  </a:lnTo>
                  <a:lnTo>
                    <a:pt x="3739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49"/>
            <p:cNvSpPr/>
            <p:nvPr/>
          </p:nvSpPr>
          <p:spPr>
            <a:xfrm>
              <a:off x="5352269" y="2023947"/>
              <a:ext cx="19" cy="304177"/>
            </a:xfrm>
            <a:custGeom>
              <a:avLst/>
              <a:gdLst/>
              <a:ahLst/>
              <a:cxnLst/>
              <a:rect l="l" t="t" r="r" b="b"/>
              <a:pathLst>
                <a:path w="1" h="16141" extrusionOk="0">
                  <a:moveTo>
                    <a:pt x="0" y="0"/>
                  </a:moveTo>
                  <a:lnTo>
                    <a:pt x="0" y="161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49"/>
            <p:cNvSpPr/>
            <p:nvPr/>
          </p:nvSpPr>
          <p:spPr>
            <a:xfrm>
              <a:off x="5352269" y="2023947"/>
              <a:ext cx="19" cy="304177"/>
            </a:xfrm>
            <a:custGeom>
              <a:avLst/>
              <a:gdLst/>
              <a:ahLst/>
              <a:cxnLst/>
              <a:rect l="l" t="t" r="r" b="b"/>
              <a:pathLst>
                <a:path w="1" h="16141" fill="none" extrusionOk="0">
                  <a:moveTo>
                    <a:pt x="0" y="0"/>
                  </a:moveTo>
                  <a:lnTo>
                    <a:pt x="0" y="1614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49"/>
            <p:cNvSpPr/>
            <p:nvPr/>
          </p:nvSpPr>
          <p:spPr>
            <a:xfrm>
              <a:off x="5123121" y="2350454"/>
              <a:ext cx="458838" cy="523005"/>
            </a:xfrm>
            <a:custGeom>
              <a:avLst/>
              <a:gdLst/>
              <a:ahLst/>
              <a:cxnLst/>
              <a:rect l="l" t="t" r="r" b="b"/>
              <a:pathLst>
                <a:path w="24348" h="27753" extrusionOk="0">
                  <a:moveTo>
                    <a:pt x="12159" y="1"/>
                  </a:moveTo>
                  <a:cubicBezTo>
                    <a:pt x="5442" y="1"/>
                    <a:pt x="1" y="5442"/>
                    <a:pt x="1" y="12159"/>
                  </a:cubicBezTo>
                  <a:cubicBezTo>
                    <a:pt x="1" y="18907"/>
                    <a:pt x="5442" y="27752"/>
                    <a:pt x="12159" y="27752"/>
                  </a:cubicBezTo>
                  <a:cubicBezTo>
                    <a:pt x="18877" y="27752"/>
                    <a:pt x="24348" y="18907"/>
                    <a:pt x="24348" y="12159"/>
                  </a:cubicBezTo>
                  <a:cubicBezTo>
                    <a:pt x="24348" y="5442"/>
                    <a:pt x="18877" y="1"/>
                    <a:pt x="12159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49"/>
            <p:cNvSpPr/>
            <p:nvPr/>
          </p:nvSpPr>
          <p:spPr>
            <a:xfrm>
              <a:off x="5108798" y="2328121"/>
              <a:ext cx="486917" cy="520593"/>
            </a:xfrm>
            <a:custGeom>
              <a:avLst/>
              <a:gdLst/>
              <a:ahLst/>
              <a:cxnLst/>
              <a:rect l="l" t="t" r="r" b="b"/>
              <a:pathLst>
                <a:path w="25838" h="27625" extrusionOk="0">
                  <a:moveTo>
                    <a:pt x="12919" y="0"/>
                  </a:moveTo>
                  <a:cubicBezTo>
                    <a:pt x="5806" y="0"/>
                    <a:pt x="1" y="5776"/>
                    <a:pt x="1" y="12919"/>
                  </a:cubicBezTo>
                  <a:cubicBezTo>
                    <a:pt x="1" y="18086"/>
                    <a:pt x="3040" y="24438"/>
                    <a:pt x="7417" y="27539"/>
                  </a:cubicBezTo>
                  <a:cubicBezTo>
                    <a:pt x="7495" y="27597"/>
                    <a:pt x="7583" y="27625"/>
                    <a:pt x="7666" y="27625"/>
                  </a:cubicBezTo>
                  <a:cubicBezTo>
                    <a:pt x="7844" y="27625"/>
                    <a:pt x="8005" y="27502"/>
                    <a:pt x="8025" y="27296"/>
                  </a:cubicBezTo>
                  <a:lnTo>
                    <a:pt x="8117" y="26840"/>
                  </a:lnTo>
                  <a:cubicBezTo>
                    <a:pt x="8177" y="26566"/>
                    <a:pt x="8421" y="26353"/>
                    <a:pt x="8724" y="26353"/>
                  </a:cubicBezTo>
                  <a:lnTo>
                    <a:pt x="17114" y="26353"/>
                  </a:lnTo>
                  <a:cubicBezTo>
                    <a:pt x="17418" y="26353"/>
                    <a:pt x="17661" y="26566"/>
                    <a:pt x="17722" y="26840"/>
                  </a:cubicBezTo>
                  <a:lnTo>
                    <a:pt x="17813" y="27296"/>
                  </a:lnTo>
                  <a:cubicBezTo>
                    <a:pt x="17854" y="27502"/>
                    <a:pt x="18008" y="27625"/>
                    <a:pt x="18178" y="27625"/>
                  </a:cubicBezTo>
                  <a:cubicBezTo>
                    <a:pt x="18259" y="27625"/>
                    <a:pt x="18343" y="27597"/>
                    <a:pt x="18421" y="27539"/>
                  </a:cubicBezTo>
                  <a:cubicBezTo>
                    <a:pt x="22798" y="24438"/>
                    <a:pt x="25837" y="18086"/>
                    <a:pt x="25837" y="12919"/>
                  </a:cubicBezTo>
                  <a:cubicBezTo>
                    <a:pt x="25837" y="5776"/>
                    <a:pt x="20062" y="0"/>
                    <a:pt x="12919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49"/>
            <p:cNvSpPr/>
            <p:nvPr/>
          </p:nvSpPr>
          <p:spPr>
            <a:xfrm>
              <a:off x="5258887" y="2505707"/>
              <a:ext cx="84218" cy="61303"/>
            </a:xfrm>
            <a:custGeom>
              <a:avLst/>
              <a:gdLst/>
              <a:ahLst/>
              <a:cxnLst/>
              <a:rect l="l" t="t" r="r" b="b"/>
              <a:pathLst>
                <a:path w="4469" h="3253" extrusionOk="0">
                  <a:moveTo>
                    <a:pt x="852" y="0"/>
                  </a:moveTo>
                  <a:lnTo>
                    <a:pt x="1" y="3252"/>
                  </a:lnTo>
                  <a:cubicBezTo>
                    <a:pt x="1308" y="2948"/>
                    <a:pt x="2888" y="2766"/>
                    <a:pt x="4469" y="2705"/>
                  </a:cubicBezTo>
                  <a:lnTo>
                    <a:pt x="4469" y="91"/>
                  </a:lnTo>
                  <a:cubicBezTo>
                    <a:pt x="3223" y="61"/>
                    <a:pt x="1976" y="30"/>
                    <a:pt x="852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49"/>
            <p:cNvSpPr/>
            <p:nvPr/>
          </p:nvSpPr>
          <p:spPr>
            <a:xfrm>
              <a:off x="5361993" y="2505707"/>
              <a:ext cx="83653" cy="59004"/>
            </a:xfrm>
            <a:custGeom>
              <a:avLst/>
              <a:gdLst/>
              <a:ahLst/>
              <a:cxnLst/>
              <a:rect l="l" t="t" r="r" b="b"/>
              <a:pathLst>
                <a:path w="4439" h="3131" extrusionOk="0">
                  <a:moveTo>
                    <a:pt x="3588" y="0"/>
                  </a:moveTo>
                  <a:cubicBezTo>
                    <a:pt x="2493" y="30"/>
                    <a:pt x="1247" y="61"/>
                    <a:pt x="1" y="91"/>
                  </a:cubicBezTo>
                  <a:lnTo>
                    <a:pt x="1" y="2705"/>
                  </a:lnTo>
                  <a:cubicBezTo>
                    <a:pt x="1551" y="2705"/>
                    <a:pt x="3101" y="2857"/>
                    <a:pt x="4439" y="3131"/>
                  </a:cubicBezTo>
                  <a:lnTo>
                    <a:pt x="3588" y="0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49"/>
            <p:cNvSpPr/>
            <p:nvPr/>
          </p:nvSpPr>
          <p:spPr>
            <a:xfrm>
              <a:off x="5450211" y="2499488"/>
              <a:ext cx="104269" cy="104175"/>
            </a:xfrm>
            <a:custGeom>
              <a:avLst/>
              <a:gdLst/>
              <a:ahLst/>
              <a:cxnLst/>
              <a:rect l="l" t="t" r="r" b="b"/>
              <a:pathLst>
                <a:path w="5533" h="5528" extrusionOk="0">
                  <a:moveTo>
                    <a:pt x="2630" y="0"/>
                  </a:moveTo>
                  <a:cubicBezTo>
                    <a:pt x="2444" y="0"/>
                    <a:pt x="2247" y="18"/>
                    <a:pt x="2037" y="57"/>
                  </a:cubicBezTo>
                  <a:cubicBezTo>
                    <a:pt x="1490" y="117"/>
                    <a:pt x="791" y="208"/>
                    <a:pt x="1" y="269"/>
                  </a:cubicBezTo>
                  <a:lnTo>
                    <a:pt x="943" y="3795"/>
                  </a:lnTo>
                  <a:cubicBezTo>
                    <a:pt x="2159" y="4190"/>
                    <a:pt x="3040" y="4768"/>
                    <a:pt x="3283" y="5528"/>
                  </a:cubicBezTo>
                  <a:lnTo>
                    <a:pt x="3739" y="5193"/>
                  </a:lnTo>
                  <a:cubicBezTo>
                    <a:pt x="5229" y="4130"/>
                    <a:pt x="5533" y="2002"/>
                    <a:pt x="4256" y="695"/>
                  </a:cubicBezTo>
                  <a:lnTo>
                    <a:pt x="4287" y="695"/>
                  </a:lnTo>
                  <a:cubicBezTo>
                    <a:pt x="3878" y="262"/>
                    <a:pt x="3336" y="0"/>
                    <a:pt x="2630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49"/>
            <p:cNvSpPr/>
            <p:nvPr/>
          </p:nvSpPr>
          <p:spPr>
            <a:xfrm>
              <a:off x="5150617" y="2499488"/>
              <a:ext cx="103704" cy="104175"/>
            </a:xfrm>
            <a:custGeom>
              <a:avLst/>
              <a:gdLst/>
              <a:ahLst/>
              <a:cxnLst/>
              <a:rect l="l" t="t" r="r" b="b"/>
              <a:pathLst>
                <a:path w="5503" h="5528" extrusionOk="0">
                  <a:moveTo>
                    <a:pt x="2876" y="0"/>
                  </a:moveTo>
                  <a:cubicBezTo>
                    <a:pt x="2179" y="0"/>
                    <a:pt x="1656" y="262"/>
                    <a:pt x="1247" y="695"/>
                  </a:cubicBezTo>
                  <a:cubicBezTo>
                    <a:pt x="1" y="2002"/>
                    <a:pt x="274" y="4130"/>
                    <a:pt x="1764" y="5193"/>
                  </a:cubicBezTo>
                  <a:lnTo>
                    <a:pt x="2250" y="5528"/>
                  </a:lnTo>
                  <a:cubicBezTo>
                    <a:pt x="2524" y="4859"/>
                    <a:pt x="3375" y="4312"/>
                    <a:pt x="4530" y="3917"/>
                  </a:cubicBezTo>
                  <a:lnTo>
                    <a:pt x="5495" y="269"/>
                  </a:lnTo>
                  <a:lnTo>
                    <a:pt x="5495" y="269"/>
                  </a:lnTo>
                  <a:cubicBezTo>
                    <a:pt x="5497" y="269"/>
                    <a:pt x="5500" y="269"/>
                    <a:pt x="5502" y="269"/>
                  </a:cubicBezTo>
                  <a:lnTo>
                    <a:pt x="5502" y="239"/>
                  </a:lnTo>
                  <a:lnTo>
                    <a:pt x="5495" y="269"/>
                  </a:lnTo>
                  <a:lnTo>
                    <a:pt x="5495" y="269"/>
                  </a:lnTo>
                  <a:cubicBezTo>
                    <a:pt x="4707" y="208"/>
                    <a:pt x="4011" y="117"/>
                    <a:pt x="3466" y="57"/>
                  </a:cubicBezTo>
                  <a:cubicBezTo>
                    <a:pt x="3257" y="18"/>
                    <a:pt x="3060" y="0"/>
                    <a:pt x="2876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49"/>
            <p:cNvSpPr/>
            <p:nvPr/>
          </p:nvSpPr>
          <p:spPr>
            <a:xfrm>
              <a:off x="5246863" y="2599635"/>
              <a:ext cx="211384" cy="195931"/>
            </a:xfrm>
            <a:custGeom>
              <a:avLst/>
              <a:gdLst/>
              <a:ahLst/>
              <a:cxnLst/>
              <a:rect l="l" t="t" r="r" b="b"/>
              <a:pathLst>
                <a:path w="11217" h="10397" extrusionOk="0">
                  <a:moveTo>
                    <a:pt x="5593" y="1"/>
                  </a:moveTo>
                  <a:cubicBezTo>
                    <a:pt x="2493" y="1"/>
                    <a:pt x="0" y="2341"/>
                    <a:pt x="0" y="5199"/>
                  </a:cubicBezTo>
                  <a:cubicBezTo>
                    <a:pt x="0" y="8086"/>
                    <a:pt x="2493" y="10396"/>
                    <a:pt x="5593" y="10396"/>
                  </a:cubicBezTo>
                  <a:cubicBezTo>
                    <a:pt x="8693" y="10396"/>
                    <a:pt x="11216" y="8086"/>
                    <a:pt x="11216" y="5199"/>
                  </a:cubicBezTo>
                  <a:cubicBezTo>
                    <a:pt x="11216" y="2341"/>
                    <a:pt x="8693" y="1"/>
                    <a:pt x="5593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1" name="Google Shape;2761;p49"/>
          <p:cNvGrpSpPr/>
          <p:nvPr/>
        </p:nvGrpSpPr>
        <p:grpSpPr>
          <a:xfrm>
            <a:off x="2798404" y="3368197"/>
            <a:ext cx="2972874" cy="1119896"/>
            <a:chOff x="2632441" y="3764222"/>
            <a:chExt cx="2972874" cy="1119896"/>
          </a:xfrm>
        </p:grpSpPr>
        <p:sp>
          <p:nvSpPr>
            <p:cNvPr id="2762" name="Google Shape;2762;p49"/>
            <p:cNvSpPr/>
            <p:nvPr/>
          </p:nvSpPr>
          <p:spPr>
            <a:xfrm>
              <a:off x="5144323" y="4677309"/>
              <a:ext cx="25215" cy="117442"/>
            </a:xfrm>
            <a:custGeom>
              <a:avLst/>
              <a:gdLst/>
              <a:ahLst/>
              <a:cxnLst/>
              <a:rect l="l" t="t" r="r" b="b"/>
              <a:pathLst>
                <a:path w="1338" h="6232" extrusionOk="0">
                  <a:moveTo>
                    <a:pt x="0" y="1"/>
                  </a:moveTo>
                  <a:lnTo>
                    <a:pt x="0" y="6232"/>
                  </a:lnTo>
                  <a:lnTo>
                    <a:pt x="1338" y="6232"/>
                  </a:lnTo>
                  <a:lnTo>
                    <a:pt x="1338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49"/>
            <p:cNvSpPr/>
            <p:nvPr/>
          </p:nvSpPr>
          <p:spPr>
            <a:xfrm>
              <a:off x="5092760" y="4755784"/>
              <a:ext cx="128334" cy="128334"/>
            </a:xfrm>
            <a:custGeom>
              <a:avLst/>
              <a:gdLst/>
              <a:ahLst/>
              <a:cxnLst/>
              <a:rect l="l" t="t" r="r" b="b"/>
              <a:pathLst>
                <a:path w="6810" h="6810" extrusionOk="0">
                  <a:moveTo>
                    <a:pt x="3405" y="1"/>
                  </a:moveTo>
                  <a:cubicBezTo>
                    <a:pt x="1551" y="1"/>
                    <a:pt x="1" y="1521"/>
                    <a:pt x="1" y="3405"/>
                  </a:cubicBezTo>
                  <a:cubicBezTo>
                    <a:pt x="1" y="5259"/>
                    <a:pt x="1551" y="6810"/>
                    <a:pt x="3405" y="6810"/>
                  </a:cubicBezTo>
                  <a:cubicBezTo>
                    <a:pt x="5290" y="6810"/>
                    <a:pt x="6809" y="5259"/>
                    <a:pt x="6809" y="3405"/>
                  </a:cubicBezTo>
                  <a:cubicBezTo>
                    <a:pt x="6809" y="1521"/>
                    <a:pt x="5290" y="1"/>
                    <a:pt x="3405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49"/>
            <p:cNvSpPr/>
            <p:nvPr/>
          </p:nvSpPr>
          <p:spPr>
            <a:xfrm>
              <a:off x="5130000" y="4792458"/>
              <a:ext cx="54443" cy="54424"/>
            </a:xfrm>
            <a:custGeom>
              <a:avLst/>
              <a:gdLst/>
              <a:ahLst/>
              <a:cxnLst/>
              <a:rect l="l" t="t" r="r" b="b"/>
              <a:pathLst>
                <a:path w="2889" h="2888" extrusionOk="0">
                  <a:moveTo>
                    <a:pt x="1429" y="0"/>
                  </a:moveTo>
                  <a:cubicBezTo>
                    <a:pt x="639" y="0"/>
                    <a:pt x="1" y="639"/>
                    <a:pt x="1" y="1459"/>
                  </a:cubicBezTo>
                  <a:cubicBezTo>
                    <a:pt x="1" y="2249"/>
                    <a:pt x="639" y="2888"/>
                    <a:pt x="1429" y="2888"/>
                  </a:cubicBezTo>
                  <a:cubicBezTo>
                    <a:pt x="2250" y="2888"/>
                    <a:pt x="2888" y="2249"/>
                    <a:pt x="2888" y="1459"/>
                  </a:cubicBezTo>
                  <a:cubicBezTo>
                    <a:pt x="2888" y="639"/>
                    <a:pt x="2250" y="0"/>
                    <a:pt x="1429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49"/>
            <p:cNvSpPr/>
            <p:nvPr/>
          </p:nvSpPr>
          <p:spPr>
            <a:xfrm>
              <a:off x="4067390" y="4664136"/>
              <a:ext cx="25799" cy="133479"/>
            </a:xfrm>
            <a:custGeom>
              <a:avLst/>
              <a:gdLst/>
              <a:ahLst/>
              <a:cxnLst/>
              <a:rect l="l" t="t" r="r" b="b"/>
              <a:pathLst>
                <a:path w="1369" h="7083" extrusionOk="0">
                  <a:moveTo>
                    <a:pt x="1" y="1"/>
                  </a:moveTo>
                  <a:lnTo>
                    <a:pt x="1" y="7083"/>
                  </a:lnTo>
                  <a:lnTo>
                    <a:pt x="1368" y="7083"/>
                  </a:lnTo>
                  <a:lnTo>
                    <a:pt x="1368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49"/>
            <p:cNvSpPr/>
            <p:nvPr/>
          </p:nvSpPr>
          <p:spPr>
            <a:xfrm>
              <a:off x="3994061" y="4790743"/>
              <a:ext cx="152400" cy="25780"/>
            </a:xfrm>
            <a:custGeom>
              <a:avLst/>
              <a:gdLst/>
              <a:ahLst/>
              <a:cxnLst/>
              <a:rect l="l" t="t" r="r" b="b"/>
              <a:pathLst>
                <a:path w="8087" h="1368" extrusionOk="0">
                  <a:moveTo>
                    <a:pt x="1" y="0"/>
                  </a:moveTo>
                  <a:lnTo>
                    <a:pt x="1" y="1368"/>
                  </a:lnTo>
                  <a:lnTo>
                    <a:pt x="8086" y="1368"/>
                  </a:lnTo>
                  <a:lnTo>
                    <a:pt x="8086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49"/>
            <p:cNvSpPr/>
            <p:nvPr/>
          </p:nvSpPr>
          <p:spPr>
            <a:xfrm>
              <a:off x="3925329" y="4742045"/>
              <a:ext cx="128334" cy="128316"/>
            </a:xfrm>
            <a:custGeom>
              <a:avLst/>
              <a:gdLst/>
              <a:ahLst/>
              <a:cxnLst/>
              <a:rect l="l" t="t" r="r" b="b"/>
              <a:pathLst>
                <a:path w="6810" h="6809" extrusionOk="0">
                  <a:moveTo>
                    <a:pt x="3405" y="0"/>
                  </a:moveTo>
                  <a:cubicBezTo>
                    <a:pt x="1520" y="0"/>
                    <a:pt x="0" y="1520"/>
                    <a:pt x="0" y="3405"/>
                  </a:cubicBezTo>
                  <a:cubicBezTo>
                    <a:pt x="0" y="5289"/>
                    <a:pt x="1520" y="6809"/>
                    <a:pt x="3405" y="6809"/>
                  </a:cubicBezTo>
                  <a:cubicBezTo>
                    <a:pt x="5289" y="6809"/>
                    <a:pt x="6809" y="5289"/>
                    <a:pt x="6809" y="3405"/>
                  </a:cubicBezTo>
                  <a:cubicBezTo>
                    <a:pt x="6809" y="1520"/>
                    <a:pt x="5289" y="0"/>
                    <a:pt x="3405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49"/>
            <p:cNvSpPr/>
            <p:nvPr/>
          </p:nvSpPr>
          <p:spPr>
            <a:xfrm>
              <a:off x="3961985" y="4778701"/>
              <a:ext cx="55009" cy="55009"/>
            </a:xfrm>
            <a:custGeom>
              <a:avLst/>
              <a:gdLst/>
              <a:ahLst/>
              <a:cxnLst/>
              <a:rect l="l" t="t" r="r" b="b"/>
              <a:pathLst>
                <a:path w="2919" h="2919" extrusionOk="0">
                  <a:moveTo>
                    <a:pt x="1460" y="1"/>
                  </a:moveTo>
                  <a:cubicBezTo>
                    <a:pt x="669" y="1"/>
                    <a:pt x="1" y="669"/>
                    <a:pt x="1" y="1460"/>
                  </a:cubicBezTo>
                  <a:cubicBezTo>
                    <a:pt x="1" y="2280"/>
                    <a:pt x="669" y="2919"/>
                    <a:pt x="1460" y="2919"/>
                  </a:cubicBezTo>
                  <a:cubicBezTo>
                    <a:pt x="2250" y="2919"/>
                    <a:pt x="2919" y="2280"/>
                    <a:pt x="2919" y="1460"/>
                  </a:cubicBezTo>
                  <a:cubicBezTo>
                    <a:pt x="2919" y="669"/>
                    <a:pt x="2250" y="1"/>
                    <a:pt x="1460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49"/>
            <p:cNvSpPr/>
            <p:nvPr/>
          </p:nvSpPr>
          <p:spPr>
            <a:xfrm>
              <a:off x="4110924" y="4742045"/>
              <a:ext cx="128334" cy="128316"/>
            </a:xfrm>
            <a:custGeom>
              <a:avLst/>
              <a:gdLst/>
              <a:ahLst/>
              <a:cxnLst/>
              <a:rect l="l" t="t" r="r" b="b"/>
              <a:pathLst>
                <a:path w="6810" h="6809" extrusionOk="0">
                  <a:moveTo>
                    <a:pt x="3405" y="0"/>
                  </a:moveTo>
                  <a:cubicBezTo>
                    <a:pt x="1551" y="0"/>
                    <a:pt x="1" y="1520"/>
                    <a:pt x="1" y="3405"/>
                  </a:cubicBezTo>
                  <a:cubicBezTo>
                    <a:pt x="1" y="5289"/>
                    <a:pt x="1551" y="6809"/>
                    <a:pt x="3405" y="6809"/>
                  </a:cubicBezTo>
                  <a:cubicBezTo>
                    <a:pt x="5289" y="6809"/>
                    <a:pt x="6809" y="5289"/>
                    <a:pt x="6809" y="3405"/>
                  </a:cubicBezTo>
                  <a:cubicBezTo>
                    <a:pt x="6809" y="1520"/>
                    <a:pt x="5289" y="0"/>
                    <a:pt x="3405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49"/>
            <p:cNvSpPr/>
            <p:nvPr/>
          </p:nvSpPr>
          <p:spPr>
            <a:xfrm>
              <a:off x="4148164" y="4778701"/>
              <a:ext cx="54424" cy="55009"/>
            </a:xfrm>
            <a:custGeom>
              <a:avLst/>
              <a:gdLst/>
              <a:ahLst/>
              <a:cxnLst/>
              <a:rect l="l" t="t" r="r" b="b"/>
              <a:pathLst>
                <a:path w="2888" h="2919" extrusionOk="0">
                  <a:moveTo>
                    <a:pt x="1429" y="1"/>
                  </a:moveTo>
                  <a:cubicBezTo>
                    <a:pt x="639" y="1"/>
                    <a:pt x="0" y="669"/>
                    <a:pt x="0" y="1460"/>
                  </a:cubicBezTo>
                  <a:cubicBezTo>
                    <a:pt x="0" y="2280"/>
                    <a:pt x="639" y="2919"/>
                    <a:pt x="1429" y="2919"/>
                  </a:cubicBezTo>
                  <a:cubicBezTo>
                    <a:pt x="2250" y="2919"/>
                    <a:pt x="2888" y="2280"/>
                    <a:pt x="2888" y="1460"/>
                  </a:cubicBezTo>
                  <a:cubicBezTo>
                    <a:pt x="2888" y="669"/>
                    <a:pt x="2250" y="1"/>
                    <a:pt x="1429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49"/>
            <p:cNvSpPr/>
            <p:nvPr/>
          </p:nvSpPr>
          <p:spPr>
            <a:xfrm>
              <a:off x="2638736" y="4353667"/>
              <a:ext cx="2966580" cy="323644"/>
            </a:xfrm>
            <a:custGeom>
              <a:avLst/>
              <a:gdLst/>
              <a:ahLst/>
              <a:cxnLst/>
              <a:rect l="l" t="t" r="r" b="b"/>
              <a:pathLst>
                <a:path w="157420" h="17174" extrusionOk="0">
                  <a:moveTo>
                    <a:pt x="1186" y="0"/>
                  </a:moveTo>
                  <a:cubicBezTo>
                    <a:pt x="517" y="0"/>
                    <a:pt x="1" y="517"/>
                    <a:pt x="1" y="1186"/>
                  </a:cubicBezTo>
                  <a:lnTo>
                    <a:pt x="1" y="2827"/>
                  </a:lnTo>
                  <a:cubicBezTo>
                    <a:pt x="1" y="3344"/>
                    <a:pt x="335" y="3830"/>
                    <a:pt x="852" y="3982"/>
                  </a:cubicBezTo>
                  <a:lnTo>
                    <a:pt x="36172" y="14712"/>
                  </a:lnTo>
                  <a:cubicBezTo>
                    <a:pt x="41552" y="16353"/>
                    <a:pt x="47144" y="17174"/>
                    <a:pt x="52798" y="17174"/>
                  </a:cubicBezTo>
                  <a:lnTo>
                    <a:pt x="146022" y="17174"/>
                  </a:lnTo>
                  <a:cubicBezTo>
                    <a:pt x="149517" y="17083"/>
                    <a:pt x="157420" y="16110"/>
                    <a:pt x="157268" y="12341"/>
                  </a:cubicBezTo>
                  <a:cubicBezTo>
                    <a:pt x="157116" y="8572"/>
                    <a:pt x="152952" y="7386"/>
                    <a:pt x="152952" y="7386"/>
                  </a:cubicBezTo>
                  <a:cubicBezTo>
                    <a:pt x="152253" y="6566"/>
                    <a:pt x="151128" y="5684"/>
                    <a:pt x="149791" y="4863"/>
                  </a:cubicBezTo>
                  <a:cubicBezTo>
                    <a:pt x="144806" y="1642"/>
                    <a:pt x="138939" y="0"/>
                    <a:pt x="132982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49"/>
            <p:cNvSpPr/>
            <p:nvPr/>
          </p:nvSpPr>
          <p:spPr>
            <a:xfrm>
              <a:off x="5315595" y="4451610"/>
              <a:ext cx="83653" cy="67051"/>
            </a:xfrm>
            <a:custGeom>
              <a:avLst/>
              <a:gdLst/>
              <a:ahLst/>
              <a:cxnLst/>
              <a:rect l="l" t="t" r="r" b="b"/>
              <a:pathLst>
                <a:path w="4439" h="3558" extrusionOk="0">
                  <a:moveTo>
                    <a:pt x="1" y="1"/>
                  </a:moveTo>
                  <a:lnTo>
                    <a:pt x="1" y="122"/>
                  </a:lnTo>
                  <a:cubicBezTo>
                    <a:pt x="1" y="1551"/>
                    <a:pt x="852" y="2828"/>
                    <a:pt x="2189" y="3314"/>
                  </a:cubicBezTo>
                  <a:cubicBezTo>
                    <a:pt x="2676" y="3466"/>
                    <a:pt x="3162" y="3557"/>
                    <a:pt x="3679" y="3557"/>
                  </a:cubicBezTo>
                  <a:lnTo>
                    <a:pt x="3831" y="3557"/>
                  </a:lnTo>
                  <a:cubicBezTo>
                    <a:pt x="4195" y="3527"/>
                    <a:pt x="4439" y="3223"/>
                    <a:pt x="4408" y="2888"/>
                  </a:cubicBezTo>
                  <a:lnTo>
                    <a:pt x="4074" y="822"/>
                  </a:lnTo>
                  <a:lnTo>
                    <a:pt x="4074" y="852"/>
                  </a:lnTo>
                  <a:cubicBezTo>
                    <a:pt x="4013" y="548"/>
                    <a:pt x="3770" y="305"/>
                    <a:pt x="3466" y="274"/>
                  </a:cubicBezTo>
                  <a:cubicBezTo>
                    <a:pt x="2736" y="244"/>
                    <a:pt x="2007" y="183"/>
                    <a:pt x="1277" y="122"/>
                  </a:cubicBezTo>
                  <a:lnTo>
                    <a:pt x="1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49"/>
            <p:cNvSpPr/>
            <p:nvPr/>
          </p:nvSpPr>
          <p:spPr>
            <a:xfrm>
              <a:off x="5406677" y="4456208"/>
              <a:ext cx="118592" cy="54255"/>
            </a:xfrm>
            <a:custGeom>
              <a:avLst/>
              <a:gdLst/>
              <a:ahLst/>
              <a:cxnLst/>
              <a:rect l="l" t="t" r="r" b="b"/>
              <a:pathLst>
                <a:path w="6293" h="2879" extrusionOk="0">
                  <a:moveTo>
                    <a:pt x="3527" y="0"/>
                  </a:moveTo>
                  <a:cubicBezTo>
                    <a:pt x="2751" y="75"/>
                    <a:pt x="1996" y="130"/>
                    <a:pt x="1228" y="130"/>
                  </a:cubicBezTo>
                  <a:cubicBezTo>
                    <a:pt x="1063" y="130"/>
                    <a:pt x="897" y="127"/>
                    <a:pt x="730" y="122"/>
                  </a:cubicBezTo>
                  <a:cubicBezTo>
                    <a:pt x="305" y="122"/>
                    <a:pt x="1" y="486"/>
                    <a:pt x="61" y="881"/>
                  </a:cubicBezTo>
                  <a:lnTo>
                    <a:pt x="305" y="2401"/>
                  </a:lnTo>
                  <a:cubicBezTo>
                    <a:pt x="356" y="2683"/>
                    <a:pt x="601" y="2878"/>
                    <a:pt x="877" y="2878"/>
                  </a:cubicBezTo>
                  <a:cubicBezTo>
                    <a:pt x="929" y="2878"/>
                    <a:pt x="982" y="2872"/>
                    <a:pt x="1034" y="2857"/>
                  </a:cubicBezTo>
                  <a:cubicBezTo>
                    <a:pt x="2493" y="2492"/>
                    <a:pt x="4469" y="2067"/>
                    <a:pt x="6293" y="2006"/>
                  </a:cubicBezTo>
                  <a:cubicBezTo>
                    <a:pt x="6171" y="1976"/>
                    <a:pt x="6110" y="1945"/>
                    <a:pt x="6110" y="1945"/>
                  </a:cubicBezTo>
                  <a:cubicBezTo>
                    <a:pt x="5442" y="1185"/>
                    <a:pt x="4530" y="547"/>
                    <a:pt x="3527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49"/>
            <p:cNvSpPr/>
            <p:nvPr/>
          </p:nvSpPr>
          <p:spPr>
            <a:xfrm>
              <a:off x="2742992" y="3764222"/>
              <a:ext cx="786477" cy="589434"/>
            </a:xfrm>
            <a:custGeom>
              <a:avLst/>
              <a:gdLst/>
              <a:ahLst/>
              <a:cxnLst/>
              <a:rect l="l" t="t" r="r" b="b"/>
              <a:pathLst>
                <a:path w="41734" h="31278" extrusionOk="0">
                  <a:moveTo>
                    <a:pt x="1" y="0"/>
                  </a:moveTo>
                  <a:lnTo>
                    <a:pt x="8511" y="31277"/>
                  </a:lnTo>
                  <a:lnTo>
                    <a:pt x="41734" y="31277"/>
                  </a:lnTo>
                  <a:cubicBezTo>
                    <a:pt x="39150" y="30669"/>
                    <a:pt x="33770" y="28663"/>
                    <a:pt x="28633" y="21915"/>
                  </a:cubicBezTo>
                  <a:lnTo>
                    <a:pt x="13740" y="3252"/>
                  </a:lnTo>
                  <a:cubicBezTo>
                    <a:pt x="12129" y="1186"/>
                    <a:pt x="9636" y="0"/>
                    <a:pt x="7022" y="0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49"/>
            <p:cNvSpPr/>
            <p:nvPr/>
          </p:nvSpPr>
          <p:spPr>
            <a:xfrm>
              <a:off x="2676541" y="4351952"/>
              <a:ext cx="19" cy="84218"/>
            </a:xfrm>
            <a:custGeom>
              <a:avLst/>
              <a:gdLst/>
              <a:ahLst/>
              <a:cxnLst/>
              <a:rect l="l" t="t" r="r" b="b"/>
              <a:pathLst>
                <a:path w="1" h="4469" extrusionOk="0">
                  <a:moveTo>
                    <a:pt x="1" y="4468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49"/>
            <p:cNvSpPr/>
            <p:nvPr/>
          </p:nvSpPr>
          <p:spPr>
            <a:xfrm>
              <a:off x="2676541" y="4351952"/>
              <a:ext cx="19" cy="84218"/>
            </a:xfrm>
            <a:custGeom>
              <a:avLst/>
              <a:gdLst/>
              <a:ahLst/>
              <a:cxnLst/>
              <a:rect l="l" t="t" r="r" b="b"/>
              <a:pathLst>
                <a:path w="1" h="4469" fill="none" extrusionOk="0">
                  <a:moveTo>
                    <a:pt x="1" y="4468"/>
                  </a:moveTo>
                  <a:lnTo>
                    <a:pt x="1" y="0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49"/>
            <p:cNvSpPr/>
            <p:nvPr/>
          </p:nvSpPr>
          <p:spPr>
            <a:xfrm>
              <a:off x="2632441" y="4319858"/>
              <a:ext cx="586004" cy="118592"/>
            </a:xfrm>
            <a:custGeom>
              <a:avLst/>
              <a:gdLst/>
              <a:ahLst/>
              <a:cxnLst/>
              <a:rect l="l" t="t" r="r" b="b"/>
              <a:pathLst>
                <a:path w="31096" h="6293" extrusionOk="0">
                  <a:moveTo>
                    <a:pt x="61" y="1"/>
                  </a:moveTo>
                  <a:cubicBezTo>
                    <a:pt x="0" y="1"/>
                    <a:pt x="0" y="62"/>
                    <a:pt x="31" y="92"/>
                  </a:cubicBezTo>
                  <a:lnTo>
                    <a:pt x="19058" y="6080"/>
                  </a:lnTo>
                  <a:cubicBezTo>
                    <a:pt x="19484" y="6232"/>
                    <a:pt x="19940" y="6293"/>
                    <a:pt x="20365" y="6293"/>
                  </a:cubicBezTo>
                  <a:lnTo>
                    <a:pt x="31034" y="6293"/>
                  </a:lnTo>
                  <a:cubicBezTo>
                    <a:pt x="31065" y="6293"/>
                    <a:pt x="31095" y="6232"/>
                    <a:pt x="31034" y="6202"/>
                  </a:cubicBezTo>
                  <a:lnTo>
                    <a:pt x="15046" y="1764"/>
                  </a:lnTo>
                  <a:cubicBezTo>
                    <a:pt x="14286" y="1551"/>
                    <a:pt x="13466" y="1399"/>
                    <a:pt x="12675" y="1308"/>
                  </a:cubicBezTo>
                  <a:lnTo>
                    <a:pt x="61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49"/>
            <p:cNvSpPr/>
            <p:nvPr/>
          </p:nvSpPr>
          <p:spPr>
            <a:xfrm>
              <a:off x="2742992" y="3764222"/>
              <a:ext cx="786477" cy="589434"/>
            </a:xfrm>
            <a:custGeom>
              <a:avLst/>
              <a:gdLst/>
              <a:ahLst/>
              <a:cxnLst/>
              <a:rect l="l" t="t" r="r" b="b"/>
              <a:pathLst>
                <a:path w="41734" h="31278" extrusionOk="0">
                  <a:moveTo>
                    <a:pt x="1" y="0"/>
                  </a:moveTo>
                  <a:cubicBezTo>
                    <a:pt x="1" y="0"/>
                    <a:pt x="9970" y="122"/>
                    <a:pt x="13618" y="6474"/>
                  </a:cubicBezTo>
                  <a:cubicBezTo>
                    <a:pt x="16566" y="11611"/>
                    <a:pt x="22615" y="25897"/>
                    <a:pt x="24834" y="31277"/>
                  </a:cubicBezTo>
                  <a:lnTo>
                    <a:pt x="41734" y="31277"/>
                  </a:lnTo>
                  <a:cubicBezTo>
                    <a:pt x="39150" y="30669"/>
                    <a:pt x="33770" y="28663"/>
                    <a:pt x="28664" y="21915"/>
                  </a:cubicBezTo>
                  <a:lnTo>
                    <a:pt x="13740" y="3252"/>
                  </a:lnTo>
                  <a:cubicBezTo>
                    <a:pt x="12129" y="1186"/>
                    <a:pt x="9636" y="0"/>
                    <a:pt x="7022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49"/>
            <p:cNvSpPr/>
            <p:nvPr/>
          </p:nvSpPr>
          <p:spPr>
            <a:xfrm>
              <a:off x="5005692" y="4448180"/>
              <a:ext cx="81354" cy="158694"/>
            </a:xfrm>
            <a:custGeom>
              <a:avLst/>
              <a:gdLst/>
              <a:ahLst/>
              <a:cxnLst/>
              <a:rect l="l" t="t" r="r" b="b"/>
              <a:pathLst>
                <a:path w="4317" h="8421" extrusionOk="0">
                  <a:moveTo>
                    <a:pt x="973" y="0"/>
                  </a:moveTo>
                  <a:cubicBezTo>
                    <a:pt x="426" y="0"/>
                    <a:pt x="1" y="426"/>
                    <a:pt x="1" y="943"/>
                  </a:cubicBezTo>
                  <a:lnTo>
                    <a:pt x="1" y="7478"/>
                  </a:lnTo>
                  <a:cubicBezTo>
                    <a:pt x="1" y="7995"/>
                    <a:pt x="426" y="8420"/>
                    <a:pt x="973" y="8420"/>
                  </a:cubicBezTo>
                  <a:lnTo>
                    <a:pt x="3344" y="8420"/>
                  </a:lnTo>
                  <a:cubicBezTo>
                    <a:pt x="3891" y="8420"/>
                    <a:pt x="4317" y="7995"/>
                    <a:pt x="4317" y="7478"/>
                  </a:cubicBezTo>
                  <a:lnTo>
                    <a:pt x="4317" y="943"/>
                  </a:lnTo>
                  <a:cubicBezTo>
                    <a:pt x="4317" y="426"/>
                    <a:pt x="3891" y="0"/>
                    <a:pt x="3344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49"/>
            <p:cNvSpPr/>
            <p:nvPr/>
          </p:nvSpPr>
          <p:spPr>
            <a:xfrm>
              <a:off x="4868795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578" y="1"/>
                  </a:moveTo>
                  <a:cubicBezTo>
                    <a:pt x="274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74" y="3284"/>
                    <a:pt x="578" y="3284"/>
                  </a:cubicBezTo>
                  <a:lnTo>
                    <a:pt x="1459" y="3284"/>
                  </a:lnTo>
                  <a:cubicBezTo>
                    <a:pt x="176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3" y="1"/>
                    <a:pt x="145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49"/>
            <p:cNvSpPr/>
            <p:nvPr/>
          </p:nvSpPr>
          <p:spPr>
            <a:xfrm>
              <a:off x="4778843" y="4448745"/>
              <a:ext cx="38406" cy="61887"/>
            </a:xfrm>
            <a:custGeom>
              <a:avLst/>
              <a:gdLst/>
              <a:ahLst/>
              <a:cxnLst/>
              <a:rect l="l" t="t" r="r" b="b"/>
              <a:pathLst>
                <a:path w="2038" h="3284" extrusionOk="0">
                  <a:moveTo>
                    <a:pt x="609" y="1"/>
                  </a:moveTo>
                  <a:cubicBezTo>
                    <a:pt x="275" y="1"/>
                    <a:pt x="1" y="214"/>
                    <a:pt x="1" y="487"/>
                  </a:cubicBezTo>
                  <a:lnTo>
                    <a:pt x="1" y="2828"/>
                  </a:lnTo>
                  <a:cubicBezTo>
                    <a:pt x="1" y="3071"/>
                    <a:pt x="275" y="3284"/>
                    <a:pt x="609" y="3284"/>
                  </a:cubicBezTo>
                  <a:lnTo>
                    <a:pt x="1460" y="3284"/>
                  </a:lnTo>
                  <a:cubicBezTo>
                    <a:pt x="1794" y="3284"/>
                    <a:pt x="2038" y="3071"/>
                    <a:pt x="2038" y="2828"/>
                  </a:cubicBezTo>
                  <a:lnTo>
                    <a:pt x="2038" y="487"/>
                  </a:lnTo>
                  <a:cubicBezTo>
                    <a:pt x="2038" y="214"/>
                    <a:pt x="1794" y="1"/>
                    <a:pt x="1460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49"/>
            <p:cNvSpPr/>
            <p:nvPr/>
          </p:nvSpPr>
          <p:spPr>
            <a:xfrm>
              <a:off x="4689495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578" y="1"/>
                  </a:moveTo>
                  <a:cubicBezTo>
                    <a:pt x="274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43" y="3284"/>
                    <a:pt x="578" y="3284"/>
                  </a:cubicBezTo>
                  <a:lnTo>
                    <a:pt x="1459" y="3284"/>
                  </a:lnTo>
                  <a:cubicBezTo>
                    <a:pt x="176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3" y="1"/>
                    <a:pt x="145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49"/>
            <p:cNvSpPr/>
            <p:nvPr/>
          </p:nvSpPr>
          <p:spPr>
            <a:xfrm>
              <a:off x="4599562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608" y="1"/>
                  </a:moveTo>
                  <a:cubicBezTo>
                    <a:pt x="274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74" y="3284"/>
                    <a:pt x="608" y="3284"/>
                  </a:cubicBezTo>
                  <a:lnTo>
                    <a:pt x="1459" y="3284"/>
                  </a:lnTo>
                  <a:cubicBezTo>
                    <a:pt x="179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93" y="1"/>
                    <a:pt x="145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49"/>
            <p:cNvSpPr/>
            <p:nvPr/>
          </p:nvSpPr>
          <p:spPr>
            <a:xfrm>
              <a:off x="4510194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578" y="1"/>
                  </a:moveTo>
                  <a:cubicBezTo>
                    <a:pt x="274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44" y="3284"/>
                    <a:pt x="578" y="3284"/>
                  </a:cubicBezTo>
                  <a:lnTo>
                    <a:pt x="1459" y="3284"/>
                  </a:lnTo>
                  <a:cubicBezTo>
                    <a:pt x="176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3" y="1"/>
                    <a:pt x="145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49"/>
            <p:cNvSpPr/>
            <p:nvPr/>
          </p:nvSpPr>
          <p:spPr>
            <a:xfrm>
              <a:off x="4420262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608" y="1"/>
                  </a:moveTo>
                  <a:cubicBezTo>
                    <a:pt x="274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74" y="3284"/>
                    <a:pt x="608" y="3284"/>
                  </a:cubicBezTo>
                  <a:lnTo>
                    <a:pt x="1459" y="3284"/>
                  </a:lnTo>
                  <a:cubicBezTo>
                    <a:pt x="176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94" y="1"/>
                    <a:pt x="145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49"/>
            <p:cNvSpPr/>
            <p:nvPr/>
          </p:nvSpPr>
          <p:spPr>
            <a:xfrm>
              <a:off x="4330894" y="4448745"/>
              <a:ext cx="38406" cy="61887"/>
            </a:xfrm>
            <a:custGeom>
              <a:avLst/>
              <a:gdLst/>
              <a:ahLst/>
              <a:cxnLst/>
              <a:rect l="l" t="t" r="r" b="b"/>
              <a:pathLst>
                <a:path w="2038" h="3284" extrusionOk="0">
                  <a:moveTo>
                    <a:pt x="578" y="1"/>
                  </a:moveTo>
                  <a:cubicBezTo>
                    <a:pt x="274" y="1"/>
                    <a:pt x="1" y="214"/>
                    <a:pt x="1" y="487"/>
                  </a:cubicBezTo>
                  <a:lnTo>
                    <a:pt x="1" y="2828"/>
                  </a:lnTo>
                  <a:cubicBezTo>
                    <a:pt x="1" y="3071"/>
                    <a:pt x="244" y="3284"/>
                    <a:pt x="578" y="3284"/>
                  </a:cubicBezTo>
                  <a:lnTo>
                    <a:pt x="1460" y="3284"/>
                  </a:lnTo>
                  <a:cubicBezTo>
                    <a:pt x="1764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4" y="1"/>
                    <a:pt x="1460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49"/>
            <p:cNvSpPr/>
            <p:nvPr/>
          </p:nvSpPr>
          <p:spPr>
            <a:xfrm>
              <a:off x="4240961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608" y="1"/>
                  </a:moveTo>
                  <a:cubicBezTo>
                    <a:pt x="274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74" y="3284"/>
                    <a:pt x="608" y="3284"/>
                  </a:cubicBezTo>
                  <a:lnTo>
                    <a:pt x="1459" y="3284"/>
                  </a:lnTo>
                  <a:cubicBezTo>
                    <a:pt x="1794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94" y="1"/>
                    <a:pt x="145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49"/>
            <p:cNvSpPr/>
            <p:nvPr/>
          </p:nvSpPr>
          <p:spPr>
            <a:xfrm>
              <a:off x="4151594" y="4448745"/>
              <a:ext cx="38406" cy="61887"/>
            </a:xfrm>
            <a:custGeom>
              <a:avLst/>
              <a:gdLst/>
              <a:ahLst/>
              <a:cxnLst/>
              <a:rect l="l" t="t" r="r" b="b"/>
              <a:pathLst>
                <a:path w="2038" h="3284" extrusionOk="0">
                  <a:moveTo>
                    <a:pt x="578" y="1"/>
                  </a:moveTo>
                  <a:cubicBezTo>
                    <a:pt x="274" y="1"/>
                    <a:pt x="1" y="214"/>
                    <a:pt x="1" y="487"/>
                  </a:cubicBezTo>
                  <a:lnTo>
                    <a:pt x="1" y="2828"/>
                  </a:lnTo>
                  <a:cubicBezTo>
                    <a:pt x="1" y="3071"/>
                    <a:pt x="244" y="3284"/>
                    <a:pt x="578" y="3284"/>
                  </a:cubicBezTo>
                  <a:lnTo>
                    <a:pt x="1460" y="3284"/>
                  </a:lnTo>
                  <a:cubicBezTo>
                    <a:pt x="1764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4" y="1"/>
                    <a:pt x="1460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49"/>
            <p:cNvSpPr/>
            <p:nvPr/>
          </p:nvSpPr>
          <p:spPr>
            <a:xfrm>
              <a:off x="4061661" y="4448745"/>
              <a:ext cx="38406" cy="61887"/>
            </a:xfrm>
            <a:custGeom>
              <a:avLst/>
              <a:gdLst/>
              <a:ahLst/>
              <a:cxnLst/>
              <a:rect l="l" t="t" r="r" b="b"/>
              <a:pathLst>
                <a:path w="2038" h="3284" extrusionOk="0">
                  <a:moveTo>
                    <a:pt x="608" y="1"/>
                  </a:moveTo>
                  <a:cubicBezTo>
                    <a:pt x="274" y="1"/>
                    <a:pt x="1" y="214"/>
                    <a:pt x="1" y="487"/>
                  </a:cubicBezTo>
                  <a:lnTo>
                    <a:pt x="1" y="2828"/>
                  </a:lnTo>
                  <a:cubicBezTo>
                    <a:pt x="1" y="3071"/>
                    <a:pt x="274" y="3284"/>
                    <a:pt x="608" y="3284"/>
                  </a:cubicBezTo>
                  <a:lnTo>
                    <a:pt x="1460" y="3284"/>
                  </a:lnTo>
                  <a:cubicBezTo>
                    <a:pt x="1764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94" y="1"/>
                    <a:pt x="1460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49"/>
            <p:cNvSpPr/>
            <p:nvPr/>
          </p:nvSpPr>
          <p:spPr>
            <a:xfrm>
              <a:off x="3972294" y="4448745"/>
              <a:ext cx="38406" cy="61887"/>
            </a:xfrm>
            <a:custGeom>
              <a:avLst/>
              <a:gdLst/>
              <a:ahLst/>
              <a:cxnLst/>
              <a:rect l="l" t="t" r="r" b="b"/>
              <a:pathLst>
                <a:path w="2038" h="3284" extrusionOk="0">
                  <a:moveTo>
                    <a:pt x="578" y="1"/>
                  </a:moveTo>
                  <a:cubicBezTo>
                    <a:pt x="244" y="1"/>
                    <a:pt x="1" y="214"/>
                    <a:pt x="1" y="487"/>
                  </a:cubicBezTo>
                  <a:lnTo>
                    <a:pt x="1" y="2828"/>
                  </a:lnTo>
                  <a:cubicBezTo>
                    <a:pt x="1" y="3071"/>
                    <a:pt x="244" y="3284"/>
                    <a:pt x="578" y="3284"/>
                  </a:cubicBezTo>
                  <a:lnTo>
                    <a:pt x="1429" y="3284"/>
                  </a:lnTo>
                  <a:cubicBezTo>
                    <a:pt x="1764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4" y="1"/>
                    <a:pt x="142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49"/>
            <p:cNvSpPr/>
            <p:nvPr/>
          </p:nvSpPr>
          <p:spPr>
            <a:xfrm>
              <a:off x="3882361" y="4448745"/>
              <a:ext cx="38406" cy="61887"/>
            </a:xfrm>
            <a:custGeom>
              <a:avLst/>
              <a:gdLst/>
              <a:ahLst/>
              <a:cxnLst/>
              <a:rect l="l" t="t" r="r" b="b"/>
              <a:pathLst>
                <a:path w="2038" h="3284" extrusionOk="0">
                  <a:moveTo>
                    <a:pt x="578" y="1"/>
                  </a:moveTo>
                  <a:cubicBezTo>
                    <a:pt x="274" y="1"/>
                    <a:pt x="1" y="214"/>
                    <a:pt x="1" y="487"/>
                  </a:cubicBezTo>
                  <a:lnTo>
                    <a:pt x="1" y="2828"/>
                  </a:lnTo>
                  <a:cubicBezTo>
                    <a:pt x="1" y="3071"/>
                    <a:pt x="274" y="3284"/>
                    <a:pt x="578" y="3284"/>
                  </a:cubicBezTo>
                  <a:lnTo>
                    <a:pt x="1460" y="3284"/>
                  </a:lnTo>
                  <a:cubicBezTo>
                    <a:pt x="1764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4" y="1"/>
                    <a:pt x="1460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49"/>
            <p:cNvSpPr/>
            <p:nvPr/>
          </p:nvSpPr>
          <p:spPr>
            <a:xfrm>
              <a:off x="3792993" y="4448745"/>
              <a:ext cx="37841" cy="61887"/>
            </a:xfrm>
            <a:custGeom>
              <a:avLst/>
              <a:gdLst/>
              <a:ahLst/>
              <a:cxnLst/>
              <a:rect l="l" t="t" r="r" b="b"/>
              <a:pathLst>
                <a:path w="2008" h="3284" extrusionOk="0">
                  <a:moveTo>
                    <a:pt x="579" y="1"/>
                  </a:moveTo>
                  <a:cubicBezTo>
                    <a:pt x="244" y="1"/>
                    <a:pt x="1" y="214"/>
                    <a:pt x="1" y="487"/>
                  </a:cubicBezTo>
                  <a:lnTo>
                    <a:pt x="1" y="2828"/>
                  </a:lnTo>
                  <a:cubicBezTo>
                    <a:pt x="1" y="3071"/>
                    <a:pt x="244" y="3284"/>
                    <a:pt x="579" y="3284"/>
                  </a:cubicBezTo>
                  <a:lnTo>
                    <a:pt x="1430" y="3284"/>
                  </a:lnTo>
                  <a:cubicBezTo>
                    <a:pt x="1764" y="3284"/>
                    <a:pt x="2007" y="3071"/>
                    <a:pt x="2007" y="2828"/>
                  </a:cubicBezTo>
                  <a:lnTo>
                    <a:pt x="2007" y="487"/>
                  </a:lnTo>
                  <a:cubicBezTo>
                    <a:pt x="2007" y="214"/>
                    <a:pt x="1764" y="1"/>
                    <a:pt x="1430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49"/>
            <p:cNvSpPr/>
            <p:nvPr/>
          </p:nvSpPr>
          <p:spPr>
            <a:xfrm>
              <a:off x="3703060" y="4448745"/>
              <a:ext cx="38406" cy="61887"/>
            </a:xfrm>
            <a:custGeom>
              <a:avLst/>
              <a:gdLst/>
              <a:ahLst/>
              <a:cxnLst/>
              <a:rect l="l" t="t" r="r" b="b"/>
              <a:pathLst>
                <a:path w="2038" h="3284" extrusionOk="0">
                  <a:moveTo>
                    <a:pt x="578" y="1"/>
                  </a:moveTo>
                  <a:cubicBezTo>
                    <a:pt x="274" y="1"/>
                    <a:pt x="1" y="214"/>
                    <a:pt x="1" y="487"/>
                  </a:cubicBezTo>
                  <a:lnTo>
                    <a:pt x="1" y="2828"/>
                  </a:lnTo>
                  <a:cubicBezTo>
                    <a:pt x="1" y="3071"/>
                    <a:pt x="274" y="3284"/>
                    <a:pt x="578" y="3284"/>
                  </a:cubicBezTo>
                  <a:lnTo>
                    <a:pt x="1460" y="3284"/>
                  </a:lnTo>
                  <a:cubicBezTo>
                    <a:pt x="1764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94" y="1"/>
                    <a:pt x="1460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49"/>
            <p:cNvSpPr/>
            <p:nvPr/>
          </p:nvSpPr>
          <p:spPr>
            <a:xfrm>
              <a:off x="3613712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578" y="1"/>
                  </a:moveTo>
                  <a:cubicBezTo>
                    <a:pt x="243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43" y="3284"/>
                    <a:pt x="578" y="3284"/>
                  </a:cubicBezTo>
                  <a:lnTo>
                    <a:pt x="1429" y="3284"/>
                  </a:lnTo>
                  <a:cubicBezTo>
                    <a:pt x="176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3" y="1"/>
                    <a:pt x="142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49"/>
            <p:cNvSpPr/>
            <p:nvPr/>
          </p:nvSpPr>
          <p:spPr>
            <a:xfrm>
              <a:off x="3523779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578" y="1"/>
                  </a:moveTo>
                  <a:cubicBezTo>
                    <a:pt x="274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74" y="3284"/>
                    <a:pt x="578" y="3284"/>
                  </a:cubicBezTo>
                  <a:lnTo>
                    <a:pt x="1459" y="3284"/>
                  </a:lnTo>
                  <a:cubicBezTo>
                    <a:pt x="176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93" y="1"/>
                    <a:pt x="145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49"/>
            <p:cNvSpPr/>
            <p:nvPr/>
          </p:nvSpPr>
          <p:spPr>
            <a:xfrm>
              <a:off x="3434412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578" y="1"/>
                  </a:moveTo>
                  <a:cubicBezTo>
                    <a:pt x="243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43" y="3284"/>
                    <a:pt x="578" y="3284"/>
                  </a:cubicBezTo>
                  <a:lnTo>
                    <a:pt x="1429" y="3284"/>
                  </a:lnTo>
                  <a:cubicBezTo>
                    <a:pt x="176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63" y="1"/>
                    <a:pt x="142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49"/>
            <p:cNvSpPr/>
            <p:nvPr/>
          </p:nvSpPr>
          <p:spPr>
            <a:xfrm>
              <a:off x="3344479" y="4448745"/>
              <a:ext cx="38387" cy="61887"/>
            </a:xfrm>
            <a:custGeom>
              <a:avLst/>
              <a:gdLst/>
              <a:ahLst/>
              <a:cxnLst/>
              <a:rect l="l" t="t" r="r" b="b"/>
              <a:pathLst>
                <a:path w="2037" h="3284" extrusionOk="0">
                  <a:moveTo>
                    <a:pt x="578" y="1"/>
                  </a:moveTo>
                  <a:cubicBezTo>
                    <a:pt x="274" y="1"/>
                    <a:pt x="0" y="214"/>
                    <a:pt x="0" y="487"/>
                  </a:cubicBezTo>
                  <a:lnTo>
                    <a:pt x="0" y="2828"/>
                  </a:lnTo>
                  <a:cubicBezTo>
                    <a:pt x="0" y="3071"/>
                    <a:pt x="274" y="3284"/>
                    <a:pt x="578" y="3284"/>
                  </a:cubicBezTo>
                  <a:lnTo>
                    <a:pt x="1459" y="3284"/>
                  </a:lnTo>
                  <a:cubicBezTo>
                    <a:pt x="1763" y="3284"/>
                    <a:pt x="2037" y="3071"/>
                    <a:pt x="2037" y="2828"/>
                  </a:cubicBezTo>
                  <a:lnTo>
                    <a:pt x="2037" y="487"/>
                  </a:lnTo>
                  <a:cubicBezTo>
                    <a:pt x="2037" y="214"/>
                    <a:pt x="1793" y="1"/>
                    <a:pt x="145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49"/>
            <p:cNvSpPr/>
            <p:nvPr/>
          </p:nvSpPr>
          <p:spPr>
            <a:xfrm>
              <a:off x="3496283" y="4369121"/>
              <a:ext cx="1320903" cy="214249"/>
            </a:xfrm>
            <a:custGeom>
              <a:avLst/>
              <a:gdLst/>
              <a:ahLst/>
              <a:cxnLst/>
              <a:rect l="l" t="t" r="r" b="b"/>
              <a:pathLst>
                <a:path w="70093" h="11369" extrusionOk="0">
                  <a:moveTo>
                    <a:pt x="3070" y="1"/>
                  </a:moveTo>
                  <a:lnTo>
                    <a:pt x="1459" y="366"/>
                  </a:lnTo>
                  <a:lnTo>
                    <a:pt x="0" y="822"/>
                  </a:lnTo>
                  <a:lnTo>
                    <a:pt x="28207" y="10609"/>
                  </a:lnTo>
                  <a:cubicBezTo>
                    <a:pt x="29666" y="11095"/>
                    <a:pt x="31216" y="11369"/>
                    <a:pt x="32797" y="11369"/>
                  </a:cubicBezTo>
                  <a:lnTo>
                    <a:pt x="70093" y="11369"/>
                  </a:lnTo>
                  <a:lnTo>
                    <a:pt x="3070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49"/>
            <p:cNvSpPr/>
            <p:nvPr/>
          </p:nvSpPr>
          <p:spPr>
            <a:xfrm>
              <a:off x="3540948" y="4369121"/>
              <a:ext cx="1276240" cy="214249"/>
            </a:xfrm>
            <a:custGeom>
              <a:avLst/>
              <a:gdLst/>
              <a:ahLst/>
              <a:cxnLst/>
              <a:rect l="l" t="t" r="r" b="b"/>
              <a:pathLst>
                <a:path w="67723" h="11369" extrusionOk="0">
                  <a:moveTo>
                    <a:pt x="700" y="1"/>
                  </a:moveTo>
                  <a:lnTo>
                    <a:pt x="1" y="153"/>
                  </a:lnTo>
                  <a:lnTo>
                    <a:pt x="54561" y="11369"/>
                  </a:lnTo>
                  <a:lnTo>
                    <a:pt x="67723" y="11369"/>
                  </a:lnTo>
                  <a:lnTo>
                    <a:pt x="700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49"/>
            <p:cNvSpPr/>
            <p:nvPr/>
          </p:nvSpPr>
          <p:spPr>
            <a:xfrm>
              <a:off x="4817232" y="4583362"/>
              <a:ext cx="73910" cy="94545"/>
            </a:xfrm>
            <a:custGeom>
              <a:avLst/>
              <a:gdLst/>
              <a:ahLst/>
              <a:cxnLst/>
              <a:rect l="l" t="t" r="r" b="b"/>
              <a:pathLst>
                <a:path w="3922" h="5017" extrusionOk="0">
                  <a:moveTo>
                    <a:pt x="1" y="1"/>
                  </a:moveTo>
                  <a:lnTo>
                    <a:pt x="3922" y="501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49"/>
            <p:cNvSpPr/>
            <p:nvPr/>
          </p:nvSpPr>
          <p:spPr>
            <a:xfrm>
              <a:off x="4817232" y="4583362"/>
              <a:ext cx="73910" cy="94545"/>
            </a:xfrm>
            <a:custGeom>
              <a:avLst/>
              <a:gdLst/>
              <a:ahLst/>
              <a:cxnLst/>
              <a:rect l="l" t="t" r="r" b="b"/>
              <a:pathLst>
                <a:path w="3922" h="5017" fill="none" extrusionOk="0">
                  <a:moveTo>
                    <a:pt x="1" y="1"/>
                  </a:moveTo>
                  <a:lnTo>
                    <a:pt x="3922" y="5016"/>
                  </a:lnTo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49"/>
            <p:cNvSpPr/>
            <p:nvPr/>
          </p:nvSpPr>
          <p:spPr>
            <a:xfrm>
              <a:off x="4638516" y="4584512"/>
              <a:ext cx="59004" cy="208520"/>
            </a:xfrm>
            <a:custGeom>
              <a:avLst/>
              <a:gdLst/>
              <a:ahLst/>
              <a:cxnLst/>
              <a:rect l="l" t="t" r="r" b="b"/>
              <a:pathLst>
                <a:path w="3131" h="11065" extrusionOk="0">
                  <a:moveTo>
                    <a:pt x="0" y="1"/>
                  </a:moveTo>
                  <a:lnTo>
                    <a:pt x="0" y="11065"/>
                  </a:lnTo>
                  <a:lnTo>
                    <a:pt x="3131" y="11065"/>
                  </a:lnTo>
                  <a:lnTo>
                    <a:pt x="3131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49"/>
            <p:cNvSpPr/>
            <p:nvPr/>
          </p:nvSpPr>
          <p:spPr>
            <a:xfrm>
              <a:off x="4366419" y="4584512"/>
              <a:ext cx="272103" cy="208520"/>
            </a:xfrm>
            <a:custGeom>
              <a:avLst/>
              <a:gdLst/>
              <a:ahLst/>
              <a:cxnLst/>
              <a:rect l="l" t="t" r="r" b="b"/>
              <a:pathLst>
                <a:path w="14439" h="11065" extrusionOk="0">
                  <a:moveTo>
                    <a:pt x="6870" y="1"/>
                  </a:moveTo>
                  <a:cubicBezTo>
                    <a:pt x="5350" y="1"/>
                    <a:pt x="3860" y="365"/>
                    <a:pt x="2523" y="1064"/>
                  </a:cubicBezTo>
                  <a:lnTo>
                    <a:pt x="0" y="2402"/>
                  </a:lnTo>
                  <a:lnTo>
                    <a:pt x="0" y="8694"/>
                  </a:lnTo>
                  <a:lnTo>
                    <a:pt x="2523" y="10001"/>
                  </a:lnTo>
                  <a:cubicBezTo>
                    <a:pt x="3860" y="10700"/>
                    <a:pt x="5350" y="11065"/>
                    <a:pt x="6870" y="11065"/>
                  </a:cubicBezTo>
                  <a:lnTo>
                    <a:pt x="14438" y="11065"/>
                  </a:lnTo>
                  <a:lnTo>
                    <a:pt x="14438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49"/>
            <p:cNvSpPr/>
            <p:nvPr/>
          </p:nvSpPr>
          <p:spPr>
            <a:xfrm>
              <a:off x="4285645" y="4629761"/>
              <a:ext cx="80789" cy="118592"/>
            </a:xfrm>
            <a:custGeom>
              <a:avLst/>
              <a:gdLst/>
              <a:ahLst/>
              <a:cxnLst/>
              <a:rect l="l" t="t" r="r" b="b"/>
              <a:pathLst>
                <a:path w="4287" h="6293" extrusionOk="0">
                  <a:moveTo>
                    <a:pt x="4286" y="1"/>
                  </a:moveTo>
                  <a:lnTo>
                    <a:pt x="608" y="1217"/>
                  </a:lnTo>
                  <a:cubicBezTo>
                    <a:pt x="243" y="1338"/>
                    <a:pt x="0" y="1703"/>
                    <a:pt x="0" y="2068"/>
                  </a:cubicBezTo>
                  <a:lnTo>
                    <a:pt x="0" y="4195"/>
                  </a:lnTo>
                  <a:cubicBezTo>
                    <a:pt x="0" y="4591"/>
                    <a:pt x="243" y="4925"/>
                    <a:pt x="608" y="5047"/>
                  </a:cubicBezTo>
                  <a:lnTo>
                    <a:pt x="4286" y="6293"/>
                  </a:lnTo>
                  <a:lnTo>
                    <a:pt x="4286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49"/>
            <p:cNvSpPr/>
            <p:nvPr/>
          </p:nvSpPr>
          <p:spPr>
            <a:xfrm>
              <a:off x="4285645" y="4691067"/>
              <a:ext cx="80789" cy="57289"/>
            </a:xfrm>
            <a:custGeom>
              <a:avLst/>
              <a:gdLst/>
              <a:ahLst/>
              <a:cxnLst/>
              <a:rect l="l" t="t" r="r" b="b"/>
              <a:pathLst>
                <a:path w="4287" h="3040" extrusionOk="0">
                  <a:moveTo>
                    <a:pt x="0" y="0"/>
                  </a:moveTo>
                  <a:lnTo>
                    <a:pt x="0" y="942"/>
                  </a:lnTo>
                  <a:cubicBezTo>
                    <a:pt x="0" y="1338"/>
                    <a:pt x="243" y="1672"/>
                    <a:pt x="608" y="1794"/>
                  </a:cubicBezTo>
                  <a:lnTo>
                    <a:pt x="4286" y="3040"/>
                  </a:lnTo>
                  <a:lnTo>
                    <a:pt x="4286" y="0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49"/>
            <p:cNvSpPr/>
            <p:nvPr/>
          </p:nvSpPr>
          <p:spPr>
            <a:xfrm>
              <a:off x="4366419" y="4691067"/>
              <a:ext cx="272103" cy="101970"/>
            </a:xfrm>
            <a:custGeom>
              <a:avLst/>
              <a:gdLst/>
              <a:ahLst/>
              <a:cxnLst/>
              <a:rect l="l" t="t" r="r" b="b"/>
              <a:pathLst>
                <a:path w="14439" h="5411" extrusionOk="0">
                  <a:moveTo>
                    <a:pt x="0" y="0"/>
                  </a:moveTo>
                  <a:lnTo>
                    <a:pt x="0" y="3040"/>
                  </a:lnTo>
                  <a:lnTo>
                    <a:pt x="2523" y="4347"/>
                  </a:lnTo>
                  <a:cubicBezTo>
                    <a:pt x="3860" y="5046"/>
                    <a:pt x="5350" y="5411"/>
                    <a:pt x="6870" y="5411"/>
                  </a:cubicBezTo>
                  <a:lnTo>
                    <a:pt x="14438" y="5411"/>
                  </a:lnTo>
                  <a:lnTo>
                    <a:pt x="14438" y="2219"/>
                  </a:lnTo>
                  <a:lnTo>
                    <a:pt x="5046" y="2219"/>
                  </a:lnTo>
                  <a:cubicBezTo>
                    <a:pt x="5022" y="2220"/>
                    <a:pt x="4998" y="2220"/>
                    <a:pt x="4973" y="2220"/>
                  </a:cubicBezTo>
                  <a:cubicBezTo>
                    <a:pt x="3138" y="2220"/>
                    <a:pt x="0" y="0"/>
                    <a:pt x="0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49"/>
            <p:cNvSpPr/>
            <p:nvPr/>
          </p:nvSpPr>
          <p:spPr>
            <a:xfrm>
              <a:off x="3730557" y="4583268"/>
              <a:ext cx="460553" cy="94055"/>
            </a:xfrm>
            <a:custGeom>
              <a:avLst/>
              <a:gdLst/>
              <a:ahLst/>
              <a:cxnLst/>
              <a:rect l="l" t="t" r="r" b="b"/>
              <a:pathLst>
                <a:path w="24439" h="4991" extrusionOk="0">
                  <a:moveTo>
                    <a:pt x="19483" y="0"/>
                  </a:moveTo>
                  <a:cubicBezTo>
                    <a:pt x="18527" y="0"/>
                    <a:pt x="17592" y="100"/>
                    <a:pt x="16658" y="340"/>
                  </a:cubicBezTo>
                  <a:cubicBezTo>
                    <a:pt x="12220" y="1526"/>
                    <a:pt x="700" y="4656"/>
                    <a:pt x="1" y="4991"/>
                  </a:cubicBezTo>
                  <a:lnTo>
                    <a:pt x="24378" y="4991"/>
                  </a:lnTo>
                  <a:lnTo>
                    <a:pt x="24439" y="4869"/>
                  </a:lnTo>
                  <a:lnTo>
                    <a:pt x="24439" y="6"/>
                  </a:lnTo>
                  <a:lnTo>
                    <a:pt x="19880" y="6"/>
                  </a:lnTo>
                  <a:cubicBezTo>
                    <a:pt x="19747" y="2"/>
                    <a:pt x="19615" y="0"/>
                    <a:pt x="19483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49"/>
            <p:cNvSpPr/>
            <p:nvPr/>
          </p:nvSpPr>
          <p:spPr>
            <a:xfrm>
              <a:off x="5097359" y="4629196"/>
              <a:ext cx="127166" cy="48130"/>
            </a:xfrm>
            <a:custGeom>
              <a:avLst/>
              <a:gdLst/>
              <a:ahLst/>
              <a:cxnLst/>
              <a:rect l="l" t="t" r="r" b="b"/>
              <a:pathLst>
                <a:path w="6748" h="2554" extrusionOk="0">
                  <a:moveTo>
                    <a:pt x="851" y="0"/>
                  </a:moveTo>
                  <a:cubicBezTo>
                    <a:pt x="365" y="0"/>
                    <a:pt x="0" y="365"/>
                    <a:pt x="0" y="852"/>
                  </a:cubicBezTo>
                  <a:lnTo>
                    <a:pt x="0" y="2554"/>
                  </a:lnTo>
                  <a:lnTo>
                    <a:pt x="6748" y="2554"/>
                  </a:lnTo>
                  <a:lnTo>
                    <a:pt x="6748" y="852"/>
                  </a:lnTo>
                  <a:cubicBezTo>
                    <a:pt x="6748" y="365"/>
                    <a:pt x="6353" y="0"/>
                    <a:pt x="5897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49"/>
            <p:cNvSpPr/>
            <p:nvPr/>
          </p:nvSpPr>
          <p:spPr>
            <a:xfrm>
              <a:off x="2632441" y="4319858"/>
              <a:ext cx="439352" cy="118592"/>
            </a:xfrm>
            <a:custGeom>
              <a:avLst/>
              <a:gdLst/>
              <a:ahLst/>
              <a:cxnLst/>
              <a:rect l="l" t="t" r="r" b="b"/>
              <a:pathLst>
                <a:path w="23314" h="6293" extrusionOk="0">
                  <a:moveTo>
                    <a:pt x="61" y="1"/>
                  </a:moveTo>
                  <a:cubicBezTo>
                    <a:pt x="0" y="1"/>
                    <a:pt x="0" y="62"/>
                    <a:pt x="31" y="92"/>
                  </a:cubicBezTo>
                  <a:lnTo>
                    <a:pt x="19058" y="6080"/>
                  </a:lnTo>
                  <a:cubicBezTo>
                    <a:pt x="19484" y="6232"/>
                    <a:pt x="19940" y="6293"/>
                    <a:pt x="20365" y="6293"/>
                  </a:cubicBezTo>
                  <a:lnTo>
                    <a:pt x="23192" y="6293"/>
                  </a:lnTo>
                  <a:lnTo>
                    <a:pt x="23314" y="6171"/>
                  </a:lnTo>
                  <a:cubicBezTo>
                    <a:pt x="23314" y="6171"/>
                    <a:pt x="11763" y="2858"/>
                    <a:pt x="3101" y="305"/>
                  </a:cubicBezTo>
                  <a:lnTo>
                    <a:pt x="61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49"/>
            <p:cNvSpPr/>
            <p:nvPr/>
          </p:nvSpPr>
          <p:spPr>
            <a:xfrm>
              <a:off x="3968864" y="4641804"/>
              <a:ext cx="207370" cy="35523"/>
            </a:xfrm>
            <a:custGeom>
              <a:avLst/>
              <a:gdLst/>
              <a:ahLst/>
              <a:cxnLst/>
              <a:rect l="l" t="t" r="r" b="b"/>
              <a:pathLst>
                <a:path w="11004" h="1885" extrusionOk="0">
                  <a:moveTo>
                    <a:pt x="1520" y="0"/>
                  </a:moveTo>
                  <a:cubicBezTo>
                    <a:pt x="700" y="0"/>
                    <a:pt x="0" y="699"/>
                    <a:pt x="0" y="1520"/>
                  </a:cubicBezTo>
                  <a:lnTo>
                    <a:pt x="0" y="1885"/>
                  </a:lnTo>
                  <a:lnTo>
                    <a:pt x="11004" y="1885"/>
                  </a:lnTo>
                  <a:lnTo>
                    <a:pt x="11004" y="1520"/>
                  </a:lnTo>
                  <a:cubicBezTo>
                    <a:pt x="10973" y="669"/>
                    <a:pt x="10305" y="0"/>
                    <a:pt x="9454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1" name="Google Shape;2811;p49"/>
          <p:cNvGrpSpPr/>
          <p:nvPr/>
        </p:nvGrpSpPr>
        <p:grpSpPr>
          <a:xfrm flipH="1">
            <a:off x="5829888" y="2841887"/>
            <a:ext cx="2604080" cy="919127"/>
            <a:chOff x="4295388" y="3368212"/>
            <a:chExt cx="2604080" cy="919127"/>
          </a:xfrm>
        </p:grpSpPr>
        <p:sp>
          <p:nvSpPr>
            <p:cNvPr id="2812" name="Google Shape;2812;p49"/>
            <p:cNvSpPr/>
            <p:nvPr/>
          </p:nvSpPr>
          <p:spPr>
            <a:xfrm>
              <a:off x="4295388" y="3368212"/>
              <a:ext cx="2479116" cy="919127"/>
            </a:xfrm>
            <a:custGeom>
              <a:avLst/>
              <a:gdLst/>
              <a:ahLst/>
              <a:cxnLst/>
              <a:rect l="l" t="t" r="r" b="b"/>
              <a:pathLst>
                <a:path w="131553" h="48773" extrusionOk="0">
                  <a:moveTo>
                    <a:pt x="14564" y="1"/>
                  </a:moveTo>
                  <a:cubicBezTo>
                    <a:pt x="12978" y="1"/>
                    <a:pt x="11389" y="144"/>
                    <a:pt x="9818" y="435"/>
                  </a:cubicBezTo>
                  <a:cubicBezTo>
                    <a:pt x="8480" y="679"/>
                    <a:pt x="7265" y="1013"/>
                    <a:pt x="6444" y="1438"/>
                  </a:cubicBezTo>
                  <a:cubicBezTo>
                    <a:pt x="6444" y="1438"/>
                    <a:pt x="6280" y="1421"/>
                    <a:pt x="6007" y="1421"/>
                  </a:cubicBezTo>
                  <a:cubicBezTo>
                    <a:pt x="4982" y="1421"/>
                    <a:pt x="2425" y="1668"/>
                    <a:pt x="1368" y="4022"/>
                  </a:cubicBezTo>
                  <a:cubicBezTo>
                    <a:pt x="0" y="6970"/>
                    <a:pt x="1611" y="11439"/>
                    <a:pt x="6565" y="13840"/>
                  </a:cubicBezTo>
                  <a:lnTo>
                    <a:pt x="81430" y="44539"/>
                  </a:lnTo>
                  <a:cubicBezTo>
                    <a:pt x="85959" y="46393"/>
                    <a:pt x="90731" y="47548"/>
                    <a:pt x="95595" y="48004"/>
                  </a:cubicBezTo>
                  <a:lnTo>
                    <a:pt x="129759" y="48764"/>
                  </a:lnTo>
                  <a:cubicBezTo>
                    <a:pt x="129802" y="48770"/>
                    <a:pt x="129844" y="48773"/>
                    <a:pt x="129886" y="48773"/>
                  </a:cubicBezTo>
                  <a:cubicBezTo>
                    <a:pt x="130292" y="48773"/>
                    <a:pt x="130658" y="48512"/>
                    <a:pt x="130823" y="48126"/>
                  </a:cubicBezTo>
                  <a:lnTo>
                    <a:pt x="131340" y="46819"/>
                  </a:lnTo>
                  <a:cubicBezTo>
                    <a:pt x="131553" y="46272"/>
                    <a:pt x="131309" y="45664"/>
                    <a:pt x="130762" y="45451"/>
                  </a:cubicBezTo>
                  <a:lnTo>
                    <a:pt x="24924" y="2077"/>
                  </a:lnTo>
                  <a:cubicBezTo>
                    <a:pt x="21630" y="713"/>
                    <a:pt x="18103" y="1"/>
                    <a:pt x="14564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49"/>
            <p:cNvSpPr/>
            <p:nvPr/>
          </p:nvSpPr>
          <p:spPr>
            <a:xfrm>
              <a:off x="4508479" y="3412405"/>
              <a:ext cx="87648" cy="54010"/>
            </a:xfrm>
            <a:custGeom>
              <a:avLst/>
              <a:gdLst/>
              <a:ahLst/>
              <a:cxnLst/>
              <a:rect l="l" t="t" r="r" b="b"/>
              <a:pathLst>
                <a:path w="4651" h="2866" extrusionOk="0">
                  <a:moveTo>
                    <a:pt x="1573" y="1"/>
                  </a:moveTo>
                  <a:cubicBezTo>
                    <a:pt x="1388" y="1"/>
                    <a:pt x="1208" y="98"/>
                    <a:pt x="1094" y="279"/>
                  </a:cubicBezTo>
                  <a:lnTo>
                    <a:pt x="152" y="1799"/>
                  </a:lnTo>
                  <a:cubicBezTo>
                    <a:pt x="0" y="2072"/>
                    <a:pt x="122" y="2407"/>
                    <a:pt x="395" y="2528"/>
                  </a:cubicBezTo>
                  <a:cubicBezTo>
                    <a:pt x="426" y="2528"/>
                    <a:pt x="487" y="2558"/>
                    <a:pt x="517" y="2589"/>
                  </a:cubicBezTo>
                  <a:cubicBezTo>
                    <a:pt x="912" y="2741"/>
                    <a:pt x="1338" y="2832"/>
                    <a:pt x="1794" y="2862"/>
                  </a:cubicBezTo>
                  <a:cubicBezTo>
                    <a:pt x="1841" y="2865"/>
                    <a:pt x="1888" y="2866"/>
                    <a:pt x="1935" y="2866"/>
                  </a:cubicBezTo>
                  <a:cubicBezTo>
                    <a:pt x="3096" y="2866"/>
                    <a:pt x="4153" y="2149"/>
                    <a:pt x="4620" y="1039"/>
                  </a:cubicBezTo>
                  <a:lnTo>
                    <a:pt x="4651" y="948"/>
                  </a:lnTo>
                  <a:lnTo>
                    <a:pt x="3557" y="613"/>
                  </a:lnTo>
                  <a:cubicBezTo>
                    <a:pt x="2979" y="431"/>
                    <a:pt x="2371" y="218"/>
                    <a:pt x="1763" y="36"/>
                  </a:cubicBezTo>
                  <a:cubicBezTo>
                    <a:pt x="1701" y="12"/>
                    <a:pt x="1637" y="1"/>
                    <a:pt x="1573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49"/>
            <p:cNvSpPr/>
            <p:nvPr/>
          </p:nvSpPr>
          <p:spPr>
            <a:xfrm>
              <a:off x="4413383" y="3382139"/>
              <a:ext cx="104835" cy="60436"/>
            </a:xfrm>
            <a:custGeom>
              <a:avLst/>
              <a:gdLst/>
              <a:ahLst/>
              <a:cxnLst/>
              <a:rect l="l" t="t" r="r" b="b"/>
              <a:pathLst>
                <a:path w="5563" h="3207" extrusionOk="0">
                  <a:moveTo>
                    <a:pt x="2888" y="0"/>
                  </a:moveTo>
                  <a:cubicBezTo>
                    <a:pt x="1915" y="91"/>
                    <a:pt x="973" y="304"/>
                    <a:pt x="183" y="730"/>
                  </a:cubicBezTo>
                  <a:cubicBezTo>
                    <a:pt x="183" y="730"/>
                    <a:pt x="122" y="699"/>
                    <a:pt x="1" y="699"/>
                  </a:cubicBezTo>
                  <a:cubicBezTo>
                    <a:pt x="1460" y="1338"/>
                    <a:pt x="2919" y="2341"/>
                    <a:pt x="3952" y="3101"/>
                  </a:cubicBezTo>
                  <a:cubicBezTo>
                    <a:pt x="4048" y="3173"/>
                    <a:pt x="4158" y="3207"/>
                    <a:pt x="4266" y="3207"/>
                  </a:cubicBezTo>
                  <a:cubicBezTo>
                    <a:pt x="4431" y="3207"/>
                    <a:pt x="4589" y="3126"/>
                    <a:pt x="4681" y="2979"/>
                  </a:cubicBezTo>
                  <a:lnTo>
                    <a:pt x="5381" y="1824"/>
                  </a:lnTo>
                  <a:cubicBezTo>
                    <a:pt x="5563" y="1520"/>
                    <a:pt x="5411" y="1155"/>
                    <a:pt x="5107" y="1003"/>
                  </a:cubicBezTo>
                  <a:cubicBezTo>
                    <a:pt x="4347" y="730"/>
                    <a:pt x="3618" y="395"/>
                    <a:pt x="2888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49"/>
            <p:cNvSpPr/>
            <p:nvPr/>
          </p:nvSpPr>
          <p:spPr>
            <a:xfrm>
              <a:off x="4295388" y="3427388"/>
              <a:ext cx="1841006" cy="846630"/>
            </a:xfrm>
            <a:custGeom>
              <a:avLst/>
              <a:gdLst/>
              <a:ahLst/>
              <a:cxnLst/>
              <a:rect l="l" t="t" r="r" b="b"/>
              <a:pathLst>
                <a:path w="97692" h="44926" fill="none" extrusionOk="0">
                  <a:moveTo>
                    <a:pt x="95898" y="43527"/>
                  </a:moveTo>
                  <a:cubicBezTo>
                    <a:pt x="92920" y="41247"/>
                    <a:pt x="89698" y="39302"/>
                    <a:pt x="86263" y="37782"/>
                  </a:cubicBezTo>
                  <a:lnTo>
                    <a:pt x="9149" y="4985"/>
                  </a:lnTo>
                  <a:cubicBezTo>
                    <a:pt x="6414" y="3800"/>
                    <a:pt x="3951" y="2128"/>
                    <a:pt x="1915" y="1"/>
                  </a:cubicBezTo>
                  <a:lnTo>
                    <a:pt x="1915" y="1"/>
                  </a:lnTo>
                  <a:cubicBezTo>
                    <a:pt x="1702" y="244"/>
                    <a:pt x="1520" y="548"/>
                    <a:pt x="1368" y="882"/>
                  </a:cubicBezTo>
                  <a:cubicBezTo>
                    <a:pt x="0" y="3830"/>
                    <a:pt x="1611" y="8299"/>
                    <a:pt x="6565" y="10700"/>
                  </a:cubicBezTo>
                  <a:lnTo>
                    <a:pt x="81430" y="41399"/>
                  </a:lnTo>
                  <a:cubicBezTo>
                    <a:pt x="85959" y="43253"/>
                    <a:pt x="90731" y="44408"/>
                    <a:pt x="95595" y="44864"/>
                  </a:cubicBezTo>
                  <a:lnTo>
                    <a:pt x="97692" y="44925"/>
                  </a:lnTo>
                  <a:lnTo>
                    <a:pt x="95898" y="43527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49"/>
            <p:cNvSpPr/>
            <p:nvPr/>
          </p:nvSpPr>
          <p:spPr>
            <a:xfrm>
              <a:off x="6240723" y="3657196"/>
              <a:ext cx="658746" cy="541210"/>
            </a:xfrm>
            <a:custGeom>
              <a:avLst/>
              <a:gdLst/>
              <a:ahLst/>
              <a:cxnLst/>
              <a:rect l="l" t="t" r="r" b="b"/>
              <a:pathLst>
                <a:path w="34956" h="28719" extrusionOk="0">
                  <a:moveTo>
                    <a:pt x="30721" y="1"/>
                  </a:moveTo>
                  <a:cubicBezTo>
                    <a:pt x="29670" y="1"/>
                    <a:pt x="28628" y="298"/>
                    <a:pt x="27722" y="877"/>
                  </a:cubicBezTo>
                  <a:lnTo>
                    <a:pt x="1" y="18840"/>
                  </a:lnTo>
                  <a:lnTo>
                    <a:pt x="24135" y="28719"/>
                  </a:lnTo>
                  <a:lnTo>
                    <a:pt x="34956" y="1120"/>
                  </a:lnTo>
                  <a:lnTo>
                    <a:pt x="32524" y="299"/>
                  </a:lnTo>
                  <a:cubicBezTo>
                    <a:pt x="31936" y="99"/>
                    <a:pt x="31327" y="1"/>
                    <a:pt x="30721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49"/>
            <p:cNvSpPr/>
            <p:nvPr/>
          </p:nvSpPr>
          <p:spPr>
            <a:xfrm>
              <a:off x="6244737" y="4129683"/>
              <a:ext cx="637545" cy="106079"/>
            </a:xfrm>
            <a:custGeom>
              <a:avLst/>
              <a:gdLst/>
              <a:ahLst/>
              <a:cxnLst/>
              <a:rect l="l" t="t" r="r" b="b"/>
              <a:pathLst>
                <a:path w="33831" h="5629" extrusionOk="0">
                  <a:moveTo>
                    <a:pt x="32220" y="1"/>
                  </a:moveTo>
                  <a:lnTo>
                    <a:pt x="335" y="1551"/>
                  </a:lnTo>
                  <a:cubicBezTo>
                    <a:pt x="31" y="1581"/>
                    <a:pt x="1" y="2007"/>
                    <a:pt x="274" y="2067"/>
                  </a:cubicBezTo>
                  <a:lnTo>
                    <a:pt x="14773" y="5350"/>
                  </a:lnTo>
                  <a:cubicBezTo>
                    <a:pt x="15577" y="5537"/>
                    <a:pt x="16401" y="5628"/>
                    <a:pt x="17226" y="5628"/>
                  </a:cubicBezTo>
                  <a:cubicBezTo>
                    <a:pt x="18149" y="5628"/>
                    <a:pt x="19072" y="5514"/>
                    <a:pt x="19971" y="5289"/>
                  </a:cubicBezTo>
                  <a:lnTo>
                    <a:pt x="33831" y="1733"/>
                  </a:lnTo>
                  <a:lnTo>
                    <a:pt x="32220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49"/>
            <p:cNvSpPr/>
            <p:nvPr/>
          </p:nvSpPr>
          <p:spPr>
            <a:xfrm>
              <a:off x="6240723" y="3657196"/>
              <a:ext cx="658746" cy="404885"/>
            </a:xfrm>
            <a:custGeom>
              <a:avLst/>
              <a:gdLst/>
              <a:ahLst/>
              <a:cxnLst/>
              <a:rect l="l" t="t" r="r" b="b"/>
              <a:pathLst>
                <a:path w="34956" h="21485" extrusionOk="0">
                  <a:moveTo>
                    <a:pt x="30721" y="1"/>
                  </a:moveTo>
                  <a:cubicBezTo>
                    <a:pt x="29670" y="1"/>
                    <a:pt x="28628" y="298"/>
                    <a:pt x="27722" y="877"/>
                  </a:cubicBezTo>
                  <a:lnTo>
                    <a:pt x="1" y="18840"/>
                  </a:lnTo>
                  <a:lnTo>
                    <a:pt x="6445" y="21485"/>
                  </a:lnTo>
                  <a:cubicBezTo>
                    <a:pt x="12250" y="15892"/>
                    <a:pt x="24287" y="5436"/>
                    <a:pt x="33922" y="3734"/>
                  </a:cubicBezTo>
                  <a:lnTo>
                    <a:pt x="34956" y="1120"/>
                  </a:lnTo>
                  <a:lnTo>
                    <a:pt x="32524" y="299"/>
                  </a:lnTo>
                  <a:cubicBezTo>
                    <a:pt x="31936" y="99"/>
                    <a:pt x="31327" y="1"/>
                    <a:pt x="30721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49"/>
            <p:cNvSpPr/>
            <p:nvPr/>
          </p:nvSpPr>
          <p:spPr>
            <a:xfrm>
              <a:off x="4727865" y="3466267"/>
              <a:ext cx="123755" cy="159975"/>
            </a:xfrm>
            <a:custGeom>
              <a:avLst/>
              <a:gdLst/>
              <a:ahLst/>
              <a:cxnLst/>
              <a:rect l="l" t="t" r="r" b="b"/>
              <a:pathLst>
                <a:path w="6567" h="8489" extrusionOk="0">
                  <a:moveTo>
                    <a:pt x="3412" y="0"/>
                  </a:moveTo>
                  <a:cubicBezTo>
                    <a:pt x="3040" y="0"/>
                    <a:pt x="2692" y="206"/>
                    <a:pt x="2554" y="552"/>
                  </a:cubicBezTo>
                  <a:lnTo>
                    <a:pt x="183" y="6357"/>
                  </a:lnTo>
                  <a:cubicBezTo>
                    <a:pt x="1" y="6813"/>
                    <a:pt x="214" y="7360"/>
                    <a:pt x="669" y="7543"/>
                  </a:cubicBezTo>
                  <a:lnTo>
                    <a:pt x="2797" y="8424"/>
                  </a:lnTo>
                  <a:cubicBezTo>
                    <a:pt x="2906" y="8468"/>
                    <a:pt x="3021" y="8489"/>
                    <a:pt x="3134" y="8489"/>
                  </a:cubicBezTo>
                  <a:cubicBezTo>
                    <a:pt x="3494" y="8489"/>
                    <a:pt x="3844" y="8277"/>
                    <a:pt x="3983" y="7907"/>
                  </a:cubicBezTo>
                  <a:lnTo>
                    <a:pt x="6353" y="2132"/>
                  </a:lnTo>
                  <a:cubicBezTo>
                    <a:pt x="6566" y="1676"/>
                    <a:pt x="6323" y="1129"/>
                    <a:pt x="5867" y="947"/>
                  </a:cubicBezTo>
                  <a:lnTo>
                    <a:pt x="3770" y="65"/>
                  </a:lnTo>
                  <a:cubicBezTo>
                    <a:pt x="3652" y="21"/>
                    <a:pt x="3531" y="0"/>
                    <a:pt x="3412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49"/>
            <p:cNvSpPr/>
            <p:nvPr/>
          </p:nvSpPr>
          <p:spPr>
            <a:xfrm>
              <a:off x="4920923" y="3530061"/>
              <a:ext cx="53275" cy="63225"/>
            </a:xfrm>
            <a:custGeom>
              <a:avLst/>
              <a:gdLst/>
              <a:ahLst/>
              <a:cxnLst/>
              <a:rect l="l" t="t" r="r" b="b"/>
              <a:pathLst>
                <a:path w="2827" h="3355" extrusionOk="0">
                  <a:moveTo>
                    <a:pt x="1375" y="1"/>
                  </a:moveTo>
                  <a:cubicBezTo>
                    <a:pt x="1175" y="1"/>
                    <a:pt x="1006" y="96"/>
                    <a:pt x="942" y="267"/>
                  </a:cubicBezTo>
                  <a:lnTo>
                    <a:pt x="91" y="2334"/>
                  </a:lnTo>
                  <a:cubicBezTo>
                    <a:pt x="0" y="2577"/>
                    <a:pt x="152" y="2851"/>
                    <a:pt x="426" y="2972"/>
                  </a:cubicBezTo>
                  <a:lnTo>
                    <a:pt x="1186" y="3306"/>
                  </a:lnTo>
                  <a:cubicBezTo>
                    <a:pt x="1260" y="3340"/>
                    <a:pt x="1340" y="3355"/>
                    <a:pt x="1417" y="3355"/>
                  </a:cubicBezTo>
                  <a:cubicBezTo>
                    <a:pt x="1624" y="3355"/>
                    <a:pt x="1818" y="3248"/>
                    <a:pt x="1885" y="3094"/>
                  </a:cubicBezTo>
                  <a:lnTo>
                    <a:pt x="2736" y="996"/>
                  </a:lnTo>
                  <a:cubicBezTo>
                    <a:pt x="2827" y="784"/>
                    <a:pt x="2675" y="480"/>
                    <a:pt x="2401" y="358"/>
                  </a:cubicBezTo>
                  <a:lnTo>
                    <a:pt x="1641" y="54"/>
                  </a:lnTo>
                  <a:cubicBezTo>
                    <a:pt x="1551" y="18"/>
                    <a:pt x="1460" y="1"/>
                    <a:pt x="1375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49"/>
            <p:cNvSpPr/>
            <p:nvPr/>
          </p:nvSpPr>
          <p:spPr>
            <a:xfrm>
              <a:off x="4999963" y="3562721"/>
              <a:ext cx="53859" cy="63225"/>
            </a:xfrm>
            <a:custGeom>
              <a:avLst/>
              <a:gdLst/>
              <a:ahLst/>
              <a:cxnLst/>
              <a:rect l="l" t="t" r="r" b="b"/>
              <a:pathLst>
                <a:path w="2858" h="3355" extrusionOk="0">
                  <a:moveTo>
                    <a:pt x="1396" y="0"/>
                  </a:moveTo>
                  <a:cubicBezTo>
                    <a:pt x="1206" y="0"/>
                    <a:pt x="1037" y="96"/>
                    <a:pt x="973" y="266"/>
                  </a:cubicBezTo>
                  <a:lnTo>
                    <a:pt x="122" y="2333"/>
                  </a:lnTo>
                  <a:cubicBezTo>
                    <a:pt x="1" y="2577"/>
                    <a:pt x="153" y="2850"/>
                    <a:pt x="457" y="2972"/>
                  </a:cubicBezTo>
                  <a:lnTo>
                    <a:pt x="1217" y="3306"/>
                  </a:lnTo>
                  <a:cubicBezTo>
                    <a:pt x="1291" y="3339"/>
                    <a:pt x="1368" y="3354"/>
                    <a:pt x="1443" y="3354"/>
                  </a:cubicBezTo>
                  <a:cubicBezTo>
                    <a:pt x="1643" y="3354"/>
                    <a:pt x="1827" y="3248"/>
                    <a:pt x="1916" y="3093"/>
                  </a:cubicBezTo>
                  <a:lnTo>
                    <a:pt x="2767" y="996"/>
                  </a:lnTo>
                  <a:cubicBezTo>
                    <a:pt x="2858" y="783"/>
                    <a:pt x="2706" y="479"/>
                    <a:pt x="2432" y="358"/>
                  </a:cubicBezTo>
                  <a:lnTo>
                    <a:pt x="1642" y="54"/>
                  </a:lnTo>
                  <a:cubicBezTo>
                    <a:pt x="1560" y="17"/>
                    <a:pt x="1476" y="0"/>
                    <a:pt x="1396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49"/>
            <p:cNvSpPr/>
            <p:nvPr/>
          </p:nvSpPr>
          <p:spPr>
            <a:xfrm>
              <a:off x="5079587" y="3595362"/>
              <a:ext cx="53859" cy="63225"/>
            </a:xfrm>
            <a:custGeom>
              <a:avLst/>
              <a:gdLst/>
              <a:ahLst/>
              <a:cxnLst/>
              <a:rect l="l" t="t" r="r" b="b"/>
              <a:pathLst>
                <a:path w="2858" h="3355" extrusionOk="0">
                  <a:moveTo>
                    <a:pt x="1395" y="1"/>
                  </a:moveTo>
                  <a:cubicBezTo>
                    <a:pt x="1203" y="1"/>
                    <a:pt x="1028" y="96"/>
                    <a:pt x="943" y="267"/>
                  </a:cubicBezTo>
                  <a:lnTo>
                    <a:pt x="92" y="2334"/>
                  </a:lnTo>
                  <a:cubicBezTo>
                    <a:pt x="1" y="2577"/>
                    <a:pt x="153" y="2881"/>
                    <a:pt x="426" y="2972"/>
                  </a:cubicBezTo>
                  <a:lnTo>
                    <a:pt x="1217" y="3307"/>
                  </a:lnTo>
                  <a:cubicBezTo>
                    <a:pt x="1291" y="3340"/>
                    <a:pt x="1368" y="3355"/>
                    <a:pt x="1443" y="3355"/>
                  </a:cubicBezTo>
                  <a:cubicBezTo>
                    <a:pt x="1640" y="3355"/>
                    <a:pt x="1819" y="3248"/>
                    <a:pt x="1885" y="3094"/>
                  </a:cubicBezTo>
                  <a:lnTo>
                    <a:pt x="2736" y="1027"/>
                  </a:lnTo>
                  <a:cubicBezTo>
                    <a:pt x="2858" y="784"/>
                    <a:pt x="2706" y="480"/>
                    <a:pt x="2402" y="389"/>
                  </a:cubicBezTo>
                  <a:lnTo>
                    <a:pt x="1642" y="54"/>
                  </a:lnTo>
                  <a:cubicBezTo>
                    <a:pt x="1560" y="18"/>
                    <a:pt x="1476" y="1"/>
                    <a:pt x="1395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49"/>
            <p:cNvSpPr/>
            <p:nvPr/>
          </p:nvSpPr>
          <p:spPr>
            <a:xfrm>
              <a:off x="5159211" y="3628022"/>
              <a:ext cx="53294" cy="63225"/>
            </a:xfrm>
            <a:custGeom>
              <a:avLst/>
              <a:gdLst/>
              <a:ahLst/>
              <a:cxnLst/>
              <a:rect l="l" t="t" r="r" b="b"/>
              <a:pathLst>
                <a:path w="2828" h="3355" extrusionOk="0">
                  <a:moveTo>
                    <a:pt x="1389" y="0"/>
                  </a:moveTo>
                  <a:cubicBezTo>
                    <a:pt x="1191" y="0"/>
                    <a:pt x="1007" y="96"/>
                    <a:pt x="943" y="267"/>
                  </a:cubicBezTo>
                  <a:lnTo>
                    <a:pt x="92" y="2333"/>
                  </a:lnTo>
                  <a:cubicBezTo>
                    <a:pt x="1" y="2577"/>
                    <a:pt x="153" y="2881"/>
                    <a:pt x="426" y="2972"/>
                  </a:cubicBezTo>
                  <a:lnTo>
                    <a:pt x="1217" y="3306"/>
                  </a:lnTo>
                  <a:cubicBezTo>
                    <a:pt x="1291" y="3339"/>
                    <a:pt x="1368" y="3354"/>
                    <a:pt x="1443" y="3354"/>
                  </a:cubicBezTo>
                  <a:cubicBezTo>
                    <a:pt x="1640" y="3354"/>
                    <a:pt x="1819" y="3248"/>
                    <a:pt x="1885" y="3093"/>
                  </a:cubicBezTo>
                  <a:lnTo>
                    <a:pt x="2736" y="1026"/>
                  </a:lnTo>
                  <a:cubicBezTo>
                    <a:pt x="2828" y="783"/>
                    <a:pt x="2706" y="479"/>
                    <a:pt x="2402" y="388"/>
                  </a:cubicBezTo>
                  <a:lnTo>
                    <a:pt x="1642" y="54"/>
                  </a:lnTo>
                  <a:cubicBezTo>
                    <a:pt x="1560" y="18"/>
                    <a:pt x="1473" y="0"/>
                    <a:pt x="1389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49"/>
            <p:cNvSpPr/>
            <p:nvPr/>
          </p:nvSpPr>
          <p:spPr>
            <a:xfrm>
              <a:off x="5238835" y="3660776"/>
              <a:ext cx="53294" cy="63225"/>
            </a:xfrm>
            <a:custGeom>
              <a:avLst/>
              <a:gdLst/>
              <a:ahLst/>
              <a:cxnLst/>
              <a:rect l="l" t="t" r="r" b="b"/>
              <a:pathLst>
                <a:path w="2828" h="3355" extrusionOk="0">
                  <a:moveTo>
                    <a:pt x="1397" y="0"/>
                  </a:moveTo>
                  <a:cubicBezTo>
                    <a:pt x="1188" y="0"/>
                    <a:pt x="1009" y="107"/>
                    <a:pt x="943" y="261"/>
                  </a:cubicBezTo>
                  <a:lnTo>
                    <a:pt x="92" y="2328"/>
                  </a:lnTo>
                  <a:cubicBezTo>
                    <a:pt x="1" y="2571"/>
                    <a:pt x="153" y="2875"/>
                    <a:pt x="426" y="2997"/>
                  </a:cubicBezTo>
                  <a:lnTo>
                    <a:pt x="1186" y="3301"/>
                  </a:lnTo>
                  <a:cubicBezTo>
                    <a:pt x="1277" y="3337"/>
                    <a:pt x="1368" y="3354"/>
                    <a:pt x="1453" y="3354"/>
                  </a:cubicBezTo>
                  <a:cubicBezTo>
                    <a:pt x="1653" y="3354"/>
                    <a:pt x="1821" y="3259"/>
                    <a:pt x="1885" y="3088"/>
                  </a:cubicBezTo>
                  <a:lnTo>
                    <a:pt x="2736" y="1021"/>
                  </a:lnTo>
                  <a:cubicBezTo>
                    <a:pt x="2828" y="778"/>
                    <a:pt x="2676" y="504"/>
                    <a:pt x="2402" y="383"/>
                  </a:cubicBezTo>
                  <a:lnTo>
                    <a:pt x="1642" y="48"/>
                  </a:lnTo>
                  <a:cubicBezTo>
                    <a:pt x="1559" y="15"/>
                    <a:pt x="1476" y="0"/>
                    <a:pt x="1397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49"/>
            <p:cNvSpPr/>
            <p:nvPr/>
          </p:nvSpPr>
          <p:spPr>
            <a:xfrm>
              <a:off x="5317894" y="3693418"/>
              <a:ext cx="53859" cy="63225"/>
            </a:xfrm>
            <a:custGeom>
              <a:avLst/>
              <a:gdLst/>
              <a:ahLst/>
              <a:cxnLst/>
              <a:rect l="l" t="t" r="r" b="b"/>
              <a:pathLst>
                <a:path w="2858" h="3355" extrusionOk="0">
                  <a:moveTo>
                    <a:pt x="1416" y="1"/>
                  </a:moveTo>
                  <a:cubicBezTo>
                    <a:pt x="1218" y="1"/>
                    <a:pt x="1039" y="107"/>
                    <a:pt x="973" y="262"/>
                  </a:cubicBezTo>
                  <a:lnTo>
                    <a:pt x="122" y="2359"/>
                  </a:lnTo>
                  <a:cubicBezTo>
                    <a:pt x="0" y="2572"/>
                    <a:pt x="152" y="2876"/>
                    <a:pt x="456" y="2997"/>
                  </a:cubicBezTo>
                  <a:lnTo>
                    <a:pt x="1216" y="3301"/>
                  </a:lnTo>
                  <a:cubicBezTo>
                    <a:pt x="1298" y="3338"/>
                    <a:pt x="1382" y="3355"/>
                    <a:pt x="1464" y="3355"/>
                  </a:cubicBezTo>
                  <a:cubicBezTo>
                    <a:pt x="1655" y="3355"/>
                    <a:pt x="1830" y="3259"/>
                    <a:pt x="1915" y="3088"/>
                  </a:cubicBezTo>
                  <a:lnTo>
                    <a:pt x="2766" y="1022"/>
                  </a:lnTo>
                  <a:cubicBezTo>
                    <a:pt x="2858" y="778"/>
                    <a:pt x="2706" y="505"/>
                    <a:pt x="2432" y="383"/>
                  </a:cubicBezTo>
                  <a:lnTo>
                    <a:pt x="1642" y="49"/>
                  </a:lnTo>
                  <a:cubicBezTo>
                    <a:pt x="1567" y="16"/>
                    <a:pt x="1490" y="1"/>
                    <a:pt x="1416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49"/>
            <p:cNvSpPr/>
            <p:nvPr/>
          </p:nvSpPr>
          <p:spPr>
            <a:xfrm>
              <a:off x="5397518" y="3726323"/>
              <a:ext cx="53859" cy="62980"/>
            </a:xfrm>
            <a:custGeom>
              <a:avLst/>
              <a:gdLst/>
              <a:ahLst/>
              <a:cxnLst/>
              <a:rect l="l" t="t" r="r" b="b"/>
              <a:pathLst>
                <a:path w="2858" h="3342" extrusionOk="0">
                  <a:moveTo>
                    <a:pt x="1425" y="0"/>
                  </a:moveTo>
                  <a:cubicBezTo>
                    <a:pt x="1224" y="0"/>
                    <a:pt x="1040" y="91"/>
                    <a:pt x="973" y="248"/>
                  </a:cubicBezTo>
                  <a:lnTo>
                    <a:pt x="92" y="2346"/>
                  </a:lnTo>
                  <a:cubicBezTo>
                    <a:pt x="0" y="2558"/>
                    <a:pt x="152" y="2862"/>
                    <a:pt x="456" y="2984"/>
                  </a:cubicBezTo>
                  <a:lnTo>
                    <a:pt x="1216" y="3288"/>
                  </a:lnTo>
                  <a:cubicBezTo>
                    <a:pt x="1298" y="3324"/>
                    <a:pt x="1382" y="3341"/>
                    <a:pt x="1463" y="3341"/>
                  </a:cubicBezTo>
                  <a:cubicBezTo>
                    <a:pt x="1652" y="3341"/>
                    <a:pt x="1821" y="3246"/>
                    <a:pt x="1885" y="3075"/>
                  </a:cubicBezTo>
                  <a:lnTo>
                    <a:pt x="2766" y="1008"/>
                  </a:lnTo>
                  <a:cubicBezTo>
                    <a:pt x="2858" y="765"/>
                    <a:pt x="2706" y="491"/>
                    <a:pt x="2402" y="370"/>
                  </a:cubicBezTo>
                  <a:lnTo>
                    <a:pt x="1642" y="35"/>
                  </a:lnTo>
                  <a:cubicBezTo>
                    <a:pt x="1570" y="12"/>
                    <a:pt x="1497" y="0"/>
                    <a:pt x="1425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49"/>
            <p:cNvSpPr/>
            <p:nvPr/>
          </p:nvSpPr>
          <p:spPr>
            <a:xfrm>
              <a:off x="5477142" y="3758964"/>
              <a:ext cx="53859" cy="62980"/>
            </a:xfrm>
            <a:custGeom>
              <a:avLst/>
              <a:gdLst/>
              <a:ahLst/>
              <a:cxnLst/>
              <a:rect l="l" t="t" r="r" b="b"/>
              <a:pathLst>
                <a:path w="2858" h="3342" extrusionOk="0">
                  <a:moveTo>
                    <a:pt x="1425" y="1"/>
                  </a:moveTo>
                  <a:cubicBezTo>
                    <a:pt x="1222" y="1"/>
                    <a:pt x="1032" y="92"/>
                    <a:pt x="943" y="249"/>
                  </a:cubicBezTo>
                  <a:lnTo>
                    <a:pt x="92" y="2346"/>
                  </a:lnTo>
                  <a:cubicBezTo>
                    <a:pt x="0" y="2559"/>
                    <a:pt x="152" y="2863"/>
                    <a:pt x="426" y="2984"/>
                  </a:cubicBezTo>
                  <a:lnTo>
                    <a:pt x="1216" y="3288"/>
                  </a:lnTo>
                  <a:cubicBezTo>
                    <a:pt x="1298" y="3325"/>
                    <a:pt x="1382" y="3342"/>
                    <a:pt x="1463" y="3342"/>
                  </a:cubicBezTo>
                  <a:cubicBezTo>
                    <a:pt x="1652" y="3342"/>
                    <a:pt x="1821" y="3246"/>
                    <a:pt x="1885" y="3076"/>
                  </a:cubicBezTo>
                  <a:lnTo>
                    <a:pt x="2736" y="1009"/>
                  </a:lnTo>
                  <a:cubicBezTo>
                    <a:pt x="2858" y="765"/>
                    <a:pt x="2706" y="492"/>
                    <a:pt x="2402" y="370"/>
                  </a:cubicBezTo>
                  <a:lnTo>
                    <a:pt x="1642" y="36"/>
                  </a:lnTo>
                  <a:cubicBezTo>
                    <a:pt x="1570" y="12"/>
                    <a:pt x="1497" y="1"/>
                    <a:pt x="1425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49"/>
            <p:cNvSpPr/>
            <p:nvPr/>
          </p:nvSpPr>
          <p:spPr>
            <a:xfrm>
              <a:off x="5556766" y="3791850"/>
              <a:ext cx="53294" cy="62754"/>
            </a:xfrm>
            <a:custGeom>
              <a:avLst/>
              <a:gdLst/>
              <a:ahLst/>
              <a:cxnLst/>
              <a:rect l="l" t="t" r="r" b="b"/>
              <a:pathLst>
                <a:path w="2828" h="3330" extrusionOk="0">
                  <a:moveTo>
                    <a:pt x="1389" y="0"/>
                  </a:moveTo>
                  <a:cubicBezTo>
                    <a:pt x="1190" y="0"/>
                    <a:pt x="1007" y="96"/>
                    <a:pt x="943" y="267"/>
                  </a:cubicBezTo>
                  <a:lnTo>
                    <a:pt x="92" y="2334"/>
                  </a:lnTo>
                  <a:cubicBezTo>
                    <a:pt x="0" y="2546"/>
                    <a:pt x="152" y="2850"/>
                    <a:pt x="426" y="2972"/>
                  </a:cubicBezTo>
                  <a:lnTo>
                    <a:pt x="1186" y="3276"/>
                  </a:lnTo>
                  <a:cubicBezTo>
                    <a:pt x="1277" y="3312"/>
                    <a:pt x="1367" y="3329"/>
                    <a:pt x="1452" y="3329"/>
                  </a:cubicBezTo>
                  <a:cubicBezTo>
                    <a:pt x="1652" y="3329"/>
                    <a:pt x="1821" y="3234"/>
                    <a:pt x="1885" y="3063"/>
                  </a:cubicBezTo>
                  <a:lnTo>
                    <a:pt x="2736" y="996"/>
                  </a:lnTo>
                  <a:cubicBezTo>
                    <a:pt x="2827" y="753"/>
                    <a:pt x="2675" y="479"/>
                    <a:pt x="2402" y="358"/>
                  </a:cubicBezTo>
                  <a:lnTo>
                    <a:pt x="1642" y="54"/>
                  </a:lnTo>
                  <a:cubicBezTo>
                    <a:pt x="1560" y="18"/>
                    <a:pt x="1473" y="0"/>
                    <a:pt x="1389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49"/>
            <p:cNvSpPr/>
            <p:nvPr/>
          </p:nvSpPr>
          <p:spPr>
            <a:xfrm>
              <a:off x="5636390" y="3824491"/>
              <a:ext cx="53294" cy="62773"/>
            </a:xfrm>
            <a:custGeom>
              <a:avLst/>
              <a:gdLst/>
              <a:ahLst/>
              <a:cxnLst/>
              <a:rect l="l" t="t" r="r" b="b"/>
              <a:pathLst>
                <a:path w="2828" h="3331" extrusionOk="0">
                  <a:moveTo>
                    <a:pt x="1375" y="1"/>
                  </a:moveTo>
                  <a:cubicBezTo>
                    <a:pt x="1175" y="1"/>
                    <a:pt x="1007" y="97"/>
                    <a:pt x="943" y="267"/>
                  </a:cubicBezTo>
                  <a:lnTo>
                    <a:pt x="92" y="2334"/>
                  </a:lnTo>
                  <a:cubicBezTo>
                    <a:pt x="0" y="2547"/>
                    <a:pt x="152" y="2851"/>
                    <a:pt x="426" y="2972"/>
                  </a:cubicBezTo>
                  <a:lnTo>
                    <a:pt x="1186" y="3276"/>
                  </a:lnTo>
                  <a:cubicBezTo>
                    <a:pt x="1267" y="3313"/>
                    <a:pt x="1354" y="3330"/>
                    <a:pt x="1439" y="3330"/>
                  </a:cubicBezTo>
                  <a:cubicBezTo>
                    <a:pt x="1637" y="3330"/>
                    <a:pt x="1821" y="3234"/>
                    <a:pt x="1885" y="3064"/>
                  </a:cubicBezTo>
                  <a:lnTo>
                    <a:pt x="2736" y="997"/>
                  </a:lnTo>
                  <a:cubicBezTo>
                    <a:pt x="2827" y="754"/>
                    <a:pt x="2675" y="480"/>
                    <a:pt x="2402" y="358"/>
                  </a:cubicBezTo>
                  <a:lnTo>
                    <a:pt x="1642" y="54"/>
                  </a:lnTo>
                  <a:cubicBezTo>
                    <a:pt x="1551" y="18"/>
                    <a:pt x="1460" y="1"/>
                    <a:pt x="1375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49"/>
            <p:cNvSpPr/>
            <p:nvPr/>
          </p:nvSpPr>
          <p:spPr>
            <a:xfrm>
              <a:off x="5715430" y="3857151"/>
              <a:ext cx="53878" cy="62754"/>
            </a:xfrm>
            <a:custGeom>
              <a:avLst/>
              <a:gdLst/>
              <a:ahLst/>
              <a:cxnLst/>
              <a:rect l="l" t="t" r="r" b="b"/>
              <a:pathLst>
                <a:path w="2859" h="3330" extrusionOk="0">
                  <a:moveTo>
                    <a:pt x="1396" y="0"/>
                  </a:moveTo>
                  <a:cubicBezTo>
                    <a:pt x="1206" y="0"/>
                    <a:pt x="1038" y="96"/>
                    <a:pt x="974" y="267"/>
                  </a:cubicBezTo>
                  <a:lnTo>
                    <a:pt x="123" y="2334"/>
                  </a:lnTo>
                  <a:cubicBezTo>
                    <a:pt x="1" y="2577"/>
                    <a:pt x="153" y="2850"/>
                    <a:pt x="457" y="2972"/>
                  </a:cubicBezTo>
                  <a:lnTo>
                    <a:pt x="1217" y="3276"/>
                  </a:lnTo>
                  <a:cubicBezTo>
                    <a:pt x="1298" y="3312"/>
                    <a:pt x="1383" y="3330"/>
                    <a:pt x="1464" y="3330"/>
                  </a:cubicBezTo>
                  <a:cubicBezTo>
                    <a:pt x="1656" y="3330"/>
                    <a:pt x="1831" y="3234"/>
                    <a:pt x="1916" y="3063"/>
                  </a:cubicBezTo>
                  <a:lnTo>
                    <a:pt x="2767" y="996"/>
                  </a:lnTo>
                  <a:cubicBezTo>
                    <a:pt x="2858" y="753"/>
                    <a:pt x="2706" y="480"/>
                    <a:pt x="2433" y="358"/>
                  </a:cubicBezTo>
                  <a:lnTo>
                    <a:pt x="1642" y="54"/>
                  </a:lnTo>
                  <a:cubicBezTo>
                    <a:pt x="1561" y="18"/>
                    <a:pt x="1476" y="0"/>
                    <a:pt x="1396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9"/>
            <p:cNvSpPr/>
            <p:nvPr/>
          </p:nvSpPr>
          <p:spPr>
            <a:xfrm>
              <a:off x="5795054" y="3889793"/>
              <a:ext cx="53878" cy="62773"/>
            </a:xfrm>
            <a:custGeom>
              <a:avLst/>
              <a:gdLst/>
              <a:ahLst/>
              <a:cxnLst/>
              <a:rect l="l" t="t" r="r" b="b"/>
              <a:pathLst>
                <a:path w="2859" h="3331" extrusionOk="0">
                  <a:moveTo>
                    <a:pt x="1396" y="1"/>
                  </a:moveTo>
                  <a:cubicBezTo>
                    <a:pt x="1206" y="1"/>
                    <a:pt x="1038" y="97"/>
                    <a:pt x="974" y="267"/>
                  </a:cubicBezTo>
                  <a:lnTo>
                    <a:pt x="92" y="2334"/>
                  </a:lnTo>
                  <a:cubicBezTo>
                    <a:pt x="1" y="2577"/>
                    <a:pt x="153" y="2851"/>
                    <a:pt x="457" y="2973"/>
                  </a:cubicBezTo>
                  <a:lnTo>
                    <a:pt x="1217" y="3277"/>
                  </a:lnTo>
                  <a:cubicBezTo>
                    <a:pt x="1298" y="3313"/>
                    <a:pt x="1383" y="3330"/>
                    <a:pt x="1463" y="3330"/>
                  </a:cubicBezTo>
                  <a:cubicBezTo>
                    <a:pt x="1653" y="3330"/>
                    <a:pt x="1822" y="3234"/>
                    <a:pt x="1886" y="3064"/>
                  </a:cubicBezTo>
                  <a:lnTo>
                    <a:pt x="2767" y="997"/>
                  </a:lnTo>
                  <a:cubicBezTo>
                    <a:pt x="2858" y="754"/>
                    <a:pt x="2706" y="480"/>
                    <a:pt x="2402" y="359"/>
                  </a:cubicBezTo>
                  <a:lnTo>
                    <a:pt x="1642" y="55"/>
                  </a:lnTo>
                  <a:cubicBezTo>
                    <a:pt x="1561" y="18"/>
                    <a:pt x="1476" y="1"/>
                    <a:pt x="1396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9"/>
            <p:cNvSpPr/>
            <p:nvPr/>
          </p:nvSpPr>
          <p:spPr>
            <a:xfrm>
              <a:off x="5874678" y="3922453"/>
              <a:ext cx="53294" cy="62754"/>
            </a:xfrm>
            <a:custGeom>
              <a:avLst/>
              <a:gdLst/>
              <a:ahLst/>
              <a:cxnLst/>
              <a:rect l="l" t="t" r="r" b="b"/>
              <a:pathLst>
                <a:path w="2828" h="3330" extrusionOk="0">
                  <a:moveTo>
                    <a:pt x="1389" y="1"/>
                  </a:moveTo>
                  <a:cubicBezTo>
                    <a:pt x="1191" y="1"/>
                    <a:pt x="1007" y="96"/>
                    <a:pt x="943" y="267"/>
                  </a:cubicBezTo>
                  <a:lnTo>
                    <a:pt x="92" y="2334"/>
                  </a:lnTo>
                  <a:cubicBezTo>
                    <a:pt x="1" y="2577"/>
                    <a:pt x="153" y="2851"/>
                    <a:pt x="427" y="2972"/>
                  </a:cubicBezTo>
                  <a:lnTo>
                    <a:pt x="1217" y="3276"/>
                  </a:lnTo>
                  <a:cubicBezTo>
                    <a:pt x="1298" y="3312"/>
                    <a:pt x="1383" y="3330"/>
                    <a:pt x="1463" y="3330"/>
                  </a:cubicBezTo>
                  <a:cubicBezTo>
                    <a:pt x="1653" y="3330"/>
                    <a:pt x="1822" y="3234"/>
                    <a:pt x="1886" y="3063"/>
                  </a:cubicBezTo>
                  <a:lnTo>
                    <a:pt x="2737" y="996"/>
                  </a:lnTo>
                  <a:cubicBezTo>
                    <a:pt x="2828" y="753"/>
                    <a:pt x="2676" y="480"/>
                    <a:pt x="2402" y="358"/>
                  </a:cubicBezTo>
                  <a:lnTo>
                    <a:pt x="1642" y="54"/>
                  </a:lnTo>
                  <a:cubicBezTo>
                    <a:pt x="1561" y="18"/>
                    <a:pt x="1474" y="1"/>
                    <a:pt x="1389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49"/>
            <p:cNvSpPr/>
            <p:nvPr/>
          </p:nvSpPr>
          <p:spPr>
            <a:xfrm>
              <a:off x="5954302" y="3955113"/>
              <a:ext cx="53294" cy="62754"/>
            </a:xfrm>
            <a:custGeom>
              <a:avLst/>
              <a:gdLst/>
              <a:ahLst/>
              <a:cxnLst/>
              <a:rect l="l" t="t" r="r" b="b"/>
              <a:pathLst>
                <a:path w="2828" h="3330" extrusionOk="0">
                  <a:moveTo>
                    <a:pt x="1376" y="0"/>
                  </a:moveTo>
                  <a:cubicBezTo>
                    <a:pt x="1176" y="0"/>
                    <a:pt x="1007" y="96"/>
                    <a:pt x="943" y="266"/>
                  </a:cubicBezTo>
                  <a:lnTo>
                    <a:pt x="92" y="2333"/>
                  </a:lnTo>
                  <a:cubicBezTo>
                    <a:pt x="1" y="2577"/>
                    <a:pt x="153" y="2850"/>
                    <a:pt x="427" y="2972"/>
                  </a:cubicBezTo>
                  <a:lnTo>
                    <a:pt x="1186" y="3276"/>
                  </a:lnTo>
                  <a:cubicBezTo>
                    <a:pt x="1268" y="3312"/>
                    <a:pt x="1355" y="3329"/>
                    <a:pt x="1439" y="3329"/>
                  </a:cubicBezTo>
                  <a:cubicBezTo>
                    <a:pt x="1638" y="3329"/>
                    <a:pt x="1822" y="3233"/>
                    <a:pt x="1886" y="3063"/>
                  </a:cubicBezTo>
                  <a:lnTo>
                    <a:pt x="2737" y="996"/>
                  </a:lnTo>
                  <a:cubicBezTo>
                    <a:pt x="2828" y="753"/>
                    <a:pt x="2676" y="479"/>
                    <a:pt x="2402" y="358"/>
                  </a:cubicBezTo>
                  <a:lnTo>
                    <a:pt x="1642" y="54"/>
                  </a:lnTo>
                  <a:cubicBezTo>
                    <a:pt x="1552" y="17"/>
                    <a:pt x="1461" y="0"/>
                    <a:pt x="1376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49"/>
            <p:cNvSpPr/>
            <p:nvPr/>
          </p:nvSpPr>
          <p:spPr>
            <a:xfrm>
              <a:off x="6033361" y="3987754"/>
              <a:ext cx="53859" cy="62754"/>
            </a:xfrm>
            <a:custGeom>
              <a:avLst/>
              <a:gdLst/>
              <a:ahLst/>
              <a:cxnLst/>
              <a:rect l="l" t="t" r="r" b="b"/>
              <a:pathLst>
                <a:path w="2858" h="3330" extrusionOk="0">
                  <a:moveTo>
                    <a:pt x="1395" y="1"/>
                  </a:moveTo>
                  <a:cubicBezTo>
                    <a:pt x="1206" y="1"/>
                    <a:pt x="1037" y="96"/>
                    <a:pt x="973" y="267"/>
                  </a:cubicBezTo>
                  <a:lnTo>
                    <a:pt x="122" y="2334"/>
                  </a:lnTo>
                  <a:cubicBezTo>
                    <a:pt x="1" y="2577"/>
                    <a:pt x="153" y="2851"/>
                    <a:pt x="457" y="2972"/>
                  </a:cubicBezTo>
                  <a:lnTo>
                    <a:pt x="1216" y="3276"/>
                  </a:lnTo>
                  <a:cubicBezTo>
                    <a:pt x="1298" y="3312"/>
                    <a:pt x="1385" y="3330"/>
                    <a:pt x="1469" y="3330"/>
                  </a:cubicBezTo>
                  <a:cubicBezTo>
                    <a:pt x="1668" y="3330"/>
                    <a:pt x="1852" y="3234"/>
                    <a:pt x="1916" y="3063"/>
                  </a:cubicBezTo>
                  <a:lnTo>
                    <a:pt x="2767" y="996"/>
                  </a:lnTo>
                  <a:cubicBezTo>
                    <a:pt x="2858" y="753"/>
                    <a:pt x="2706" y="480"/>
                    <a:pt x="2432" y="358"/>
                  </a:cubicBezTo>
                  <a:lnTo>
                    <a:pt x="1642" y="54"/>
                  </a:lnTo>
                  <a:cubicBezTo>
                    <a:pt x="1560" y="18"/>
                    <a:pt x="1476" y="1"/>
                    <a:pt x="1395" y="1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49"/>
            <p:cNvSpPr/>
            <p:nvPr/>
          </p:nvSpPr>
          <p:spPr>
            <a:xfrm>
              <a:off x="6112985" y="4020414"/>
              <a:ext cx="53859" cy="62754"/>
            </a:xfrm>
            <a:custGeom>
              <a:avLst/>
              <a:gdLst/>
              <a:ahLst/>
              <a:cxnLst/>
              <a:rect l="l" t="t" r="r" b="b"/>
              <a:pathLst>
                <a:path w="2858" h="3330" extrusionOk="0">
                  <a:moveTo>
                    <a:pt x="1395" y="0"/>
                  </a:moveTo>
                  <a:cubicBezTo>
                    <a:pt x="1206" y="0"/>
                    <a:pt x="1037" y="96"/>
                    <a:pt x="973" y="267"/>
                  </a:cubicBezTo>
                  <a:lnTo>
                    <a:pt x="122" y="2333"/>
                  </a:lnTo>
                  <a:cubicBezTo>
                    <a:pt x="1" y="2577"/>
                    <a:pt x="153" y="2850"/>
                    <a:pt x="457" y="2972"/>
                  </a:cubicBezTo>
                  <a:lnTo>
                    <a:pt x="1216" y="3276"/>
                  </a:lnTo>
                  <a:cubicBezTo>
                    <a:pt x="1298" y="3312"/>
                    <a:pt x="1382" y="3329"/>
                    <a:pt x="1464" y="3329"/>
                  </a:cubicBezTo>
                  <a:cubicBezTo>
                    <a:pt x="1655" y="3329"/>
                    <a:pt x="1830" y="3234"/>
                    <a:pt x="1916" y="3063"/>
                  </a:cubicBezTo>
                  <a:lnTo>
                    <a:pt x="2767" y="996"/>
                  </a:lnTo>
                  <a:cubicBezTo>
                    <a:pt x="2858" y="783"/>
                    <a:pt x="2706" y="479"/>
                    <a:pt x="2432" y="358"/>
                  </a:cubicBezTo>
                  <a:lnTo>
                    <a:pt x="1642" y="54"/>
                  </a:lnTo>
                  <a:cubicBezTo>
                    <a:pt x="1560" y="17"/>
                    <a:pt x="1476" y="0"/>
                    <a:pt x="1395" y="0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49"/>
            <p:cNvSpPr/>
            <p:nvPr/>
          </p:nvSpPr>
          <p:spPr>
            <a:xfrm>
              <a:off x="5237685" y="3616997"/>
              <a:ext cx="1352996" cy="299598"/>
            </a:xfrm>
            <a:custGeom>
              <a:avLst/>
              <a:gdLst/>
              <a:ahLst/>
              <a:cxnLst/>
              <a:rect l="l" t="t" r="r" b="b"/>
              <a:pathLst>
                <a:path w="71796" h="15898" extrusionOk="0">
                  <a:moveTo>
                    <a:pt x="67966" y="0"/>
                  </a:moveTo>
                  <a:lnTo>
                    <a:pt x="1" y="3830"/>
                  </a:lnTo>
                  <a:lnTo>
                    <a:pt x="25564" y="15897"/>
                  </a:lnTo>
                  <a:lnTo>
                    <a:pt x="71796" y="2371"/>
                  </a:lnTo>
                  <a:lnTo>
                    <a:pt x="67966" y="0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49"/>
            <p:cNvSpPr/>
            <p:nvPr/>
          </p:nvSpPr>
          <p:spPr>
            <a:xfrm>
              <a:off x="5237685" y="3688593"/>
              <a:ext cx="481754" cy="334970"/>
            </a:xfrm>
            <a:custGeom>
              <a:avLst/>
              <a:gdLst/>
              <a:ahLst/>
              <a:cxnLst/>
              <a:rect l="l" t="t" r="r" b="b"/>
              <a:pathLst>
                <a:path w="25564" h="17775" extrusionOk="0">
                  <a:moveTo>
                    <a:pt x="1" y="1"/>
                  </a:moveTo>
                  <a:lnTo>
                    <a:pt x="1126" y="6901"/>
                  </a:lnTo>
                  <a:cubicBezTo>
                    <a:pt x="1430" y="8816"/>
                    <a:pt x="2676" y="10427"/>
                    <a:pt x="4408" y="11217"/>
                  </a:cubicBezTo>
                  <a:lnTo>
                    <a:pt x="19424" y="17661"/>
                  </a:lnTo>
                  <a:cubicBezTo>
                    <a:pt x="19616" y="17737"/>
                    <a:pt x="19813" y="17775"/>
                    <a:pt x="20007" y="17775"/>
                  </a:cubicBezTo>
                  <a:cubicBezTo>
                    <a:pt x="20426" y="17775"/>
                    <a:pt x="20825" y="17599"/>
                    <a:pt x="21096" y="17266"/>
                  </a:cubicBezTo>
                  <a:lnTo>
                    <a:pt x="25564" y="1209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9"/>
            <p:cNvSpPr/>
            <p:nvPr/>
          </p:nvSpPr>
          <p:spPr>
            <a:xfrm>
              <a:off x="5237685" y="3616997"/>
              <a:ext cx="1352996" cy="101405"/>
            </a:xfrm>
            <a:custGeom>
              <a:avLst/>
              <a:gdLst/>
              <a:ahLst/>
              <a:cxnLst/>
              <a:rect l="l" t="t" r="r" b="b"/>
              <a:pathLst>
                <a:path w="71796" h="5381" extrusionOk="0">
                  <a:moveTo>
                    <a:pt x="67966" y="0"/>
                  </a:moveTo>
                  <a:lnTo>
                    <a:pt x="1" y="3830"/>
                  </a:lnTo>
                  <a:lnTo>
                    <a:pt x="2615" y="5381"/>
                  </a:lnTo>
                  <a:lnTo>
                    <a:pt x="67875" y="578"/>
                  </a:lnTo>
                  <a:lnTo>
                    <a:pt x="71066" y="2615"/>
                  </a:lnTo>
                  <a:lnTo>
                    <a:pt x="71796" y="2371"/>
                  </a:lnTo>
                  <a:lnTo>
                    <a:pt x="67966" y="0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9"/>
            <p:cNvSpPr/>
            <p:nvPr/>
          </p:nvSpPr>
          <p:spPr>
            <a:xfrm>
              <a:off x="5309865" y="3728697"/>
              <a:ext cx="132914" cy="156187"/>
            </a:xfrm>
            <a:custGeom>
              <a:avLst/>
              <a:gdLst/>
              <a:ahLst/>
              <a:cxnLst/>
              <a:rect l="l" t="t" r="r" b="b"/>
              <a:pathLst>
                <a:path w="7053" h="8288" extrusionOk="0">
                  <a:moveTo>
                    <a:pt x="3162" y="1"/>
                  </a:moveTo>
                  <a:lnTo>
                    <a:pt x="3162" y="1"/>
                  </a:lnTo>
                  <a:cubicBezTo>
                    <a:pt x="3405" y="1186"/>
                    <a:pt x="3223" y="2615"/>
                    <a:pt x="2584" y="4104"/>
                  </a:cubicBezTo>
                  <a:cubicBezTo>
                    <a:pt x="1946" y="5563"/>
                    <a:pt x="1004" y="6688"/>
                    <a:pt x="1" y="7326"/>
                  </a:cubicBezTo>
                  <a:lnTo>
                    <a:pt x="2888" y="8207"/>
                  </a:lnTo>
                  <a:cubicBezTo>
                    <a:pt x="3052" y="8262"/>
                    <a:pt x="3219" y="8288"/>
                    <a:pt x="3389" y="8288"/>
                  </a:cubicBezTo>
                  <a:cubicBezTo>
                    <a:pt x="4455" y="8288"/>
                    <a:pt x="5607" y="7261"/>
                    <a:pt x="6262" y="5715"/>
                  </a:cubicBezTo>
                  <a:cubicBezTo>
                    <a:pt x="7053" y="3922"/>
                    <a:pt x="6870" y="2128"/>
                    <a:pt x="5806" y="1520"/>
                  </a:cubicBezTo>
                  <a:lnTo>
                    <a:pt x="3162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9"/>
            <p:cNvSpPr/>
            <p:nvPr/>
          </p:nvSpPr>
          <p:spPr>
            <a:xfrm>
              <a:off x="5309865" y="3829523"/>
              <a:ext cx="103704" cy="59004"/>
            </a:xfrm>
            <a:custGeom>
              <a:avLst/>
              <a:gdLst/>
              <a:ahLst/>
              <a:cxnLst/>
              <a:rect l="l" t="t" r="r" b="b"/>
              <a:pathLst>
                <a:path w="5503" h="3131" fill="none" extrusionOk="0">
                  <a:moveTo>
                    <a:pt x="5502" y="1672"/>
                  </a:moveTo>
                  <a:cubicBezTo>
                    <a:pt x="4712" y="2645"/>
                    <a:pt x="3739" y="3131"/>
                    <a:pt x="2888" y="2857"/>
                  </a:cubicBezTo>
                  <a:lnTo>
                    <a:pt x="1" y="1976"/>
                  </a:lnTo>
                  <a:cubicBezTo>
                    <a:pt x="700" y="1520"/>
                    <a:pt x="1369" y="851"/>
                    <a:pt x="1916" y="0"/>
                  </a:cubicBezTo>
                  <a:cubicBezTo>
                    <a:pt x="1916" y="0"/>
                    <a:pt x="3405" y="791"/>
                    <a:pt x="5472" y="167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49"/>
            <p:cNvSpPr/>
            <p:nvPr/>
          </p:nvSpPr>
          <p:spPr>
            <a:xfrm>
              <a:off x="5051525" y="3595796"/>
              <a:ext cx="330522" cy="281186"/>
            </a:xfrm>
            <a:custGeom>
              <a:avLst/>
              <a:gdLst/>
              <a:ahLst/>
              <a:cxnLst/>
              <a:rect l="l" t="t" r="r" b="b"/>
              <a:pathLst>
                <a:path w="17539" h="14921" extrusionOk="0">
                  <a:moveTo>
                    <a:pt x="4317" y="1"/>
                  </a:moveTo>
                  <a:lnTo>
                    <a:pt x="0" y="9971"/>
                  </a:lnTo>
                  <a:lnTo>
                    <a:pt x="10852" y="14712"/>
                  </a:lnTo>
                  <a:cubicBezTo>
                    <a:pt x="11182" y="14853"/>
                    <a:pt x="11527" y="14920"/>
                    <a:pt x="11879" y="14920"/>
                  </a:cubicBezTo>
                  <a:cubicBezTo>
                    <a:pt x="13504" y="14920"/>
                    <a:pt x="15268" y="13480"/>
                    <a:pt x="16292" y="11156"/>
                  </a:cubicBezTo>
                  <a:cubicBezTo>
                    <a:pt x="17539" y="8329"/>
                    <a:pt x="17052" y="5563"/>
                    <a:pt x="15198" y="4743"/>
                  </a:cubicBezTo>
                  <a:lnTo>
                    <a:pt x="4317" y="1"/>
                  </a:ln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49"/>
            <p:cNvSpPr/>
            <p:nvPr/>
          </p:nvSpPr>
          <p:spPr>
            <a:xfrm>
              <a:off x="5007407" y="3591876"/>
              <a:ext cx="169567" cy="195743"/>
            </a:xfrm>
            <a:custGeom>
              <a:avLst/>
              <a:gdLst/>
              <a:ahLst/>
              <a:cxnLst/>
              <a:rect l="l" t="t" r="r" b="b"/>
              <a:pathLst>
                <a:path w="8998" h="10387" extrusionOk="0">
                  <a:moveTo>
                    <a:pt x="5631" y="1"/>
                  </a:moveTo>
                  <a:cubicBezTo>
                    <a:pt x="4006" y="1"/>
                    <a:pt x="2247" y="1441"/>
                    <a:pt x="1247" y="3765"/>
                  </a:cubicBezTo>
                  <a:cubicBezTo>
                    <a:pt x="1" y="6592"/>
                    <a:pt x="457" y="9358"/>
                    <a:pt x="2341" y="10179"/>
                  </a:cubicBezTo>
                  <a:cubicBezTo>
                    <a:pt x="2671" y="10319"/>
                    <a:pt x="3017" y="10387"/>
                    <a:pt x="3368" y="10387"/>
                  </a:cubicBezTo>
                  <a:cubicBezTo>
                    <a:pt x="4993" y="10387"/>
                    <a:pt x="6752" y="8946"/>
                    <a:pt x="7752" y="6622"/>
                  </a:cubicBezTo>
                  <a:cubicBezTo>
                    <a:pt x="8998" y="3796"/>
                    <a:pt x="8542" y="1030"/>
                    <a:pt x="6658" y="209"/>
                  </a:cubicBezTo>
                  <a:cubicBezTo>
                    <a:pt x="6328" y="68"/>
                    <a:pt x="5982" y="1"/>
                    <a:pt x="5631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49"/>
            <p:cNvSpPr/>
            <p:nvPr/>
          </p:nvSpPr>
          <p:spPr>
            <a:xfrm>
              <a:off x="5037202" y="3617337"/>
              <a:ext cx="109998" cy="144824"/>
            </a:xfrm>
            <a:custGeom>
              <a:avLst/>
              <a:gdLst/>
              <a:ahLst/>
              <a:cxnLst/>
              <a:rect l="l" t="t" r="r" b="b"/>
              <a:pathLst>
                <a:path w="5837" h="7685" extrusionOk="0">
                  <a:moveTo>
                    <a:pt x="4047" y="1"/>
                  </a:moveTo>
                  <a:cubicBezTo>
                    <a:pt x="2979" y="1"/>
                    <a:pt x="1663" y="1191"/>
                    <a:pt x="882" y="2961"/>
                  </a:cubicBezTo>
                  <a:cubicBezTo>
                    <a:pt x="0" y="5028"/>
                    <a:pt x="152" y="7095"/>
                    <a:pt x="1277" y="7581"/>
                  </a:cubicBezTo>
                  <a:cubicBezTo>
                    <a:pt x="1439" y="7651"/>
                    <a:pt x="1611" y="7685"/>
                    <a:pt x="1790" y="7685"/>
                  </a:cubicBezTo>
                  <a:cubicBezTo>
                    <a:pt x="2858" y="7685"/>
                    <a:pt x="4174" y="6494"/>
                    <a:pt x="4955" y="4724"/>
                  </a:cubicBezTo>
                  <a:cubicBezTo>
                    <a:pt x="5836" y="2657"/>
                    <a:pt x="5684" y="590"/>
                    <a:pt x="4560" y="104"/>
                  </a:cubicBezTo>
                  <a:cubicBezTo>
                    <a:pt x="4398" y="34"/>
                    <a:pt x="4226" y="1"/>
                    <a:pt x="4047" y="1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49"/>
            <p:cNvSpPr/>
            <p:nvPr/>
          </p:nvSpPr>
          <p:spPr>
            <a:xfrm>
              <a:off x="5080171" y="3673705"/>
              <a:ext cx="32093" cy="36107"/>
            </a:xfrm>
            <a:custGeom>
              <a:avLst/>
              <a:gdLst/>
              <a:ahLst/>
              <a:cxnLst/>
              <a:rect l="l" t="t" r="r" b="b"/>
              <a:pathLst>
                <a:path w="1703" h="1916" fill="none" extrusionOk="0">
                  <a:moveTo>
                    <a:pt x="213" y="669"/>
                  </a:moveTo>
                  <a:cubicBezTo>
                    <a:pt x="0" y="1125"/>
                    <a:pt x="152" y="1612"/>
                    <a:pt x="486" y="1764"/>
                  </a:cubicBezTo>
                  <a:cubicBezTo>
                    <a:pt x="851" y="1916"/>
                    <a:pt x="1307" y="1672"/>
                    <a:pt x="1490" y="1247"/>
                  </a:cubicBezTo>
                  <a:cubicBezTo>
                    <a:pt x="1702" y="791"/>
                    <a:pt x="1581" y="305"/>
                    <a:pt x="1216" y="153"/>
                  </a:cubicBezTo>
                  <a:cubicBezTo>
                    <a:pt x="851" y="1"/>
                    <a:pt x="395" y="213"/>
                    <a:pt x="213" y="669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49"/>
            <p:cNvSpPr/>
            <p:nvPr/>
          </p:nvSpPr>
          <p:spPr>
            <a:xfrm>
              <a:off x="5103069" y="3635900"/>
              <a:ext cx="34392" cy="40686"/>
            </a:xfrm>
            <a:custGeom>
              <a:avLst/>
              <a:gdLst/>
              <a:ahLst/>
              <a:cxnLst/>
              <a:rect l="l" t="t" r="r" b="b"/>
              <a:pathLst>
                <a:path w="1825" h="2159" fill="none" extrusionOk="0">
                  <a:moveTo>
                    <a:pt x="1" y="2159"/>
                  </a:moveTo>
                  <a:cubicBezTo>
                    <a:pt x="1" y="2159"/>
                    <a:pt x="639" y="548"/>
                    <a:pt x="1825" y="1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49"/>
            <p:cNvSpPr/>
            <p:nvPr/>
          </p:nvSpPr>
          <p:spPr>
            <a:xfrm>
              <a:off x="5109948" y="3676569"/>
              <a:ext cx="29813" cy="8047"/>
            </a:xfrm>
            <a:custGeom>
              <a:avLst/>
              <a:gdLst/>
              <a:ahLst/>
              <a:cxnLst/>
              <a:rect l="l" t="t" r="r" b="b"/>
              <a:pathLst>
                <a:path w="1582" h="427" fill="none" extrusionOk="0">
                  <a:moveTo>
                    <a:pt x="1581" y="1"/>
                  </a:moveTo>
                  <a:cubicBezTo>
                    <a:pt x="761" y="1"/>
                    <a:pt x="1" y="426"/>
                    <a:pt x="1" y="426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49"/>
            <p:cNvSpPr/>
            <p:nvPr/>
          </p:nvSpPr>
          <p:spPr>
            <a:xfrm>
              <a:off x="5108798" y="3697771"/>
              <a:ext cx="19505" cy="13757"/>
            </a:xfrm>
            <a:custGeom>
              <a:avLst/>
              <a:gdLst/>
              <a:ahLst/>
              <a:cxnLst/>
              <a:rect l="l" t="t" r="r" b="b"/>
              <a:pathLst>
                <a:path w="1035" h="730" fill="none" extrusionOk="0">
                  <a:moveTo>
                    <a:pt x="1" y="0"/>
                  </a:moveTo>
                  <a:cubicBezTo>
                    <a:pt x="1" y="0"/>
                    <a:pt x="548" y="213"/>
                    <a:pt x="1034" y="730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49"/>
            <p:cNvSpPr/>
            <p:nvPr/>
          </p:nvSpPr>
          <p:spPr>
            <a:xfrm>
              <a:off x="5100204" y="3706930"/>
              <a:ext cx="6332" cy="41836"/>
            </a:xfrm>
            <a:custGeom>
              <a:avLst/>
              <a:gdLst/>
              <a:ahLst/>
              <a:cxnLst/>
              <a:rect l="l" t="t" r="r" b="b"/>
              <a:pathLst>
                <a:path w="336" h="2220" fill="none" extrusionOk="0">
                  <a:moveTo>
                    <a:pt x="31" y="2219"/>
                  </a:moveTo>
                  <a:cubicBezTo>
                    <a:pt x="335" y="1095"/>
                    <a:pt x="1" y="1"/>
                    <a:pt x="1" y="1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49"/>
            <p:cNvSpPr/>
            <p:nvPr/>
          </p:nvSpPr>
          <p:spPr>
            <a:xfrm>
              <a:off x="5050376" y="3708080"/>
              <a:ext cx="38971" cy="42401"/>
            </a:xfrm>
            <a:custGeom>
              <a:avLst/>
              <a:gdLst/>
              <a:ahLst/>
              <a:cxnLst/>
              <a:rect l="l" t="t" r="r" b="b"/>
              <a:pathLst>
                <a:path w="2068" h="2250" fill="none" extrusionOk="0">
                  <a:moveTo>
                    <a:pt x="2067" y="0"/>
                  </a:moveTo>
                  <a:cubicBezTo>
                    <a:pt x="2067" y="0"/>
                    <a:pt x="1308" y="1824"/>
                    <a:pt x="1" y="2250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49"/>
            <p:cNvSpPr/>
            <p:nvPr/>
          </p:nvSpPr>
          <p:spPr>
            <a:xfrm>
              <a:off x="5044081" y="3699486"/>
              <a:ext cx="38387" cy="11477"/>
            </a:xfrm>
            <a:custGeom>
              <a:avLst/>
              <a:gdLst/>
              <a:ahLst/>
              <a:cxnLst/>
              <a:rect l="l" t="t" r="r" b="b"/>
              <a:pathLst>
                <a:path w="2037" h="609" fill="none" extrusionOk="0">
                  <a:moveTo>
                    <a:pt x="2037" y="0"/>
                  </a:moveTo>
                  <a:cubicBezTo>
                    <a:pt x="2037" y="0"/>
                    <a:pt x="973" y="608"/>
                    <a:pt x="0" y="396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49"/>
            <p:cNvSpPr/>
            <p:nvPr/>
          </p:nvSpPr>
          <p:spPr>
            <a:xfrm>
              <a:off x="5058404" y="3663961"/>
              <a:ext cx="25215" cy="22934"/>
            </a:xfrm>
            <a:custGeom>
              <a:avLst/>
              <a:gdLst/>
              <a:ahLst/>
              <a:cxnLst/>
              <a:rect l="l" t="t" r="r" b="b"/>
              <a:pathLst>
                <a:path w="1338" h="1217" fill="none" extrusionOk="0">
                  <a:moveTo>
                    <a:pt x="0" y="1"/>
                  </a:moveTo>
                  <a:cubicBezTo>
                    <a:pt x="456" y="852"/>
                    <a:pt x="1338" y="1217"/>
                    <a:pt x="1338" y="1217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49"/>
            <p:cNvSpPr/>
            <p:nvPr/>
          </p:nvSpPr>
          <p:spPr>
            <a:xfrm>
              <a:off x="5083036" y="3621577"/>
              <a:ext cx="13757" cy="55593"/>
            </a:xfrm>
            <a:custGeom>
              <a:avLst/>
              <a:gdLst/>
              <a:ahLst/>
              <a:cxnLst/>
              <a:rect l="l" t="t" r="r" b="b"/>
              <a:pathLst>
                <a:path w="730" h="2950" fill="none" extrusionOk="0">
                  <a:moveTo>
                    <a:pt x="486" y="2949"/>
                  </a:moveTo>
                  <a:cubicBezTo>
                    <a:pt x="486" y="2949"/>
                    <a:pt x="0" y="1338"/>
                    <a:pt x="730" y="1"/>
                  </a:cubicBezTo>
                </a:path>
              </a:pathLst>
            </a:custGeom>
            <a:noFill/>
            <a:ln w="9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49"/>
            <p:cNvSpPr/>
            <p:nvPr/>
          </p:nvSpPr>
          <p:spPr>
            <a:xfrm>
              <a:off x="5051525" y="3739590"/>
              <a:ext cx="294434" cy="146086"/>
            </a:xfrm>
            <a:custGeom>
              <a:avLst/>
              <a:gdLst/>
              <a:ahLst/>
              <a:cxnLst/>
              <a:rect l="l" t="t" r="r" b="b"/>
              <a:pathLst>
                <a:path w="15624" h="7752" fill="none" extrusionOk="0">
                  <a:moveTo>
                    <a:pt x="15624" y="4772"/>
                  </a:moveTo>
                  <a:cubicBezTo>
                    <a:pt x="14317" y="6778"/>
                    <a:pt x="12432" y="7751"/>
                    <a:pt x="10852" y="7082"/>
                  </a:cubicBezTo>
                  <a:lnTo>
                    <a:pt x="0" y="2341"/>
                  </a:lnTo>
                  <a:cubicBezTo>
                    <a:pt x="1551" y="3009"/>
                    <a:pt x="3465" y="2037"/>
                    <a:pt x="4772" y="0"/>
                  </a:cubicBezTo>
                  <a:cubicBezTo>
                    <a:pt x="8754" y="1581"/>
                    <a:pt x="11733" y="3313"/>
                    <a:pt x="15624" y="4772"/>
                  </a:cubicBez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49"/>
            <p:cNvSpPr/>
            <p:nvPr/>
          </p:nvSpPr>
          <p:spPr>
            <a:xfrm>
              <a:off x="6244737" y="4129683"/>
              <a:ext cx="614064" cy="67032"/>
            </a:xfrm>
            <a:custGeom>
              <a:avLst/>
              <a:gdLst/>
              <a:ahLst/>
              <a:cxnLst/>
              <a:rect l="l" t="t" r="r" b="b"/>
              <a:pathLst>
                <a:path w="32585" h="3557" extrusionOk="0">
                  <a:moveTo>
                    <a:pt x="32250" y="1"/>
                  </a:moveTo>
                  <a:lnTo>
                    <a:pt x="335" y="1551"/>
                  </a:lnTo>
                  <a:cubicBezTo>
                    <a:pt x="31" y="1581"/>
                    <a:pt x="1" y="2007"/>
                    <a:pt x="274" y="2067"/>
                  </a:cubicBezTo>
                  <a:lnTo>
                    <a:pt x="6748" y="3557"/>
                  </a:lnTo>
                  <a:lnTo>
                    <a:pt x="32585" y="396"/>
                  </a:lnTo>
                  <a:lnTo>
                    <a:pt x="32250" y="1"/>
                  </a:lnTo>
                  <a:close/>
                </a:path>
              </a:pathLst>
            </a:custGeom>
            <a:noFill/>
            <a:ln w="6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eronautical Engineering Project Proposal by Slidesgo">
  <a:themeElements>
    <a:clrScheme name="Simple Light">
      <a:dk1>
        <a:srgbClr val="FFFFFF"/>
      </a:dk1>
      <a:lt1>
        <a:srgbClr val="1F6299"/>
      </a:lt1>
      <a:dk2>
        <a:srgbClr val="3D85C6"/>
      </a:dk2>
      <a:lt2>
        <a:srgbClr val="6FA8DC"/>
      </a:lt2>
      <a:accent1>
        <a:srgbClr val="CFE2F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299</Words>
  <Application>Microsoft Office PowerPoint</Application>
  <PresentationFormat>On-screen Show (16:9)</PresentationFormat>
  <Paragraphs>36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Wingdings</vt:lpstr>
      <vt:lpstr>Commissioner</vt:lpstr>
      <vt:lpstr>Arial</vt:lpstr>
      <vt:lpstr>Roboto Mono Medium</vt:lpstr>
      <vt:lpstr>Nunito Light</vt:lpstr>
      <vt:lpstr>Aeronautical Engineering Project Proposal by Slidesgo</vt:lpstr>
      <vt:lpstr>Sharing Session</vt:lpstr>
      <vt:lpstr>PowerPoint Presentation</vt:lpstr>
      <vt:lpstr>PowerPoint Presentation</vt:lpstr>
      <vt:lpstr>PowerPoint Presentation</vt:lpstr>
      <vt:lpstr>Thank you!</vt:lpstr>
      <vt:lpstr>ALTERNATIVE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Pansy Adel</dc:creator>
  <cp:lastModifiedBy>Pansy Adel</cp:lastModifiedBy>
  <cp:revision>4</cp:revision>
  <dcterms:modified xsi:type="dcterms:W3CDTF">2025-07-22T09:57:41Z</dcterms:modified>
</cp:coreProperties>
</file>